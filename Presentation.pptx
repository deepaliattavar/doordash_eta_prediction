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4"/>
  </p:sldMasterIdLst>
  <p:notesMasterIdLst>
    <p:notesMasterId r:id="rId37"/>
  </p:notesMasterIdLst>
  <p:sldIdLst>
    <p:sldId id="256" r:id="rId5"/>
    <p:sldId id="308" r:id="rId6"/>
    <p:sldId id="306" r:id="rId7"/>
    <p:sldId id="319" r:id="rId8"/>
    <p:sldId id="307" r:id="rId9"/>
    <p:sldId id="312" r:id="rId10"/>
    <p:sldId id="263" r:id="rId11"/>
    <p:sldId id="333" r:id="rId12"/>
    <p:sldId id="309" r:id="rId13"/>
    <p:sldId id="310" r:id="rId14"/>
    <p:sldId id="311" r:id="rId15"/>
    <p:sldId id="313" r:id="rId16"/>
    <p:sldId id="314" r:id="rId17"/>
    <p:sldId id="321" r:id="rId18"/>
    <p:sldId id="274" r:id="rId19"/>
    <p:sldId id="315" r:id="rId20"/>
    <p:sldId id="332" r:id="rId21"/>
    <p:sldId id="316" r:id="rId22"/>
    <p:sldId id="322" r:id="rId23"/>
    <p:sldId id="317" r:id="rId24"/>
    <p:sldId id="318" r:id="rId25"/>
    <p:sldId id="320" r:id="rId26"/>
    <p:sldId id="323" r:id="rId27"/>
    <p:sldId id="325" r:id="rId28"/>
    <p:sldId id="324" r:id="rId29"/>
    <p:sldId id="326" r:id="rId30"/>
    <p:sldId id="327" r:id="rId31"/>
    <p:sldId id="328" r:id="rId32"/>
    <p:sldId id="329" r:id="rId33"/>
    <p:sldId id="330" r:id="rId34"/>
    <p:sldId id="280" r:id="rId35"/>
    <p:sldId id="257" r:id="rId36"/>
  </p:sldIdLst>
  <p:sldSz cx="9144000" cy="5143500" type="screen16x9"/>
  <p:notesSz cx="6858000" cy="9144000"/>
  <p:embeddedFontLst>
    <p:embeddedFont>
      <p:font typeface="Advent Pro" panose="020B0604020202020204" charset="0"/>
      <p:regular r:id="rId38"/>
      <p:bold r:id="rId39"/>
      <p:italic r:id="rId40"/>
      <p:boldItalic r:id="rId41"/>
    </p:embeddedFont>
    <p:embeddedFont>
      <p:font typeface="Roboto" panose="020000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9"/>
    <a:srgbClr val="FF6600"/>
    <a:srgbClr val="A521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D8CA6C-9A1D-5D93-2528-1146BCAC3F42}" v="759" dt="2025-04-23T19:15:50.438"/>
    <p1510:client id="{3547D9B3-DF04-44EA-AF9F-4DA9DA4B2163}" v="175" dt="2025-04-24T02:01:32.830"/>
    <p1510:client id="{64D4F5AF-502C-87B3-8F5D-85A0D7456484}" v="30" dt="2025-04-23T19:22:22.227"/>
    <p1510:client id="{78D94D1F-E620-5CEA-E760-D4FC8D65BB0A}" v="90" dt="2025-04-24T06:30:40.035"/>
    <p1510:client id="{B910CD6B-A2B9-67A2-32DC-EBF7A90BD2CA}" v="2" dt="2025-04-23T19:26:41.803"/>
    <p1510:client id="{C3A075C7-B997-49B6-A93C-DE949992EE70}" v="1583" dt="2025-04-24T17:44:19.352"/>
    <p1510:client id="{CCE9149C-8462-41E7-0647-880EC33D3F1F}" v="90" dt="2025-04-24T15:53:16.640"/>
    <p1510:client id="{CE05ECDF-1BF6-4B7C-A003-1B6A736A4683}" v="14" dt="2025-04-24T13:48:54.356"/>
    <p1510:client id="{DED474DD-86AE-DAD3-C5BA-504A3E542273}" v="469" dt="2025-04-24T17:21:55.589"/>
  </p1510:revLst>
</p1510:revInfo>
</file>

<file path=ppt/tableStyles.xml><?xml version="1.0" encoding="utf-8"?>
<a:tblStyleLst xmlns:a="http://schemas.openxmlformats.org/drawingml/2006/main" def="{41CFD104-44DB-49B8-A088-E148DF4ECAB8}">
  <a:tblStyle styleId="{41CFD104-44DB-49B8-A088-E148DF4ECAB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9" d="100"/>
          <a:sy n="89" d="100"/>
        </p:scale>
        <p:origin x="10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2.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5.fntdata"/><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6.fntdata"/><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1.fntdata"/><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6b5a0b769d_0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6b5a0b769d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1" u="none" strike="noStrike" cap="none">
                <a:solidFill>
                  <a:srgbClr val="000000"/>
                </a:solidFill>
                <a:effectLst/>
                <a:latin typeface="Arial"/>
                <a:ea typeface="Arial"/>
                <a:cs typeface="Arial"/>
                <a:sym typeface="Arial"/>
              </a:rPr>
              <a:t>Imagine waiting 90 </a:t>
            </a:r>
            <a:r>
              <a:rPr lang="en-US" sz="1100" b="0" i="1" u="none" strike="noStrike" cap="none" err="1">
                <a:solidFill>
                  <a:srgbClr val="000000"/>
                </a:solidFill>
                <a:effectLst/>
                <a:latin typeface="Arial"/>
                <a:ea typeface="Arial"/>
                <a:cs typeface="Arial"/>
                <a:sym typeface="Arial"/>
              </a:rPr>
              <a:t>mins</a:t>
            </a:r>
            <a:r>
              <a:rPr lang="en-US" sz="1100" b="0" i="1" u="none" strike="noStrike" cap="none">
                <a:solidFill>
                  <a:srgbClr val="000000"/>
                </a:solidFill>
                <a:effectLst/>
                <a:latin typeface="Arial"/>
                <a:ea typeface="Arial"/>
                <a:cs typeface="Arial"/>
                <a:sym typeface="Arial"/>
              </a:rPr>
              <a:t> for cold tacos—our project prevents this!</a:t>
            </a:r>
            <a:endParaRPr/>
          </a:p>
        </p:txBody>
      </p:sp>
    </p:spTree>
    <p:extLst>
      <p:ext uri="{BB962C8B-B14F-4D97-AF65-F5344CB8AC3E}">
        <p14:creationId xmlns:p14="http://schemas.microsoft.com/office/powerpoint/2010/main" val="4091896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6b5a0b769d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5a0b769d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176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6b5a0b769d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6b5a0b769d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6728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6b5a0b769d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5a0b769d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b="0"/>
              <a:t>We used both Linear and Ridge Regression to compare the impact of regularization. While Linear Regression provides a baseline, Ridge helps prevent overfitting by penalizing large </a:t>
            </a:r>
            <a:r>
              <a:rPr lang="en-US" b="0" err="1"/>
              <a:t>coefficients.This</a:t>
            </a:r>
            <a:r>
              <a:rPr lang="en-US" b="0"/>
              <a:t> comparison ensures we select the most stable model for generalization, especially when dealing with multicollinearity or noisy features. Ridge helps stabilize predictions by reducing the impact of noisy or less relevant features, offering more robust results.</a:t>
            </a:r>
          </a:p>
        </p:txBody>
      </p:sp>
    </p:spTree>
    <p:extLst>
      <p:ext uri="{BB962C8B-B14F-4D97-AF65-F5344CB8AC3E}">
        <p14:creationId xmlns:p14="http://schemas.microsoft.com/office/powerpoint/2010/main" val="3829384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6b9affecee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6b9affecee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62153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6b9affecee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6b9affecee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a:extLst>
            <a:ext uri="{FF2B5EF4-FFF2-40B4-BE49-F238E27FC236}">
              <a16:creationId xmlns:a16="http://schemas.microsoft.com/office/drawing/2014/main" id="{AB501688-0831-E2E2-B0C5-6980B3136E2D}"/>
            </a:ext>
          </a:extLst>
        </p:cNvPr>
        <p:cNvGrpSpPr/>
        <p:nvPr/>
      </p:nvGrpSpPr>
      <p:grpSpPr>
        <a:xfrm>
          <a:off x="0" y="0"/>
          <a:ext cx="0" cy="0"/>
          <a:chOff x="0" y="0"/>
          <a:chExt cx="0" cy="0"/>
        </a:xfrm>
      </p:grpSpPr>
      <p:sp>
        <p:nvSpPr>
          <p:cNvPr id="477" name="Google Shape;477;g6b9affecee_0_218:notes">
            <a:extLst>
              <a:ext uri="{FF2B5EF4-FFF2-40B4-BE49-F238E27FC236}">
                <a16:creationId xmlns:a16="http://schemas.microsoft.com/office/drawing/2014/main" id="{3C790A0A-B04A-8DC9-98F5-4F048D077C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6b9affecee_0_218:notes">
            <a:extLst>
              <a:ext uri="{FF2B5EF4-FFF2-40B4-BE49-F238E27FC236}">
                <a16:creationId xmlns:a16="http://schemas.microsoft.com/office/drawing/2014/main" id="{EB851CF2-4D74-DDBD-4007-9275F13EB7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02302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6b5a0b769d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5a0b769d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effectLst/>
                <a:latin typeface="Arial"/>
                <a:ea typeface="Arial"/>
                <a:cs typeface="Arial"/>
                <a:sym typeface="Arial"/>
              </a:rPr>
              <a:t>Feature Correlation with Delivery Duration (No Preprocessing)</a:t>
            </a:r>
          </a:p>
        </p:txBody>
      </p:sp>
    </p:spTree>
    <p:extLst>
      <p:ext uri="{BB962C8B-B14F-4D97-AF65-F5344CB8AC3E}">
        <p14:creationId xmlns:p14="http://schemas.microsoft.com/office/powerpoint/2010/main" val="36446243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6b5a0b769d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5a0b769d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29530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6b5a0b769d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5a0b769d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77549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6b5a0b769d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5a0b769d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9829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6b5a0b769d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5a0b769d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28430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a:extLst>
            <a:ext uri="{FF2B5EF4-FFF2-40B4-BE49-F238E27FC236}">
              <a16:creationId xmlns:a16="http://schemas.microsoft.com/office/drawing/2014/main" id="{AABF5248-D17B-AAA2-0CF9-9CC9FE21A505}"/>
            </a:ext>
          </a:extLst>
        </p:cNvPr>
        <p:cNvGrpSpPr/>
        <p:nvPr/>
      </p:nvGrpSpPr>
      <p:grpSpPr>
        <a:xfrm>
          <a:off x="0" y="0"/>
          <a:ext cx="0" cy="0"/>
          <a:chOff x="0" y="0"/>
          <a:chExt cx="0" cy="0"/>
        </a:xfrm>
      </p:grpSpPr>
      <p:sp>
        <p:nvSpPr>
          <p:cNvPr id="262" name="Google Shape;262;g6b5a0b769d_0_101:notes">
            <a:extLst>
              <a:ext uri="{FF2B5EF4-FFF2-40B4-BE49-F238E27FC236}">
                <a16:creationId xmlns:a16="http://schemas.microsoft.com/office/drawing/2014/main" id="{7493E3BA-2347-7370-1253-3E181B1A0A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5a0b769d_0_101:notes">
            <a:extLst>
              <a:ext uri="{FF2B5EF4-FFF2-40B4-BE49-F238E27FC236}">
                <a16:creationId xmlns:a16="http://schemas.microsoft.com/office/drawing/2014/main" id="{F740489A-5630-2E00-9EC2-E919956BB8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46469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6b9affecee_0_32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8" name="Google Shape;968;g6b9affecee_0_32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b="1"/>
              <a:t>Summary of Preprocessing Pitfalls</a:t>
            </a:r>
          </a:p>
          <a:p>
            <a:pPr>
              <a:buFont typeface="Arial" panose="020B0604020202020204" pitchFamily="34" charset="0"/>
              <a:buChar char="•"/>
            </a:pPr>
            <a:r>
              <a:rPr lang="en-US"/>
              <a:t>❌ Dropping data ➝ less training info ➝ weaker model learning</a:t>
            </a:r>
          </a:p>
          <a:p>
            <a:pPr>
              <a:buFont typeface="Arial" panose="020B0604020202020204" pitchFamily="34" charset="0"/>
              <a:buChar char="•"/>
            </a:pPr>
            <a:r>
              <a:rPr lang="en-US"/>
              <a:t>⚠️ Target encoding ➝ overfit &amp; under-generalized categories</a:t>
            </a:r>
          </a:p>
          <a:p>
            <a:pPr>
              <a:buFont typeface="Arial" panose="020B0604020202020204" pitchFamily="34" charset="0"/>
              <a:buChar char="•"/>
            </a:pPr>
            <a:r>
              <a:rPr lang="en-US"/>
              <a:t>➕ More features ≠ better model ➝ added noise instead of signal</a:t>
            </a:r>
          </a:p>
          <a:p>
            <a:pPr>
              <a:buNone/>
            </a:pPr>
            <a:r>
              <a:rPr lang="en-US">
                <a:effectLst/>
                <a:latin typeface="-apple-system"/>
              </a:rPr>
              <a:t>You have </a:t>
            </a:r>
            <a:r>
              <a:rPr lang="en-US" b="1">
                <a:effectLst/>
                <a:latin typeface="-apple-system"/>
              </a:rPr>
              <a:t>low-cardinality</a:t>
            </a:r>
            <a:r>
              <a:rPr lang="en-US">
                <a:effectLst/>
                <a:latin typeface="-apple-system"/>
              </a:rPr>
              <a:t> categorical variables (few unique values) - one hot</a:t>
            </a:r>
          </a:p>
          <a:p>
            <a:pPr>
              <a:buNone/>
            </a:pPr>
            <a:r>
              <a:rPr lang="en-US">
                <a:effectLst/>
                <a:latin typeface="-apple-system"/>
              </a:rPr>
              <a:t> You have </a:t>
            </a:r>
            <a:r>
              <a:rPr lang="en-US" b="1">
                <a:effectLst/>
                <a:latin typeface="-apple-system"/>
              </a:rPr>
              <a:t>high-cardinality</a:t>
            </a:r>
            <a:r>
              <a:rPr lang="en-US">
                <a:effectLst/>
                <a:latin typeface="-apple-system"/>
              </a:rPr>
              <a:t> categorical column - target</a:t>
            </a:r>
          </a:p>
          <a:p>
            <a:pPr>
              <a:buNone/>
            </a:pPr>
            <a:r>
              <a:rPr lang="en-US">
                <a:effectLst/>
                <a:latin typeface="-apple-system"/>
              </a:rPr>
              <a:t> Label Encoding introduces </a:t>
            </a:r>
            <a:r>
              <a:rPr lang="en-US" b="1">
                <a:effectLst/>
                <a:latin typeface="-apple-system"/>
              </a:rPr>
              <a:t>false ordinal relationships</a:t>
            </a:r>
            <a:r>
              <a:rPr lang="en-US">
                <a:effectLst/>
                <a:latin typeface="-apple-system"/>
              </a:rPr>
              <a:t> that hurt model performance</a:t>
            </a:r>
          </a:p>
          <a:p>
            <a:pPr>
              <a:buNone/>
            </a:pPr>
            <a:r>
              <a:rPr lang="en-US">
                <a:effectLst/>
                <a:latin typeface="-apple-system"/>
              </a:rPr>
              <a:t>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6b5a0b769d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5a0b769d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37049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a:extLst>
            <a:ext uri="{FF2B5EF4-FFF2-40B4-BE49-F238E27FC236}">
              <a16:creationId xmlns:a16="http://schemas.microsoft.com/office/drawing/2014/main" id="{854BD298-3ED6-9FE5-7732-11561B8DC32A}"/>
            </a:ext>
          </a:extLst>
        </p:cNvPr>
        <p:cNvGrpSpPr/>
        <p:nvPr/>
      </p:nvGrpSpPr>
      <p:grpSpPr>
        <a:xfrm>
          <a:off x="0" y="0"/>
          <a:ext cx="0" cy="0"/>
          <a:chOff x="0" y="0"/>
          <a:chExt cx="0" cy="0"/>
        </a:xfrm>
      </p:grpSpPr>
      <p:sp>
        <p:nvSpPr>
          <p:cNvPr id="967" name="Google Shape;967;g6b9affecee_0_32158:notes">
            <a:extLst>
              <a:ext uri="{FF2B5EF4-FFF2-40B4-BE49-F238E27FC236}">
                <a16:creationId xmlns:a16="http://schemas.microsoft.com/office/drawing/2014/main" id="{65B9CE16-775F-1E7F-0450-342790E343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8" name="Google Shape;968;g6b9affecee_0_32158:notes">
            <a:extLst>
              <a:ext uri="{FF2B5EF4-FFF2-40B4-BE49-F238E27FC236}">
                <a16:creationId xmlns:a16="http://schemas.microsoft.com/office/drawing/2014/main" id="{AA112AA2-4DC6-E650-867E-D1FC33DE7A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1761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6b5a0b769d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5a0b769d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89493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a:extLst>
            <a:ext uri="{FF2B5EF4-FFF2-40B4-BE49-F238E27FC236}">
              <a16:creationId xmlns:a16="http://schemas.microsoft.com/office/drawing/2014/main" id="{1FC6C8B4-50A2-E05F-9624-CB827E057418}"/>
            </a:ext>
          </a:extLst>
        </p:cNvPr>
        <p:cNvGrpSpPr/>
        <p:nvPr/>
      </p:nvGrpSpPr>
      <p:grpSpPr>
        <a:xfrm>
          <a:off x="0" y="0"/>
          <a:ext cx="0" cy="0"/>
          <a:chOff x="0" y="0"/>
          <a:chExt cx="0" cy="0"/>
        </a:xfrm>
      </p:grpSpPr>
      <p:sp>
        <p:nvSpPr>
          <p:cNvPr id="262" name="Google Shape;262;g6b5a0b769d_0_101:notes">
            <a:extLst>
              <a:ext uri="{FF2B5EF4-FFF2-40B4-BE49-F238E27FC236}">
                <a16:creationId xmlns:a16="http://schemas.microsoft.com/office/drawing/2014/main" id="{24E9D406-852D-85BF-DEA5-3E41B5F6D7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5a0b769d_0_101:notes">
            <a:extLst>
              <a:ext uri="{FF2B5EF4-FFF2-40B4-BE49-F238E27FC236}">
                <a16:creationId xmlns:a16="http://schemas.microsoft.com/office/drawing/2014/main" id="{2E484DB0-2057-D42A-4462-7C1EB48744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06230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6b5a0b769d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5a0b769d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first PC alone captures about 35% of the variance, the first two together about 60%, the first three about 74%, and the first four about 88%—by the fifth component you’ve exceeded 95% cumulative variance, so a 5-dimensional projection retains virtually all the information.</a:t>
            </a:r>
            <a:endParaRPr/>
          </a:p>
        </p:txBody>
      </p:sp>
    </p:spTree>
    <p:extLst>
      <p:ext uri="{BB962C8B-B14F-4D97-AF65-F5344CB8AC3E}">
        <p14:creationId xmlns:p14="http://schemas.microsoft.com/office/powerpoint/2010/main" val="9208256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6b5a0b769d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5a0b769d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PCA plot tells us that the directions of greatest variance in the input features don’t align with delivery time—fast and slow orders all overlap in PC1/PC2 space—so just projecting onto those two axes won’t separate deliveries by speed. We’d need other feature transformations or a supervised model to pull out the delivery-time signal.</a:t>
            </a:r>
            <a:endParaRPr/>
          </a:p>
        </p:txBody>
      </p:sp>
    </p:spTree>
    <p:extLst>
      <p:ext uri="{BB962C8B-B14F-4D97-AF65-F5344CB8AC3E}">
        <p14:creationId xmlns:p14="http://schemas.microsoft.com/office/powerpoint/2010/main" val="24190088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6ba8e432a2_0_7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0" name="Google Shape;930;g6ba8e432a2_0_7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Think of PCA like a treasure map—it shows you the X’s but not always the gold.</a:t>
            </a:r>
            <a:endParaRPr/>
          </a:p>
        </p:txBody>
      </p:sp>
    </p:spTree>
    <p:extLst>
      <p:ext uri="{BB962C8B-B14F-4D97-AF65-F5344CB8AC3E}">
        <p14:creationId xmlns:p14="http://schemas.microsoft.com/office/powerpoint/2010/main" val="10964486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a:extLst>
            <a:ext uri="{FF2B5EF4-FFF2-40B4-BE49-F238E27FC236}">
              <a16:creationId xmlns:a16="http://schemas.microsoft.com/office/drawing/2014/main" id="{15ABEC55-2166-2654-1F97-DAEFBFCE6411}"/>
            </a:ext>
          </a:extLst>
        </p:cNvPr>
        <p:cNvGrpSpPr/>
        <p:nvPr/>
      </p:nvGrpSpPr>
      <p:grpSpPr>
        <a:xfrm>
          <a:off x="0" y="0"/>
          <a:ext cx="0" cy="0"/>
          <a:chOff x="0" y="0"/>
          <a:chExt cx="0" cy="0"/>
        </a:xfrm>
      </p:grpSpPr>
      <p:sp>
        <p:nvSpPr>
          <p:cNvPr id="262" name="Google Shape;262;g6b5a0b769d_0_101:notes">
            <a:extLst>
              <a:ext uri="{FF2B5EF4-FFF2-40B4-BE49-F238E27FC236}">
                <a16:creationId xmlns:a16="http://schemas.microsoft.com/office/drawing/2014/main" id="{6B5CDB79-BCDB-63CF-BF2E-220E2A6471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5a0b769d_0_101:notes">
            <a:extLst>
              <a:ext uri="{FF2B5EF4-FFF2-40B4-BE49-F238E27FC236}">
                <a16:creationId xmlns:a16="http://schemas.microsoft.com/office/drawing/2014/main" id="{4B0CDD48-F19B-C080-9817-700EC2F2E5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80748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a:extLst>
            <a:ext uri="{FF2B5EF4-FFF2-40B4-BE49-F238E27FC236}">
              <a16:creationId xmlns:a16="http://schemas.microsoft.com/office/drawing/2014/main" id="{EB284385-E5D2-83A5-6785-F7C808EDFCC9}"/>
            </a:ext>
          </a:extLst>
        </p:cNvPr>
        <p:cNvGrpSpPr/>
        <p:nvPr/>
      </p:nvGrpSpPr>
      <p:grpSpPr>
        <a:xfrm>
          <a:off x="0" y="0"/>
          <a:ext cx="0" cy="0"/>
          <a:chOff x="0" y="0"/>
          <a:chExt cx="0" cy="0"/>
        </a:xfrm>
      </p:grpSpPr>
      <p:sp>
        <p:nvSpPr>
          <p:cNvPr id="929" name="Google Shape;929;g6ba8e432a2_0_704:notes">
            <a:extLst>
              <a:ext uri="{FF2B5EF4-FFF2-40B4-BE49-F238E27FC236}">
                <a16:creationId xmlns:a16="http://schemas.microsoft.com/office/drawing/2014/main" id="{4584CD3E-D75D-E9D0-F5E7-4291A60CC2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0" name="Google Shape;930;g6ba8e432a2_0_704:notes">
            <a:extLst>
              <a:ext uri="{FF2B5EF4-FFF2-40B4-BE49-F238E27FC236}">
                <a16:creationId xmlns:a16="http://schemas.microsoft.com/office/drawing/2014/main" id="{3F70F51B-EC3D-DFDB-D2FF-D07FC0C9E4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Think of PCA like a treasure map—it shows you the X’s but not always the gold.</a:t>
            </a:r>
            <a:endParaRPr/>
          </a:p>
        </p:txBody>
      </p:sp>
    </p:spTree>
    <p:extLst>
      <p:ext uri="{BB962C8B-B14F-4D97-AF65-F5344CB8AC3E}">
        <p14:creationId xmlns:p14="http://schemas.microsoft.com/office/powerpoint/2010/main" val="30064086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a:extLst>
            <a:ext uri="{FF2B5EF4-FFF2-40B4-BE49-F238E27FC236}">
              <a16:creationId xmlns:a16="http://schemas.microsoft.com/office/drawing/2014/main" id="{DBFA769E-C3F3-693E-F481-3569B1F13A7B}"/>
            </a:ext>
          </a:extLst>
        </p:cNvPr>
        <p:cNvGrpSpPr/>
        <p:nvPr/>
      </p:nvGrpSpPr>
      <p:grpSpPr>
        <a:xfrm>
          <a:off x="0" y="0"/>
          <a:ext cx="0" cy="0"/>
          <a:chOff x="0" y="0"/>
          <a:chExt cx="0" cy="0"/>
        </a:xfrm>
      </p:grpSpPr>
      <p:sp>
        <p:nvSpPr>
          <p:cNvPr id="262" name="Google Shape;262;g6b5a0b769d_0_101:notes">
            <a:extLst>
              <a:ext uri="{FF2B5EF4-FFF2-40B4-BE49-F238E27FC236}">
                <a16:creationId xmlns:a16="http://schemas.microsoft.com/office/drawing/2014/main" id="{9363E2BC-7747-BF40-3040-A5B001F93B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5a0b769d_0_101:notes">
            <a:extLst>
              <a:ext uri="{FF2B5EF4-FFF2-40B4-BE49-F238E27FC236}">
                <a16:creationId xmlns:a16="http://schemas.microsoft.com/office/drawing/2014/main" id="{84B242F9-2EA7-C1D3-E982-F6EB5BF5DC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31116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a:extLst>
            <a:ext uri="{FF2B5EF4-FFF2-40B4-BE49-F238E27FC236}">
              <a16:creationId xmlns:a16="http://schemas.microsoft.com/office/drawing/2014/main" id="{D07CCFC9-2D9A-E712-15C6-B50FE7489264}"/>
            </a:ext>
          </a:extLst>
        </p:cNvPr>
        <p:cNvGrpSpPr/>
        <p:nvPr/>
      </p:nvGrpSpPr>
      <p:grpSpPr>
        <a:xfrm>
          <a:off x="0" y="0"/>
          <a:ext cx="0" cy="0"/>
          <a:chOff x="0" y="0"/>
          <a:chExt cx="0" cy="0"/>
        </a:xfrm>
      </p:grpSpPr>
      <p:sp>
        <p:nvSpPr>
          <p:cNvPr id="262" name="Google Shape;262;g6b5a0b769d_0_101:notes">
            <a:extLst>
              <a:ext uri="{FF2B5EF4-FFF2-40B4-BE49-F238E27FC236}">
                <a16:creationId xmlns:a16="http://schemas.microsoft.com/office/drawing/2014/main" id="{AE7349C2-546B-8BEF-739A-9760CEB43E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5a0b769d_0_101:notes">
            <a:extLst>
              <a:ext uri="{FF2B5EF4-FFF2-40B4-BE49-F238E27FC236}">
                <a16:creationId xmlns:a16="http://schemas.microsoft.com/office/drawing/2014/main" id="{EC85739C-B497-3CFF-3588-1CD842DD9E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56912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a:extLst>
            <a:ext uri="{FF2B5EF4-FFF2-40B4-BE49-F238E27FC236}">
              <a16:creationId xmlns:a16="http://schemas.microsoft.com/office/drawing/2014/main" id="{89681628-D093-42CA-874F-5CC3C47D2148}"/>
            </a:ext>
          </a:extLst>
        </p:cNvPr>
        <p:cNvGrpSpPr/>
        <p:nvPr/>
      </p:nvGrpSpPr>
      <p:grpSpPr>
        <a:xfrm>
          <a:off x="0" y="0"/>
          <a:ext cx="0" cy="0"/>
          <a:chOff x="0" y="0"/>
          <a:chExt cx="0" cy="0"/>
        </a:xfrm>
      </p:grpSpPr>
      <p:sp>
        <p:nvSpPr>
          <p:cNvPr id="262" name="Google Shape;262;g6b5a0b769d_0_101:notes">
            <a:extLst>
              <a:ext uri="{FF2B5EF4-FFF2-40B4-BE49-F238E27FC236}">
                <a16:creationId xmlns:a16="http://schemas.microsoft.com/office/drawing/2014/main" id="{2F0680C7-A738-C5C5-3C91-11B15B26D5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5a0b769d_0_101:notes">
            <a:extLst>
              <a:ext uri="{FF2B5EF4-FFF2-40B4-BE49-F238E27FC236}">
                <a16:creationId xmlns:a16="http://schemas.microsoft.com/office/drawing/2014/main" id="{F6D8684D-0DAC-42A0-C57D-C485CEB96F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PCA plot tells us that the directions of greatest variance in the input features don’t align with delivery time—fast and slow orders all overlap in PC1/PC2 space—so just projecting onto those two axes won’t separate deliveries by speed. We’d need other feature transformations or a supervised model to pull out the delivery-time signal.</a:t>
            </a:r>
            <a:endParaRPr/>
          </a:p>
        </p:txBody>
      </p:sp>
    </p:spTree>
    <p:extLst>
      <p:ext uri="{BB962C8B-B14F-4D97-AF65-F5344CB8AC3E}">
        <p14:creationId xmlns:p14="http://schemas.microsoft.com/office/powerpoint/2010/main" val="15843090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a:extLst>
            <a:ext uri="{FF2B5EF4-FFF2-40B4-BE49-F238E27FC236}">
              <a16:creationId xmlns:a16="http://schemas.microsoft.com/office/drawing/2014/main" id="{BE98E864-FA2F-CA2C-DBBA-A85F5A757519}"/>
            </a:ext>
          </a:extLst>
        </p:cNvPr>
        <p:cNvGrpSpPr/>
        <p:nvPr/>
      </p:nvGrpSpPr>
      <p:grpSpPr>
        <a:xfrm>
          <a:off x="0" y="0"/>
          <a:ext cx="0" cy="0"/>
          <a:chOff x="0" y="0"/>
          <a:chExt cx="0" cy="0"/>
        </a:xfrm>
      </p:grpSpPr>
      <p:sp>
        <p:nvSpPr>
          <p:cNvPr id="262" name="Google Shape;262;g6b5a0b769d_0_101:notes">
            <a:extLst>
              <a:ext uri="{FF2B5EF4-FFF2-40B4-BE49-F238E27FC236}">
                <a16:creationId xmlns:a16="http://schemas.microsoft.com/office/drawing/2014/main" id="{9E73B472-2E64-D728-D1AC-843E5F9409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5a0b769d_0_101:notes">
            <a:extLst>
              <a:ext uri="{FF2B5EF4-FFF2-40B4-BE49-F238E27FC236}">
                <a16:creationId xmlns:a16="http://schemas.microsoft.com/office/drawing/2014/main" id="{5BA532B0-3447-08C0-0B54-489AE8E573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6864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a:extLst>
            <a:ext uri="{FF2B5EF4-FFF2-40B4-BE49-F238E27FC236}">
              <a16:creationId xmlns:a16="http://schemas.microsoft.com/office/drawing/2014/main" id="{74226EDE-0062-48A7-D04B-0E1DB9F26D1D}"/>
            </a:ext>
          </a:extLst>
        </p:cNvPr>
        <p:cNvGrpSpPr/>
        <p:nvPr/>
      </p:nvGrpSpPr>
      <p:grpSpPr>
        <a:xfrm>
          <a:off x="0" y="0"/>
          <a:ext cx="0" cy="0"/>
          <a:chOff x="0" y="0"/>
          <a:chExt cx="0" cy="0"/>
        </a:xfrm>
      </p:grpSpPr>
      <p:sp>
        <p:nvSpPr>
          <p:cNvPr id="262" name="Google Shape;262;g6b5a0b769d_0_101:notes">
            <a:extLst>
              <a:ext uri="{FF2B5EF4-FFF2-40B4-BE49-F238E27FC236}">
                <a16:creationId xmlns:a16="http://schemas.microsoft.com/office/drawing/2014/main" id="{6BB1AF98-DECE-3AC9-FFDC-DD1B1C92C1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5a0b769d_0_101:notes">
            <a:extLst>
              <a:ext uri="{FF2B5EF4-FFF2-40B4-BE49-F238E27FC236}">
                <a16:creationId xmlns:a16="http://schemas.microsoft.com/office/drawing/2014/main" id="{4E2F46F9-07DB-CFF1-B85D-14FE9A7652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58885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a:extLst>
            <a:ext uri="{FF2B5EF4-FFF2-40B4-BE49-F238E27FC236}">
              <a16:creationId xmlns:a16="http://schemas.microsoft.com/office/drawing/2014/main" id="{3CE546DD-8C69-FA70-F5C4-B1E409D23EE1}"/>
            </a:ext>
          </a:extLst>
        </p:cNvPr>
        <p:cNvGrpSpPr/>
        <p:nvPr/>
      </p:nvGrpSpPr>
      <p:grpSpPr>
        <a:xfrm>
          <a:off x="0" y="0"/>
          <a:ext cx="0" cy="0"/>
          <a:chOff x="0" y="0"/>
          <a:chExt cx="0" cy="0"/>
        </a:xfrm>
      </p:grpSpPr>
      <p:sp>
        <p:nvSpPr>
          <p:cNvPr id="262" name="Google Shape;262;g6b5a0b769d_0_101:notes">
            <a:extLst>
              <a:ext uri="{FF2B5EF4-FFF2-40B4-BE49-F238E27FC236}">
                <a16:creationId xmlns:a16="http://schemas.microsoft.com/office/drawing/2014/main" id="{1E21B9C0-817A-4AFF-4D9E-FD79485682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5a0b769d_0_101:notes">
            <a:extLst>
              <a:ext uri="{FF2B5EF4-FFF2-40B4-BE49-F238E27FC236}">
                <a16:creationId xmlns:a16="http://schemas.microsoft.com/office/drawing/2014/main" id="{EDA97774-83CB-208F-5B35-261244D087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64484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5"/>
        <p:cNvGrpSpPr/>
        <p:nvPr/>
      </p:nvGrpSpPr>
      <p:grpSpPr>
        <a:xfrm>
          <a:off x="0" y="0"/>
          <a:ext cx="0" cy="0"/>
          <a:chOff x="0" y="0"/>
          <a:chExt cx="0" cy="0"/>
        </a:xfrm>
      </p:grpSpPr>
      <p:sp>
        <p:nvSpPr>
          <p:cNvPr id="1356" name="Google Shape;1356;g6ba8e432a2_0_4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7" name="Google Shape;1357;g6ba8e432a2_0_4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6ba8e432a2_1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6ba8e432a2_1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23404" y="1130675"/>
            <a:ext cx="3618000" cy="20526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chemeClr val="accent6"/>
              </a:buClr>
              <a:buSzPts val="6000"/>
              <a:buNone/>
              <a:defRPr sz="6000">
                <a:solidFill>
                  <a:schemeClr val="accent6"/>
                </a:solidFill>
              </a:defRPr>
            </a:lvl1pPr>
            <a:lvl2pPr lvl="1">
              <a:spcBef>
                <a:spcPts val="0"/>
              </a:spcBef>
              <a:spcAft>
                <a:spcPts val="0"/>
              </a:spcAft>
              <a:buClr>
                <a:schemeClr val="accent6"/>
              </a:buClr>
              <a:buSzPts val="5200"/>
              <a:buNone/>
              <a:defRPr sz="5200">
                <a:solidFill>
                  <a:schemeClr val="accent6"/>
                </a:solidFill>
              </a:defRPr>
            </a:lvl2pPr>
            <a:lvl3pPr lvl="2">
              <a:spcBef>
                <a:spcPts val="0"/>
              </a:spcBef>
              <a:spcAft>
                <a:spcPts val="0"/>
              </a:spcAft>
              <a:buClr>
                <a:schemeClr val="accent6"/>
              </a:buClr>
              <a:buSzPts val="5200"/>
              <a:buNone/>
              <a:defRPr sz="5200">
                <a:solidFill>
                  <a:schemeClr val="accent6"/>
                </a:solidFill>
              </a:defRPr>
            </a:lvl3pPr>
            <a:lvl4pPr lvl="3">
              <a:spcBef>
                <a:spcPts val="0"/>
              </a:spcBef>
              <a:spcAft>
                <a:spcPts val="0"/>
              </a:spcAft>
              <a:buClr>
                <a:schemeClr val="accent6"/>
              </a:buClr>
              <a:buSzPts val="5200"/>
              <a:buNone/>
              <a:defRPr sz="5200">
                <a:solidFill>
                  <a:schemeClr val="accent6"/>
                </a:solidFill>
              </a:defRPr>
            </a:lvl4pPr>
            <a:lvl5pPr lvl="4">
              <a:spcBef>
                <a:spcPts val="0"/>
              </a:spcBef>
              <a:spcAft>
                <a:spcPts val="0"/>
              </a:spcAft>
              <a:buClr>
                <a:schemeClr val="accent6"/>
              </a:buClr>
              <a:buSzPts val="5200"/>
              <a:buNone/>
              <a:defRPr sz="5200">
                <a:solidFill>
                  <a:schemeClr val="accent6"/>
                </a:solidFill>
              </a:defRPr>
            </a:lvl5pPr>
            <a:lvl6pPr lvl="5">
              <a:spcBef>
                <a:spcPts val="0"/>
              </a:spcBef>
              <a:spcAft>
                <a:spcPts val="0"/>
              </a:spcAft>
              <a:buClr>
                <a:schemeClr val="accent6"/>
              </a:buClr>
              <a:buSzPts val="5200"/>
              <a:buNone/>
              <a:defRPr sz="5200">
                <a:solidFill>
                  <a:schemeClr val="accent6"/>
                </a:solidFill>
              </a:defRPr>
            </a:lvl6pPr>
            <a:lvl7pPr lvl="6">
              <a:spcBef>
                <a:spcPts val="0"/>
              </a:spcBef>
              <a:spcAft>
                <a:spcPts val="0"/>
              </a:spcAft>
              <a:buClr>
                <a:schemeClr val="accent6"/>
              </a:buClr>
              <a:buSzPts val="5200"/>
              <a:buNone/>
              <a:defRPr sz="5200">
                <a:solidFill>
                  <a:schemeClr val="accent6"/>
                </a:solidFill>
              </a:defRPr>
            </a:lvl7pPr>
            <a:lvl8pPr lvl="7">
              <a:spcBef>
                <a:spcPts val="0"/>
              </a:spcBef>
              <a:spcAft>
                <a:spcPts val="0"/>
              </a:spcAft>
              <a:buClr>
                <a:schemeClr val="accent6"/>
              </a:buClr>
              <a:buSzPts val="5200"/>
              <a:buNone/>
              <a:defRPr sz="5200">
                <a:solidFill>
                  <a:schemeClr val="accent6"/>
                </a:solidFill>
              </a:defRPr>
            </a:lvl8pPr>
            <a:lvl9pPr lvl="8">
              <a:spcBef>
                <a:spcPts val="0"/>
              </a:spcBef>
              <a:spcAft>
                <a:spcPts val="0"/>
              </a:spcAft>
              <a:buClr>
                <a:schemeClr val="accent6"/>
              </a:buClr>
              <a:buSzPts val="5200"/>
              <a:buNone/>
              <a:defRPr sz="5200">
                <a:solidFill>
                  <a:schemeClr val="accent6"/>
                </a:solidFill>
              </a:defRPr>
            </a:lvl9pPr>
          </a:lstStyle>
          <a:p>
            <a:endParaRPr/>
          </a:p>
        </p:txBody>
      </p:sp>
      <p:sp>
        <p:nvSpPr>
          <p:cNvPr id="10" name="Google Shape;10;p2"/>
          <p:cNvSpPr txBox="1">
            <a:spLocks noGrp="1"/>
          </p:cNvSpPr>
          <p:nvPr>
            <p:ph type="subTitle" idx="1"/>
          </p:nvPr>
        </p:nvSpPr>
        <p:spPr>
          <a:xfrm>
            <a:off x="623400" y="3372625"/>
            <a:ext cx="3618000" cy="792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a:endParaRPr/>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5347800" y="1283075"/>
            <a:ext cx="3898500" cy="2052600"/>
          </a:xfrm>
          <a:prstGeom prst="rect">
            <a:avLst/>
          </a:prstGeom>
        </p:spPr>
        <p:txBody>
          <a:bodyPr spcFirstLastPara="1" wrap="square" lIns="91425" tIns="91425" rIns="91425" bIns="91425" anchor="b" anchorCtr="0">
            <a:noAutofit/>
          </a:bodyPr>
          <a:lstStyle>
            <a:lvl1pPr lvl="0" rtl="0">
              <a:lnSpc>
                <a:spcPct val="80000"/>
              </a:lnSpc>
              <a:spcBef>
                <a:spcPts val="0"/>
              </a:spcBef>
              <a:spcAft>
                <a:spcPts val="0"/>
              </a:spcAft>
              <a:buClr>
                <a:schemeClr val="accent6"/>
              </a:buClr>
              <a:buSzPts val="3600"/>
              <a:buNone/>
              <a:defRPr sz="3600">
                <a:solidFill>
                  <a:schemeClr val="accent6"/>
                </a:solidFill>
              </a:defRPr>
            </a:lvl1pPr>
            <a:lvl2pPr lvl="1" rtl="0">
              <a:spcBef>
                <a:spcPts val="0"/>
              </a:spcBef>
              <a:spcAft>
                <a:spcPts val="0"/>
              </a:spcAft>
              <a:buClr>
                <a:schemeClr val="accent6"/>
              </a:buClr>
              <a:buSzPts val="5200"/>
              <a:buNone/>
              <a:defRPr sz="5200">
                <a:solidFill>
                  <a:schemeClr val="accent6"/>
                </a:solidFill>
              </a:defRPr>
            </a:lvl2pPr>
            <a:lvl3pPr lvl="2" rtl="0">
              <a:spcBef>
                <a:spcPts val="0"/>
              </a:spcBef>
              <a:spcAft>
                <a:spcPts val="0"/>
              </a:spcAft>
              <a:buClr>
                <a:schemeClr val="accent6"/>
              </a:buClr>
              <a:buSzPts val="5200"/>
              <a:buNone/>
              <a:defRPr sz="5200">
                <a:solidFill>
                  <a:schemeClr val="accent6"/>
                </a:solidFill>
              </a:defRPr>
            </a:lvl3pPr>
            <a:lvl4pPr lvl="3" rtl="0">
              <a:spcBef>
                <a:spcPts val="0"/>
              </a:spcBef>
              <a:spcAft>
                <a:spcPts val="0"/>
              </a:spcAft>
              <a:buClr>
                <a:schemeClr val="accent6"/>
              </a:buClr>
              <a:buSzPts val="5200"/>
              <a:buNone/>
              <a:defRPr sz="5200">
                <a:solidFill>
                  <a:schemeClr val="accent6"/>
                </a:solidFill>
              </a:defRPr>
            </a:lvl4pPr>
            <a:lvl5pPr lvl="4" rtl="0">
              <a:spcBef>
                <a:spcPts val="0"/>
              </a:spcBef>
              <a:spcAft>
                <a:spcPts val="0"/>
              </a:spcAft>
              <a:buClr>
                <a:schemeClr val="accent6"/>
              </a:buClr>
              <a:buSzPts val="5200"/>
              <a:buNone/>
              <a:defRPr sz="5200">
                <a:solidFill>
                  <a:schemeClr val="accent6"/>
                </a:solidFill>
              </a:defRPr>
            </a:lvl5pPr>
            <a:lvl6pPr lvl="5" rtl="0">
              <a:spcBef>
                <a:spcPts val="0"/>
              </a:spcBef>
              <a:spcAft>
                <a:spcPts val="0"/>
              </a:spcAft>
              <a:buClr>
                <a:schemeClr val="accent6"/>
              </a:buClr>
              <a:buSzPts val="5200"/>
              <a:buNone/>
              <a:defRPr sz="5200">
                <a:solidFill>
                  <a:schemeClr val="accent6"/>
                </a:solidFill>
              </a:defRPr>
            </a:lvl6pPr>
            <a:lvl7pPr lvl="6" rtl="0">
              <a:spcBef>
                <a:spcPts val="0"/>
              </a:spcBef>
              <a:spcAft>
                <a:spcPts val="0"/>
              </a:spcAft>
              <a:buClr>
                <a:schemeClr val="accent6"/>
              </a:buClr>
              <a:buSzPts val="5200"/>
              <a:buNone/>
              <a:defRPr sz="5200">
                <a:solidFill>
                  <a:schemeClr val="accent6"/>
                </a:solidFill>
              </a:defRPr>
            </a:lvl7pPr>
            <a:lvl8pPr lvl="7" rtl="0">
              <a:spcBef>
                <a:spcPts val="0"/>
              </a:spcBef>
              <a:spcAft>
                <a:spcPts val="0"/>
              </a:spcAft>
              <a:buClr>
                <a:schemeClr val="accent6"/>
              </a:buClr>
              <a:buSzPts val="5200"/>
              <a:buNone/>
              <a:defRPr sz="5200">
                <a:solidFill>
                  <a:schemeClr val="accent6"/>
                </a:solidFill>
              </a:defRPr>
            </a:lvl8pPr>
            <a:lvl9pPr lvl="8" rtl="0">
              <a:spcBef>
                <a:spcPts val="0"/>
              </a:spcBef>
              <a:spcAft>
                <a:spcPts val="0"/>
              </a:spcAft>
              <a:buClr>
                <a:schemeClr val="accent6"/>
              </a:buClr>
              <a:buSzPts val="5200"/>
              <a:buNone/>
              <a:defRPr sz="5200">
                <a:solidFill>
                  <a:schemeClr val="accent6"/>
                </a:solidFill>
              </a:defRPr>
            </a:lvl9pPr>
          </a:lstStyle>
          <a:p>
            <a:endParaRPr/>
          </a:p>
        </p:txBody>
      </p:sp>
      <p:sp>
        <p:nvSpPr>
          <p:cNvPr id="13" name="Google Shape;13;p3"/>
          <p:cNvSpPr txBox="1">
            <a:spLocks noGrp="1"/>
          </p:cNvSpPr>
          <p:nvPr>
            <p:ph type="subTitle" idx="1"/>
          </p:nvPr>
        </p:nvSpPr>
        <p:spPr>
          <a:xfrm>
            <a:off x="5347800" y="3372625"/>
            <a:ext cx="2914500" cy="79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a:endParaRPr/>
          </a:p>
        </p:txBody>
      </p:sp>
      <p:sp>
        <p:nvSpPr>
          <p:cNvPr id="14" name="Google Shape;14;p3"/>
          <p:cNvSpPr txBox="1">
            <a:spLocks noGrp="1"/>
          </p:cNvSpPr>
          <p:nvPr>
            <p:ph type="title" idx="2" hasCustomPrompt="1"/>
          </p:nvPr>
        </p:nvSpPr>
        <p:spPr>
          <a:xfrm>
            <a:off x="5347800" y="1262375"/>
            <a:ext cx="1913700" cy="792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6"/>
              </a:buClr>
              <a:buSzPts val="7200"/>
              <a:buNone/>
              <a:defRPr sz="7200">
                <a:solidFill>
                  <a:schemeClr val="accent6"/>
                </a:solidFill>
              </a:defRPr>
            </a:lvl1pPr>
            <a:lvl2pPr lvl="1" rtl="0">
              <a:spcBef>
                <a:spcPts val="0"/>
              </a:spcBef>
              <a:spcAft>
                <a:spcPts val="0"/>
              </a:spcAft>
              <a:buClr>
                <a:schemeClr val="accent6"/>
              </a:buClr>
              <a:buSzPts val="6000"/>
              <a:buNone/>
              <a:defRPr sz="6000">
                <a:solidFill>
                  <a:schemeClr val="accent6"/>
                </a:solidFill>
              </a:defRPr>
            </a:lvl2pPr>
            <a:lvl3pPr lvl="2" rtl="0">
              <a:spcBef>
                <a:spcPts val="0"/>
              </a:spcBef>
              <a:spcAft>
                <a:spcPts val="0"/>
              </a:spcAft>
              <a:buClr>
                <a:schemeClr val="accent6"/>
              </a:buClr>
              <a:buSzPts val="6000"/>
              <a:buNone/>
              <a:defRPr sz="6000">
                <a:solidFill>
                  <a:schemeClr val="accent6"/>
                </a:solidFill>
              </a:defRPr>
            </a:lvl3pPr>
            <a:lvl4pPr lvl="3" rtl="0">
              <a:spcBef>
                <a:spcPts val="0"/>
              </a:spcBef>
              <a:spcAft>
                <a:spcPts val="0"/>
              </a:spcAft>
              <a:buClr>
                <a:schemeClr val="accent6"/>
              </a:buClr>
              <a:buSzPts val="6000"/>
              <a:buNone/>
              <a:defRPr sz="6000">
                <a:solidFill>
                  <a:schemeClr val="accent6"/>
                </a:solidFill>
              </a:defRPr>
            </a:lvl4pPr>
            <a:lvl5pPr lvl="4" rtl="0">
              <a:spcBef>
                <a:spcPts val="0"/>
              </a:spcBef>
              <a:spcAft>
                <a:spcPts val="0"/>
              </a:spcAft>
              <a:buClr>
                <a:schemeClr val="accent6"/>
              </a:buClr>
              <a:buSzPts val="6000"/>
              <a:buNone/>
              <a:defRPr sz="6000">
                <a:solidFill>
                  <a:schemeClr val="accent6"/>
                </a:solidFill>
              </a:defRPr>
            </a:lvl5pPr>
            <a:lvl6pPr lvl="5" rtl="0">
              <a:spcBef>
                <a:spcPts val="0"/>
              </a:spcBef>
              <a:spcAft>
                <a:spcPts val="0"/>
              </a:spcAft>
              <a:buClr>
                <a:schemeClr val="accent6"/>
              </a:buClr>
              <a:buSzPts val="6000"/>
              <a:buNone/>
              <a:defRPr sz="6000">
                <a:solidFill>
                  <a:schemeClr val="accent6"/>
                </a:solidFill>
              </a:defRPr>
            </a:lvl6pPr>
            <a:lvl7pPr lvl="6" rtl="0">
              <a:spcBef>
                <a:spcPts val="0"/>
              </a:spcBef>
              <a:spcAft>
                <a:spcPts val="0"/>
              </a:spcAft>
              <a:buClr>
                <a:schemeClr val="accent6"/>
              </a:buClr>
              <a:buSzPts val="6000"/>
              <a:buNone/>
              <a:defRPr sz="6000">
                <a:solidFill>
                  <a:schemeClr val="accent6"/>
                </a:solidFill>
              </a:defRPr>
            </a:lvl7pPr>
            <a:lvl8pPr lvl="7" rtl="0">
              <a:spcBef>
                <a:spcPts val="0"/>
              </a:spcBef>
              <a:spcAft>
                <a:spcPts val="0"/>
              </a:spcAft>
              <a:buClr>
                <a:schemeClr val="accent6"/>
              </a:buClr>
              <a:buSzPts val="6000"/>
              <a:buNone/>
              <a:defRPr sz="6000">
                <a:solidFill>
                  <a:schemeClr val="accent6"/>
                </a:solidFill>
              </a:defRPr>
            </a:lvl8pPr>
            <a:lvl9pPr lvl="8" rtl="0">
              <a:spcBef>
                <a:spcPts val="0"/>
              </a:spcBef>
              <a:spcAft>
                <a:spcPts val="0"/>
              </a:spcAft>
              <a:buClr>
                <a:schemeClr val="accent6"/>
              </a:buClr>
              <a:buSzPts val="6000"/>
              <a:buNone/>
              <a:defRPr sz="6000">
                <a:solidFill>
                  <a:schemeClr val="accent6"/>
                </a:solidFill>
              </a:defRPr>
            </a:lvl9pPr>
          </a:lstStyle>
          <a:p>
            <a:r>
              <a:t>xx%</a:t>
            </a:r>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body" idx="1"/>
          </p:nvPr>
        </p:nvSpPr>
        <p:spPr>
          <a:xfrm>
            <a:off x="878850" y="1228675"/>
            <a:ext cx="73863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7" name="Google Shape;17;p4"/>
          <p:cNvSpPr txBox="1">
            <a:spLocks noGrp="1"/>
          </p:cNvSpPr>
          <p:nvPr>
            <p:ph type="title"/>
          </p:nvPr>
        </p:nvSpPr>
        <p:spPr>
          <a:xfrm>
            <a:off x="796050" y="201100"/>
            <a:ext cx="75519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18" name="Google Shape;18;p4"/>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
        <p:cNvGrpSpPr/>
        <p:nvPr/>
      </p:nvGrpSpPr>
      <p:grpSpPr>
        <a:xfrm>
          <a:off x="0" y="0"/>
          <a:ext cx="0" cy="0"/>
          <a:chOff x="0" y="0"/>
          <a:chExt cx="0" cy="0"/>
        </a:xfrm>
      </p:grpSpPr>
      <p:sp>
        <p:nvSpPr>
          <p:cNvPr id="20" name="Google Shape;20;p5"/>
          <p:cNvSpPr txBox="1">
            <a:spLocks noGrp="1"/>
          </p:cNvSpPr>
          <p:nvPr>
            <p:ph type="body" idx="1"/>
          </p:nvPr>
        </p:nvSpPr>
        <p:spPr>
          <a:xfrm>
            <a:off x="737000" y="1408100"/>
            <a:ext cx="3600600" cy="31668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1" name="Google Shape;21;p5"/>
          <p:cNvSpPr txBox="1">
            <a:spLocks noGrp="1"/>
          </p:cNvSpPr>
          <p:nvPr>
            <p:ph type="body" idx="2"/>
          </p:nvPr>
        </p:nvSpPr>
        <p:spPr>
          <a:xfrm>
            <a:off x="4806426" y="1408100"/>
            <a:ext cx="3600600" cy="31668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2" name="Google Shape;22;p5"/>
          <p:cNvSpPr txBox="1">
            <a:spLocks noGrp="1"/>
          </p:cNvSpPr>
          <p:nvPr>
            <p:ph type="title"/>
          </p:nvPr>
        </p:nvSpPr>
        <p:spPr>
          <a:xfrm>
            <a:off x="796050" y="201100"/>
            <a:ext cx="75519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23" name="Google Shape;23;p5"/>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796050" y="201100"/>
            <a:ext cx="75519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26" name="Google Shape;26;p6"/>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796050" y="201100"/>
            <a:ext cx="7551900" cy="755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6"/>
              </a:buClr>
              <a:buSzPts val="3000"/>
              <a:buNone/>
              <a:defRPr sz="3000">
                <a:solidFill>
                  <a:schemeClr val="accent6"/>
                </a:solidFill>
              </a:defRPr>
            </a:lvl1pPr>
            <a:lvl2pPr lvl="1" algn="ctr">
              <a:spcBef>
                <a:spcPts val="0"/>
              </a:spcBef>
              <a:spcAft>
                <a:spcPts val="0"/>
              </a:spcAft>
              <a:buClr>
                <a:schemeClr val="accent6"/>
              </a:buClr>
              <a:buSzPts val="2400"/>
              <a:buNone/>
              <a:defRPr sz="2400">
                <a:solidFill>
                  <a:schemeClr val="accent6"/>
                </a:solidFill>
              </a:defRPr>
            </a:lvl2pPr>
            <a:lvl3pPr lvl="2" algn="ctr">
              <a:spcBef>
                <a:spcPts val="0"/>
              </a:spcBef>
              <a:spcAft>
                <a:spcPts val="0"/>
              </a:spcAft>
              <a:buClr>
                <a:schemeClr val="accent6"/>
              </a:buClr>
              <a:buSzPts val="2400"/>
              <a:buNone/>
              <a:defRPr sz="2400">
                <a:solidFill>
                  <a:schemeClr val="accent6"/>
                </a:solidFill>
              </a:defRPr>
            </a:lvl3pPr>
            <a:lvl4pPr lvl="3" algn="ctr">
              <a:spcBef>
                <a:spcPts val="0"/>
              </a:spcBef>
              <a:spcAft>
                <a:spcPts val="0"/>
              </a:spcAft>
              <a:buClr>
                <a:schemeClr val="accent6"/>
              </a:buClr>
              <a:buSzPts val="2400"/>
              <a:buNone/>
              <a:defRPr sz="2400">
                <a:solidFill>
                  <a:schemeClr val="accent6"/>
                </a:solidFill>
              </a:defRPr>
            </a:lvl4pPr>
            <a:lvl5pPr lvl="4" algn="ctr">
              <a:spcBef>
                <a:spcPts val="0"/>
              </a:spcBef>
              <a:spcAft>
                <a:spcPts val="0"/>
              </a:spcAft>
              <a:buClr>
                <a:schemeClr val="accent6"/>
              </a:buClr>
              <a:buSzPts val="2400"/>
              <a:buNone/>
              <a:defRPr sz="2400">
                <a:solidFill>
                  <a:schemeClr val="accent6"/>
                </a:solidFill>
              </a:defRPr>
            </a:lvl5pPr>
            <a:lvl6pPr lvl="5" algn="ctr">
              <a:spcBef>
                <a:spcPts val="0"/>
              </a:spcBef>
              <a:spcAft>
                <a:spcPts val="0"/>
              </a:spcAft>
              <a:buClr>
                <a:schemeClr val="accent6"/>
              </a:buClr>
              <a:buSzPts val="2400"/>
              <a:buNone/>
              <a:defRPr sz="2400">
                <a:solidFill>
                  <a:schemeClr val="accent6"/>
                </a:solidFill>
              </a:defRPr>
            </a:lvl6pPr>
            <a:lvl7pPr lvl="6" algn="ctr">
              <a:spcBef>
                <a:spcPts val="0"/>
              </a:spcBef>
              <a:spcAft>
                <a:spcPts val="0"/>
              </a:spcAft>
              <a:buClr>
                <a:schemeClr val="accent6"/>
              </a:buClr>
              <a:buSzPts val="2400"/>
              <a:buNone/>
              <a:defRPr sz="2400">
                <a:solidFill>
                  <a:schemeClr val="accent6"/>
                </a:solidFill>
              </a:defRPr>
            </a:lvl7pPr>
            <a:lvl8pPr lvl="7" algn="ctr">
              <a:spcBef>
                <a:spcPts val="0"/>
              </a:spcBef>
              <a:spcAft>
                <a:spcPts val="0"/>
              </a:spcAft>
              <a:buClr>
                <a:schemeClr val="accent6"/>
              </a:buClr>
              <a:buSzPts val="2400"/>
              <a:buNone/>
              <a:defRPr sz="2400">
                <a:solidFill>
                  <a:schemeClr val="accent6"/>
                </a:solidFill>
              </a:defRPr>
            </a:lvl8pPr>
            <a:lvl9pPr lvl="8" algn="ctr">
              <a:spcBef>
                <a:spcPts val="0"/>
              </a:spcBef>
              <a:spcAft>
                <a:spcPts val="0"/>
              </a:spcAft>
              <a:buClr>
                <a:schemeClr val="accent6"/>
              </a:buClr>
              <a:buSzPts val="2400"/>
              <a:buNone/>
              <a:defRPr sz="2400">
                <a:solidFill>
                  <a:schemeClr val="accent6"/>
                </a:solidFill>
              </a:defRPr>
            </a:lvl9pPr>
          </a:lstStyle>
          <a:p>
            <a:endParaRPr/>
          </a:p>
        </p:txBody>
      </p:sp>
      <p:sp>
        <p:nvSpPr>
          <p:cNvPr id="29" name="Google Shape;29;p7"/>
          <p:cNvSpPr txBox="1">
            <a:spLocks noGrp="1"/>
          </p:cNvSpPr>
          <p:nvPr>
            <p:ph type="body" idx="1"/>
          </p:nvPr>
        </p:nvSpPr>
        <p:spPr>
          <a:xfrm>
            <a:off x="5578375" y="2125700"/>
            <a:ext cx="2666400" cy="19083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sz="1600"/>
            </a:lvl1pPr>
            <a:lvl2pPr marL="914400" lvl="1" indent="-330200">
              <a:spcBef>
                <a:spcPts val="1600"/>
              </a:spcBef>
              <a:spcAft>
                <a:spcPts val="0"/>
              </a:spcAft>
              <a:buSzPts val="1600"/>
              <a:buChar char="○"/>
              <a:defRPr sz="1600"/>
            </a:lvl2pPr>
            <a:lvl3pPr marL="1371600" lvl="2" indent="-330200">
              <a:spcBef>
                <a:spcPts val="1600"/>
              </a:spcBef>
              <a:spcAft>
                <a:spcPts val="0"/>
              </a:spcAft>
              <a:buSzPts val="1600"/>
              <a:buChar char="■"/>
              <a:defRPr sz="1600"/>
            </a:lvl3pPr>
            <a:lvl4pPr marL="1828800" lvl="3" indent="-330200">
              <a:spcBef>
                <a:spcPts val="1600"/>
              </a:spcBef>
              <a:spcAft>
                <a:spcPts val="0"/>
              </a:spcAft>
              <a:buSzPts val="1600"/>
              <a:buChar char="●"/>
              <a:defRPr sz="1600"/>
            </a:lvl4pPr>
            <a:lvl5pPr marL="2286000" lvl="4" indent="-330200">
              <a:spcBef>
                <a:spcPts val="1600"/>
              </a:spcBef>
              <a:spcAft>
                <a:spcPts val="0"/>
              </a:spcAft>
              <a:buSzPts val="1600"/>
              <a:buChar char="○"/>
              <a:defRPr sz="1600"/>
            </a:lvl5pPr>
            <a:lvl6pPr marL="2743200" lvl="5" indent="-330200">
              <a:spcBef>
                <a:spcPts val="1600"/>
              </a:spcBef>
              <a:spcAft>
                <a:spcPts val="0"/>
              </a:spcAft>
              <a:buSzPts val="1600"/>
              <a:buChar char="■"/>
              <a:defRPr sz="1600"/>
            </a:lvl6pPr>
            <a:lvl7pPr marL="3200400" lvl="6" indent="-330200">
              <a:spcBef>
                <a:spcPts val="1600"/>
              </a:spcBef>
              <a:spcAft>
                <a:spcPts val="0"/>
              </a:spcAft>
              <a:buSzPts val="1600"/>
              <a:buChar char="●"/>
              <a:defRPr sz="1600"/>
            </a:lvl7pPr>
            <a:lvl8pPr marL="3657600" lvl="7" indent="-330200">
              <a:spcBef>
                <a:spcPts val="1600"/>
              </a:spcBef>
              <a:spcAft>
                <a:spcPts val="0"/>
              </a:spcAft>
              <a:buSzPts val="1600"/>
              <a:buChar char="○"/>
              <a:defRPr sz="1600"/>
            </a:lvl8pPr>
            <a:lvl9pPr marL="4114800" lvl="8" indent="-330200">
              <a:spcBef>
                <a:spcPts val="1600"/>
              </a:spcBef>
              <a:spcAft>
                <a:spcPts val="1600"/>
              </a:spcAft>
              <a:buSzPts val="1600"/>
              <a:buChar char="■"/>
              <a:defRPr sz="1600"/>
            </a:lvl9pPr>
          </a:lstStyle>
          <a:p>
            <a:endParaRPr/>
          </a:p>
        </p:txBody>
      </p:sp>
      <p:cxnSp>
        <p:nvCxnSpPr>
          <p:cNvPr id="30" name="Google Shape;30;p7"/>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1"/>
        <p:cNvGrpSpPr/>
        <p:nvPr/>
      </p:nvGrpSpPr>
      <p:grpSpPr>
        <a:xfrm>
          <a:off x="0" y="0"/>
          <a:ext cx="0" cy="0"/>
          <a:chOff x="0" y="0"/>
          <a:chExt cx="0" cy="0"/>
        </a:xfrm>
      </p:grpSpPr>
      <p:sp>
        <p:nvSpPr>
          <p:cNvPr id="32" name="Google Shape;32;p8"/>
          <p:cNvSpPr txBox="1">
            <a:spLocks noGrp="1"/>
          </p:cNvSpPr>
          <p:nvPr>
            <p:ph type="title"/>
          </p:nvPr>
        </p:nvSpPr>
        <p:spPr>
          <a:xfrm>
            <a:off x="5032400" y="1906375"/>
            <a:ext cx="3135000" cy="2394300"/>
          </a:xfrm>
          <a:prstGeom prst="rect">
            <a:avLst/>
          </a:prstGeom>
        </p:spPr>
        <p:txBody>
          <a:bodyPr spcFirstLastPara="1" wrap="square" lIns="91425" tIns="91425" rIns="91425" bIns="91425" anchor="t" anchorCtr="0">
            <a:noAutofit/>
          </a:bodyPr>
          <a:lstStyle>
            <a:lvl1pPr lvl="0" algn="r">
              <a:spcBef>
                <a:spcPts val="0"/>
              </a:spcBef>
              <a:spcAft>
                <a:spcPts val="0"/>
              </a:spcAft>
              <a:buClr>
                <a:schemeClr val="accent1"/>
              </a:buClr>
              <a:buSzPts val="4000"/>
              <a:buNone/>
              <a:defRPr sz="4000">
                <a:solidFill>
                  <a:schemeClr val="accent1"/>
                </a:solidFill>
              </a:defRPr>
            </a:lvl1pPr>
            <a:lvl2pPr lvl="1" algn="r">
              <a:spcBef>
                <a:spcPts val="0"/>
              </a:spcBef>
              <a:spcAft>
                <a:spcPts val="0"/>
              </a:spcAft>
              <a:buClr>
                <a:schemeClr val="accent1"/>
              </a:buClr>
              <a:buSzPts val="3600"/>
              <a:buNone/>
              <a:defRPr sz="3600">
                <a:solidFill>
                  <a:schemeClr val="accent1"/>
                </a:solidFill>
              </a:defRPr>
            </a:lvl2pPr>
            <a:lvl3pPr lvl="2" algn="r">
              <a:spcBef>
                <a:spcPts val="0"/>
              </a:spcBef>
              <a:spcAft>
                <a:spcPts val="0"/>
              </a:spcAft>
              <a:buClr>
                <a:schemeClr val="accent1"/>
              </a:buClr>
              <a:buSzPts val="3600"/>
              <a:buNone/>
              <a:defRPr sz="3600">
                <a:solidFill>
                  <a:schemeClr val="accent1"/>
                </a:solidFill>
              </a:defRPr>
            </a:lvl3pPr>
            <a:lvl4pPr lvl="3" algn="r">
              <a:spcBef>
                <a:spcPts val="0"/>
              </a:spcBef>
              <a:spcAft>
                <a:spcPts val="0"/>
              </a:spcAft>
              <a:buClr>
                <a:schemeClr val="accent1"/>
              </a:buClr>
              <a:buSzPts val="3600"/>
              <a:buNone/>
              <a:defRPr sz="3600">
                <a:solidFill>
                  <a:schemeClr val="accent1"/>
                </a:solidFill>
              </a:defRPr>
            </a:lvl4pPr>
            <a:lvl5pPr lvl="4" algn="r">
              <a:spcBef>
                <a:spcPts val="0"/>
              </a:spcBef>
              <a:spcAft>
                <a:spcPts val="0"/>
              </a:spcAft>
              <a:buClr>
                <a:schemeClr val="accent1"/>
              </a:buClr>
              <a:buSzPts val="3600"/>
              <a:buNone/>
              <a:defRPr sz="3600">
                <a:solidFill>
                  <a:schemeClr val="accent1"/>
                </a:solidFill>
              </a:defRPr>
            </a:lvl5pPr>
            <a:lvl6pPr lvl="5" algn="r">
              <a:spcBef>
                <a:spcPts val="0"/>
              </a:spcBef>
              <a:spcAft>
                <a:spcPts val="0"/>
              </a:spcAft>
              <a:buClr>
                <a:schemeClr val="accent1"/>
              </a:buClr>
              <a:buSzPts val="3600"/>
              <a:buNone/>
              <a:defRPr sz="3600">
                <a:solidFill>
                  <a:schemeClr val="accent1"/>
                </a:solidFill>
              </a:defRPr>
            </a:lvl6pPr>
            <a:lvl7pPr lvl="6" algn="r">
              <a:spcBef>
                <a:spcPts val="0"/>
              </a:spcBef>
              <a:spcAft>
                <a:spcPts val="0"/>
              </a:spcAft>
              <a:buClr>
                <a:schemeClr val="accent1"/>
              </a:buClr>
              <a:buSzPts val="3600"/>
              <a:buNone/>
              <a:defRPr sz="3600">
                <a:solidFill>
                  <a:schemeClr val="accent1"/>
                </a:solidFill>
              </a:defRPr>
            </a:lvl7pPr>
            <a:lvl8pPr lvl="7" algn="r">
              <a:spcBef>
                <a:spcPts val="0"/>
              </a:spcBef>
              <a:spcAft>
                <a:spcPts val="0"/>
              </a:spcAft>
              <a:buClr>
                <a:schemeClr val="accent1"/>
              </a:buClr>
              <a:buSzPts val="3600"/>
              <a:buNone/>
              <a:defRPr sz="3600">
                <a:solidFill>
                  <a:schemeClr val="accent1"/>
                </a:solidFill>
              </a:defRPr>
            </a:lvl8pPr>
            <a:lvl9pPr lvl="8" algn="r">
              <a:spcBef>
                <a:spcPts val="0"/>
              </a:spcBef>
              <a:spcAft>
                <a:spcPts val="0"/>
              </a:spcAft>
              <a:buClr>
                <a:schemeClr val="accent1"/>
              </a:buClr>
              <a:buSzPts val="3600"/>
              <a:buNone/>
              <a:defRPr sz="3600">
                <a:solidFill>
                  <a:schemeClr val="accent1"/>
                </a:solidFill>
              </a:defRPr>
            </a:lvl9pPr>
          </a:lstStyle>
          <a:p>
            <a:endParaRPr/>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3"/>
        <p:cNvGrpSpPr/>
        <p:nvPr/>
      </p:nvGrpSpPr>
      <p:grpSpPr>
        <a:xfrm>
          <a:off x="0" y="0"/>
          <a:ext cx="0" cy="0"/>
          <a:chOff x="0" y="0"/>
          <a:chExt cx="0" cy="0"/>
        </a:xfrm>
      </p:grpSpPr>
      <p:sp>
        <p:nvSpPr>
          <p:cNvPr id="34" name="Google Shape;34;p9"/>
          <p:cNvSpPr txBox="1">
            <a:spLocks noGrp="1"/>
          </p:cNvSpPr>
          <p:nvPr>
            <p:ph type="subTitle" idx="1"/>
          </p:nvPr>
        </p:nvSpPr>
        <p:spPr>
          <a:xfrm>
            <a:off x="796050" y="1397950"/>
            <a:ext cx="3654600" cy="507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6"/>
              </a:buClr>
              <a:buSzPts val="1800"/>
              <a:buFont typeface="Advent Pro"/>
              <a:buNone/>
              <a:defRPr b="1">
                <a:solidFill>
                  <a:schemeClr val="accent6"/>
                </a:solidFill>
                <a:latin typeface="Advent Pro"/>
                <a:ea typeface="Advent Pro"/>
                <a:cs typeface="Advent Pro"/>
                <a:sym typeface="Advent Pro"/>
              </a:defRPr>
            </a:lvl1pPr>
            <a:lvl2pPr lvl="1">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2pPr>
            <a:lvl3pPr lvl="2">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3pPr>
            <a:lvl4pPr lvl="3">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4pPr>
            <a:lvl5pPr lvl="4">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5pPr>
            <a:lvl6pPr lvl="5">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6pPr>
            <a:lvl7pPr lvl="6">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7pPr>
            <a:lvl8pPr lvl="7">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8pPr>
            <a:lvl9pPr lvl="8">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9pPr>
          </a:lstStyle>
          <a:p>
            <a:endParaRPr/>
          </a:p>
        </p:txBody>
      </p:sp>
      <p:sp>
        <p:nvSpPr>
          <p:cNvPr id="35" name="Google Shape;35;p9"/>
          <p:cNvSpPr txBox="1">
            <a:spLocks noGrp="1"/>
          </p:cNvSpPr>
          <p:nvPr>
            <p:ph type="body" idx="2"/>
          </p:nvPr>
        </p:nvSpPr>
        <p:spPr>
          <a:xfrm>
            <a:off x="796050" y="2034675"/>
            <a:ext cx="3111000" cy="21717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6" name="Google Shape;36;p9"/>
          <p:cNvSpPr txBox="1">
            <a:spLocks noGrp="1"/>
          </p:cNvSpPr>
          <p:nvPr>
            <p:ph type="title"/>
          </p:nvPr>
        </p:nvSpPr>
        <p:spPr>
          <a:xfrm>
            <a:off x="796050" y="201100"/>
            <a:ext cx="75519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37" name="Google Shape;37;p9"/>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
        <p:cNvGrpSpPr/>
        <p:nvPr/>
      </p:nvGrpSpPr>
      <p:grpSpPr>
        <a:xfrm>
          <a:off x="0" y="0"/>
          <a:ext cx="0" cy="0"/>
          <a:chOff x="0" y="0"/>
          <a:chExt cx="0" cy="0"/>
        </a:xfrm>
      </p:grpSpPr>
      <p:sp>
        <p:nvSpPr>
          <p:cNvPr id="39" name="Google Shape;39;p10"/>
          <p:cNvSpPr txBox="1">
            <a:spLocks noGrp="1"/>
          </p:cNvSpPr>
          <p:nvPr>
            <p:ph type="title"/>
          </p:nvPr>
        </p:nvSpPr>
        <p:spPr>
          <a:xfrm>
            <a:off x="796050" y="201100"/>
            <a:ext cx="75519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40" name="Google Shape;40;p10"/>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712150" y="1182325"/>
            <a:ext cx="4395600" cy="1963500"/>
          </a:xfrm>
          <a:prstGeom prst="rect">
            <a:avLst/>
          </a:prstGeom>
        </p:spPr>
        <p:txBody>
          <a:bodyPr spcFirstLastPara="1" wrap="square" lIns="91425" tIns="91425" rIns="91425" bIns="91425" anchor="b" anchorCtr="0">
            <a:noAutofit/>
          </a:bodyPr>
          <a:lstStyle>
            <a:lvl1pPr lvl="0" algn="r">
              <a:spcBef>
                <a:spcPts val="0"/>
              </a:spcBef>
              <a:spcAft>
                <a:spcPts val="0"/>
              </a:spcAft>
              <a:buClr>
                <a:schemeClr val="accent6"/>
              </a:buClr>
              <a:buSzPts val="9600"/>
              <a:buNone/>
              <a:defRPr sz="9600">
                <a:solidFill>
                  <a:schemeClr val="accent6"/>
                </a:solidFill>
              </a:defRPr>
            </a:lvl1pPr>
            <a:lvl2pPr lvl="1" algn="r">
              <a:spcBef>
                <a:spcPts val="0"/>
              </a:spcBef>
              <a:spcAft>
                <a:spcPts val="0"/>
              </a:spcAft>
              <a:buSzPts val="12000"/>
              <a:buNone/>
              <a:defRPr sz="12000"/>
            </a:lvl2pPr>
            <a:lvl3pPr lvl="2" algn="r">
              <a:spcBef>
                <a:spcPts val="0"/>
              </a:spcBef>
              <a:spcAft>
                <a:spcPts val="0"/>
              </a:spcAft>
              <a:buSzPts val="12000"/>
              <a:buNone/>
              <a:defRPr sz="12000"/>
            </a:lvl3pPr>
            <a:lvl4pPr lvl="3" algn="r">
              <a:spcBef>
                <a:spcPts val="0"/>
              </a:spcBef>
              <a:spcAft>
                <a:spcPts val="0"/>
              </a:spcAft>
              <a:buSzPts val="12000"/>
              <a:buNone/>
              <a:defRPr sz="12000"/>
            </a:lvl4pPr>
            <a:lvl5pPr lvl="4" algn="r">
              <a:spcBef>
                <a:spcPts val="0"/>
              </a:spcBef>
              <a:spcAft>
                <a:spcPts val="0"/>
              </a:spcAft>
              <a:buSzPts val="12000"/>
              <a:buNone/>
              <a:defRPr sz="12000"/>
            </a:lvl5pPr>
            <a:lvl6pPr lvl="5" algn="r">
              <a:spcBef>
                <a:spcPts val="0"/>
              </a:spcBef>
              <a:spcAft>
                <a:spcPts val="0"/>
              </a:spcAft>
              <a:buSzPts val="12000"/>
              <a:buNone/>
              <a:defRPr sz="12000"/>
            </a:lvl6pPr>
            <a:lvl7pPr lvl="6" algn="r">
              <a:spcBef>
                <a:spcPts val="0"/>
              </a:spcBef>
              <a:spcAft>
                <a:spcPts val="0"/>
              </a:spcAft>
              <a:buSzPts val="12000"/>
              <a:buNone/>
              <a:defRPr sz="12000"/>
            </a:lvl7pPr>
            <a:lvl8pPr lvl="7" algn="r">
              <a:spcBef>
                <a:spcPts val="0"/>
              </a:spcBef>
              <a:spcAft>
                <a:spcPts val="0"/>
              </a:spcAft>
              <a:buSzPts val="12000"/>
              <a:buNone/>
              <a:defRPr sz="12000"/>
            </a:lvl8pPr>
            <a:lvl9pPr lvl="8" algn="r">
              <a:spcBef>
                <a:spcPts val="0"/>
              </a:spcBef>
              <a:spcAft>
                <a:spcPts val="0"/>
              </a:spcAft>
              <a:buSzPts val="12000"/>
              <a:buNone/>
              <a:defRPr sz="12000"/>
            </a:lvl9pPr>
          </a:lstStyle>
          <a:p>
            <a:r>
              <a:t>xx%</a:t>
            </a:r>
          </a:p>
        </p:txBody>
      </p:sp>
      <p:sp>
        <p:nvSpPr>
          <p:cNvPr id="43" name="Google Shape;43;p11"/>
          <p:cNvSpPr txBox="1">
            <a:spLocks noGrp="1"/>
          </p:cNvSpPr>
          <p:nvPr>
            <p:ph type="body" idx="1"/>
          </p:nvPr>
        </p:nvSpPr>
        <p:spPr>
          <a:xfrm>
            <a:off x="749477" y="3228425"/>
            <a:ext cx="4298400" cy="1300800"/>
          </a:xfrm>
          <a:prstGeom prst="rect">
            <a:avLst/>
          </a:prstGeom>
        </p:spPr>
        <p:txBody>
          <a:bodyPr spcFirstLastPara="1" wrap="square" lIns="91425" tIns="91425" rIns="91425" bIns="91425" anchor="t" anchorCtr="0">
            <a:noAutofit/>
          </a:bodyPr>
          <a:lstStyle>
            <a:lvl1pPr marL="457200" lvl="0" indent="-342900" algn="r">
              <a:spcBef>
                <a:spcPts val="0"/>
              </a:spcBef>
              <a:spcAft>
                <a:spcPts val="0"/>
              </a:spcAft>
              <a:buSzPts val="1800"/>
              <a:buChar char="●"/>
              <a:defRPr/>
            </a:lvl1pPr>
            <a:lvl2pPr marL="914400" lvl="1" indent="-317500" algn="r">
              <a:spcBef>
                <a:spcPts val="1600"/>
              </a:spcBef>
              <a:spcAft>
                <a:spcPts val="0"/>
              </a:spcAft>
              <a:buSzPts val="1400"/>
              <a:buChar char="○"/>
              <a:defRPr/>
            </a:lvl2pPr>
            <a:lvl3pPr marL="1371600" lvl="2" indent="-317500" algn="r">
              <a:spcBef>
                <a:spcPts val="1600"/>
              </a:spcBef>
              <a:spcAft>
                <a:spcPts val="0"/>
              </a:spcAft>
              <a:buSzPts val="1400"/>
              <a:buChar char="■"/>
              <a:defRPr/>
            </a:lvl3pPr>
            <a:lvl4pPr marL="1828800" lvl="3" indent="-317500" algn="r">
              <a:spcBef>
                <a:spcPts val="1600"/>
              </a:spcBef>
              <a:spcAft>
                <a:spcPts val="0"/>
              </a:spcAft>
              <a:buSzPts val="1400"/>
              <a:buChar char="●"/>
              <a:defRPr/>
            </a:lvl4pPr>
            <a:lvl5pPr marL="2286000" lvl="4" indent="-317500" algn="r">
              <a:spcBef>
                <a:spcPts val="1600"/>
              </a:spcBef>
              <a:spcAft>
                <a:spcPts val="0"/>
              </a:spcAft>
              <a:buSzPts val="1400"/>
              <a:buChar char="○"/>
              <a:defRPr/>
            </a:lvl5pPr>
            <a:lvl6pPr marL="2743200" lvl="5" indent="-317500" algn="r">
              <a:spcBef>
                <a:spcPts val="1600"/>
              </a:spcBef>
              <a:spcAft>
                <a:spcPts val="0"/>
              </a:spcAft>
              <a:buSzPts val="1400"/>
              <a:buChar char="■"/>
              <a:defRPr/>
            </a:lvl6pPr>
            <a:lvl7pPr marL="3200400" lvl="6" indent="-317500" algn="r">
              <a:spcBef>
                <a:spcPts val="1600"/>
              </a:spcBef>
              <a:spcAft>
                <a:spcPts val="0"/>
              </a:spcAft>
              <a:buSzPts val="1400"/>
              <a:buChar char="●"/>
              <a:defRPr/>
            </a:lvl7pPr>
            <a:lvl8pPr marL="3657600" lvl="7" indent="-317500" algn="r">
              <a:spcBef>
                <a:spcPts val="1600"/>
              </a:spcBef>
              <a:spcAft>
                <a:spcPts val="0"/>
              </a:spcAft>
              <a:buSzPts val="1400"/>
              <a:buChar char="○"/>
              <a:defRPr/>
            </a:lvl8pPr>
            <a:lvl9pPr marL="4114800" lvl="8" indent="-317500" algn="r">
              <a:spcBef>
                <a:spcPts val="1600"/>
              </a:spcBef>
              <a:spcAft>
                <a:spcPts val="1600"/>
              </a:spcAft>
              <a:buSzPts val="1400"/>
              <a:buChar char="■"/>
              <a:defRPr/>
            </a:lvl9pPr>
          </a:lstStyle>
          <a:p>
            <a:endParaRPr/>
          </a:p>
        </p:txBody>
      </p:sp>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Tree>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SECTION_TITLE_AND_DESCRIPTION_1">
    <p:spTree>
      <p:nvGrpSpPr>
        <p:cNvPr id="1" name="Shape 45"/>
        <p:cNvGrpSpPr/>
        <p:nvPr/>
      </p:nvGrpSpPr>
      <p:grpSpPr>
        <a:xfrm>
          <a:off x="0" y="0"/>
          <a:ext cx="0" cy="0"/>
          <a:chOff x="0" y="0"/>
          <a:chExt cx="0" cy="0"/>
        </a:xfrm>
      </p:grpSpPr>
      <p:sp>
        <p:nvSpPr>
          <p:cNvPr id="46" name="Google Shape;46;p13"/>
          <p:cNvSpPr txBox="1">
            <a:spLocks noGrp="1"/>
          </p:cNvSpPr>
          <p:nvPr>
            <p:ph type="title"/>
          </p:nvPr>
        </p:nvSpPr>
        <p:spPr>
          <a:xfrm>
            <a:off x="1186513" y="1874275"/>
            <a:ext cx="16047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47" name="Google Shape;47;p13"/>
          <p:cNvSpPr txBox="1">
            <a:spLocks noGrp="1"/>
          </p:cNvSpPr>
          <p:nvPr>
            <p:ph type="subTitle" idx="1"/>
          </p:nvPr>
        </p:nvSpPr>
        <p:spPr>
          <a:xfrm>
            <a:off x="1186513" y="3291775"/>
            <a:ext cx="16047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8" name="Google Shape;48;p13"/>
          <p:cNvSpPr txBox="1">
            <a:spLocks noGrp="1"/>
          </p:cNvSpPr>
          <p:nvPr>
            <p:ph type="title" idx="2"/>
          </p:nvPr>
        </p:nvSpPr>
        <p:spPr>
          <a:xfrm>
            <a:off x="2908602" y="1874275"/>
            <a:ext cx="16047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49" name="Google Shape;49;p13"/>
          <p:cNvSpPr txBox="1">
            <a:spLocks noGrp="1"/>
          </p:cNvSpPr>
          <p:nvPr>
            <p:ph type="subTitle" idx="3"/>
          </p:nvPr>
        </p:nvSpPr>
        <p:spPr>
          <a:xfrm>
            <a:off x="2908602" y="3291775"/>
            <a:ext cx="16047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 name="Google Shape;50;p13"/>
          <p:cNvSpPr txBox="1">
            <a:spLocks noGrp="1"/>
          </p:cNvSpPr>
          <p:nvPr>
            <p:ph type="title" idx="4"/>
          </p:nvPr>
        </p:nvSpPr>
        <p:spPr>
          <a:xfrm>
            <a:off x="4630692" y="1874275"/>
            <a:ext cx="16047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51" name="Google Shape;51;p13"/>
          <p:cNvSpPr txBox="1">
            <a:spLocks noGrp="1"/>
          </p:cNvSpPr>
          <p:nvPr>
            <p:ph type="subTitle" idx="5"/>
          </p:nvPr>
        </p:nvSpPr>
        <p:spPr>
          <a:xfrm>
            <a:off x="4630692" y="3291775"/>
            <a:ext cx="16047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2" name="Google Shape;52;p13"/>
          <p:cNvSpPr txBox="1">
            <a:spLocks noGrp="1"/>
          </p:cNvSpPr>
          <p:nvPr>
            <p:ph type="title" idx="6"/>
          </p:nvPr>
        </p:nvSpPr>
        <p:spPr>
          <a:xfrm>
            <a:off x="6352782" y="1874275"/>
            <a:ext cx="16047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53" name="Google Shape;53;p13"/>
          <p:cNvSpPr txBox="1">
            <a:spLocks noGrp="1"/>
          </p:cNvSpPr>
          <p:nvPr>
            <p:ph type="subTitle" idx="7"/>
          </p:nvPr>
        </p:nvSpPr>
        <p:spPr>
          <a:xfrm>
            <a:off x="6352782" y="3291775"/>
            <a:ext cx="16047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4" name="Google Shape;54;p13"/>
          <p:cNvSpPr txBox="1">
            <a:spLocks noGrp="1"/>
          </p:cNvSpPr>
          <p:nvPr>
            <p:ph type="title" idx="8" hasCustomPrompt="1"/>
          </p:nvPr>
        </p:nvSpPr>
        <p:spPr>
          <a:xfrm>
            <a:off x="955525" y="1057000"/>
            <a:ext cx="2066700" cy="140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8000"/>
              <a:buNone/>
              <a:defRPr sz="8000">
                <a:solidFill>
                  <a:srgbClr val="FFFAEA"/>
                </a:solidFill>
              </a:defRPr>
            </a:lvl1pPr>
            <a:lvl2pPr lvl="1" algn="ctr" rtl="0">
              <a:spcBef>
                <a:spcPts val="0"/>
              </a:spcBef>
              <a:spcAft>
                <a:spcPts val="0"/>
              </a:spcAft>
              <a:buSzPts val="8000"/>
              <a:buNone/>
              <a:defRPr sz="8000"/>
            </a:lvl2pPr>
            <a:lvl3pPr lvl="2" algn="ctr" rtl="0">
              <a:spcBef>
                <a:spcPts val="0"/>
              </a:spcBef>
              <a:spcAft>
                <a:spcPts val="0"/>
              </a:spcAft>
              <a:buSzPts val="8000"/>
              <a:buNone/>
              <a:defRPr sz="8000"/>
            </a:lvl3pPr>
            <a:lvl4pPr lvl="3" algn="ctr" rtl="0">
              <a:spcBef>
                <a:spcPts val="0"/>
              </a:spcBef>
              <a:spcAft>
                <a:spcPts val="0"/>
              </a:spcAft>
              <a:buSzPts val="8000"/>
              <a:buNone/>
              <a:defRPr sz="8000"/>
            </a:lvl4pPr>
            <a:lvl5pPr lvl="4" algn="ctr" rtl="0">
              <a:spcBef>
                <a:spcPts val="0"/>
              </a:spcBef>
              <a:spcAft>
                <a:spcPts val="0"/>
              </a:spcAft>
              <a:buSzPts val="8000"/>
              <a:buNone/>
              <a:defRPr sz="8000"/>
            </a:lvl5pPr>
            <a:lvl6pPr lvl="5" algn="ctr" rtl="0">
              <a:spcBef>
                <a:spcPts val="0"/>
              </a:spcBef>
              <a:spcAft>
                <a:spcPts val="0"/>
              </a:spcAft>
              <a:buSzPts val="8000"/>
              <a:buNone/>
              <a:defRPr sz="8000"/>
            </a:lvl6pPr>
            <a:lvl7pPr lvl="6" algn="ctr" rtl="0">
              <a:spcBef>
                <a:spcPts val="0"/>
              </a:spcBef>
              <a:spcAft>
                <a:spcPts val="0"/>
              </a:spcAft>
              <a:buSzPts val="8000"/>
              <a:buNone/>
              <a:defRPr sz="8000"/>
            </a:lvl7pPr>
            <a:lvl8pPr lvl="7" algn="ctr" rtl="0">
              <a:spcBef>
                <a:spcPts val="0"/>
              </a:spcBef>
              <a:spcAft>
                <a:spcPts val="0"/>
              </a:spcAft>
              <a:buSzPts val="8000"/>
              <a:buNone/>
              <a:defRPr sz="8000"/>
            </a:lvl8pPr>
            <a:lvl9pPr lvl="8" algn="ctr" rtl="0">
              <a:spcBef>
                <a:spcPts val="0"/>
              </a:spcBef>
              <a:spcAft>
                <a:spcPts val="0"/>
              </a:spcAft>
              <a:buSzPts val="8000"/>
              <a:buNone/>
              <a:defRPr sz="8000"/>
            </a:lvl9pPr>
          </a:lstStyle>
          <a:p>
            <a:r>
              <a:t>xx%</a:t>
            </a:r>
          </a:p>
        </p:txBody>
      </p:sp>
      <p:sp>
        <p:nvSpPr>
          <p:cNvPr id="55" name="Google Shape;55;p13"/>
          <p:cNvSpPr txBox="1">
            <a:spLocks noGrp="1"/>
          </p:cNvSpPr>
          <p:nvPr>
            <p:ph type="title" idx="9" hasCustomPrompt="1"/>
          </p:nvPr>
        </p:nvSpPr>
        <p:spPr>
          <a:xfrm>
            <a:off x="2677600" y="1057000"/>
            <a:ext cx="2066700" cy="140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8000"/>
              <a:buNone/>
              <a:defRPr sz="8000">
                <a:solidFill>
                  <a:srgbClr val="FFFAEA"/>
                </a:solidFill>
              </a:defRPr>
            </a:lvl1pPr>
            <a:lvl2pPr lvl="1" algn="ctr" rtl="0">
              <a:spcBef>
                <a:spcPts val="0"/>
              </a:spcBef>
              <a:spcAft>
                <a:spcPts val="0"/>
              </a:spcAft>
              <a:buSzPts val="8000"/>
              <a:buNone/>
              <a:defRPr sz="8000"/>
            </a:lvl2pPr>
            <a:lvl3pPr lvl="2" algn="ctr" rtl="0">
              <a:spcBef>
                <a:spcPts val="0"/>
              </a:spcBef>
              <a:spcAft>
                <a:spcPts val="0"/>
              </a:spcAft>
              <a:buSzPts val="8000"/>
              <a:buNone/>
              <a:defRPr sz="8000"/>
            </a:lvl3pPr>
            <a:lvl4pPr lvl="3" algn="ctr" rtl="0">
              <a:spcBef>
                <a:spcPts val="0"/>
              </a:spcBef>
              <a:spcAft>
                <a:spcPts val="0"/>
              </a:spcAft>
              <a:buSzPts val="8000"/>
              <a:buNone/>
              <a:defRPr sz="8000"/>
            </a:lvl4pPr>
            <a:lvl5pPr lvl="4" algn="ctr" rtl="0">
              <a:spcBef>
                <a:spcPts val="0"/>
              </a:spcBef>
              <a:spcAft>
                <a:spcPts val="0"/>
              </a:spcAft>
              <a:buSzPts val="8000"/>
              <a:buNone/>
              <a:defRPr sz="8000"/>
            </a:lvl5pPr>
            <a:lvl6pPr lvl="5" algn="ctr" rtl="0">
              <a:spcBef>
                <a:spcPts val="0"/>
              </a:spcBef>
              <a:spcAft>
                <a:spcPts val="0"/>
              </a:spcAft>
              <a:buSzPts val="8000"/>
              <a:buNone/>
              <a:defRPr sz="8000"/>
            </a:lvl6pPr>
            <a:lvl7pPr lvl="6" algn="ctr" rtl="0">
              <a:spcBef>
                <a:spcPts val="0"/>
              </a:spcBef>
              <a:spcAft>
                <a:spcPts val="0"/>
              </a:spcAft>
              <a:buSzPts val="8000"/>
              <a:buNone/>
              <a:defRPr sz="8000"/>
            </a:lvl7pPr>
            <a:lvl8pPr lvl="7" algn="ctr" rtl="0">
              <a:spcBef>
                <a:spcPts val="0"/>
              </a:spcBef>
              <a:spcAft>
                <a:spcPts val="0"/>
              </a:spcAft>
              <a:buSzPts val="8000"/>
              <a:buNone/>
              <a:defRPr sz="8000"/>
            </a:lvl8pPr>
            <a:lvl9pPr lvl="8" algn="ctr" rtl="0">
              <a:spcBef>
                <a:spcPts val="0"/>
              </a:spcBef>
              <a:spcAft>
                <a:spcPts val="0"/>
              </a:spcAft>
              <a:buSzPts val="8000"/>
              <a:buNone/>
              <a:defRPr sz="8000"/>
            </a:lvl9pPr>
          </a:lstStyle>
          <a:p>
            <a:r>
              <a:t>xx%</a:t>
            </a:r>
          </a:p>
        </p:txBody>
      </p:sp>
      <p:sp>
        <p:nvSpPr>
          <p:cNvPr id="56" name="Google Shape;56;p13"/>
          <p:cNvSpPr txBox="1">
            <a:spLocks noGrp="1"/>
          </p:cNvSpPr>
          <p:nvPr>
            <p:ph type="title" idx="13" hasCustomPrompt="1"/>
          </p:nvPr>
        </p:nvSpPr>
        <p:spPr>
          <a:xfrm>
            <a:off x="4399700" y="1057000"/>
            <a:ext cx="2066700" cy="140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8000"/>
              <a:buNone/>
              <a:defRPr sz="8000">
                <a:solidFill>
                  <a:srgbClr val="FFFAEA"/>
                </a:solidFill>
              </a:defRPr>
            </a:lvl1pPr>
            <a:lvl2pPr lvl="1" algn="ctr" rtl="0">
              <a:spcBef>
                <a:spcPts val="0"/>
              </a:spcBef>
              <a:spcAft>
                <a:spcPts val="0"/>
              </a:spcAft>
              <a:buSzPts val="8000"/>
              <a:buNone/>
              <a:defRPr sz="8000"/>
            </a:lvl2pPr>
            <a:lvl3pPr lvl="2" algn="ctr" rtl="0">
              <a:spcBef>
                <a:spcPts val="0"/>
              </a:spcBef>
              <a:spcAft>
                <a:spcPts val="0"/>
              </a:spcAft>
              <a:buSzPts val="8000"/>
              <a:buNone/>
              <a:defRPr sz="8000"/>
            </a:lvl3pPr>
            <a:lvl4pPr lvl="3" algn="ctr" rtl="0">
              <a:spcBef>
                <a:spcPts val="0"/>
              </a:spcBef>
              <a:spcAft>
                <a:spcPts val="0"/>
              </a:spcAft>
              <a:buSzPts val="8000"/>
              <a:buNone/>
              <a:defRPr sz="8000"/>
            </a:lvl4pPr>
            <a:lvl5pPr lvl="4" algn="ctr" rtl="0">
              <a:spcBef>
                <a:spcPts val="0"/>
              </a:spcBef>
              <a:spcAft>
                <a:spcPts val="0"/>
              </a:spcAft>
              <a:buSzPts val="8000"/>
              <a:buNone/>
              <a:defRPr sz="8000"/>
            </a:lvl5pPr>
            <a:lvl6pPr lvl="5" algn="ctr" rtl="0">
              <a:spcBef>
                <a:spcPts val="0"/>
              </a:spcBef>
              <a:spcAft>
                <a:spcPts val="0"/>
              </a:spcAft>
              <a:buSzPts val="8000"/>
              <a:buNone/>
              <a:defRPr sz="8000"/>
            </a:lvl6pPr>
            <a:lvl7pPr lvl="6" algn="ctr" rtl="0">
              <a:spcBef>
                <a:spcPts val="0"/>
              </a:spcBef>
              <a:spcAft>
                <a:spcPts val="0"/>
              </a:spcAft>
              <a:buSzPts val="8000"/>
              <a:buNone/>
              <a:defRPr sz="8000"/>
            </a:lvl7pPr>
            <a:lvl8pPr lvl="7" algn="ctr" rtl="0">
              <a:spcBef>
                <a:spcPts val="0"/>
              </a:spcBef>
              <a:spcAft>
                <a:spcPts val="0"/>
              </a:spcAft>
              <a:buSzPts val="8000"/>
              <a:buNone/>
              <a:defRPr sz="8000"/>
            </a:lvl8pPr>
            <a:lvl9pPr lvl="8" algn="ctr" rtl="0">
              <a:spcBef>
                <a:spcPts val="0"/>
              </a:spcBef>
              <a:spcAft>
                <a:spcPts val="0"/>
              </a:spcAft>
              <a:buSzPts val="8000"/>
              <a:buNone/>
              <a:defRPr sz="8000"/>
            </a:lvl9pPr>
          </a:lstStyle>
          <a:p>
            <a:r>
              <a:t>xx%</a:t>
            </a:r>
          </a:p>
        </p:txBody>
      </p:sp>
      <p:sp>
        <p:nvSpPr>
          <p:cNvPr id="57" name="Google Shape;57;p13"/>
          <p:cNvSpPr txBox="1">
            <a:spLocks noGrp="1"/>
          </p:cNvSpPr>
          <p:nvPr>
            <p:ph type="title" idx="14" hasCustomPrompt="1"/>
          </p:nvPr>
        </p:nvSpPr>
        <p:spPr>
          <a:xfrm>
            <a:off x="6121775" y="1057000"/>
            <a:ext cx="2066700" cy="140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8000"/>
              <a:buNone/>
              <a:defRPr sz="8000">
                <a:solidFill>
                  <a:srgbClr val="FFFAEA"/>
                </a:solidFill>
              </a:defRPr>
            </a:lvl1pPr>
            <a:lvl2pPr lvl="1" algn="ctr" rtl="0">
              <a:spcBef>
                <a:spcPts val="0"/>
              </a:spcBef>
              <a:spcAft>
                <a:spcPts val="0"/>
              </a:spcAft>
              <a:buSzPts val="8000"/>
              <a:buNone/>
              <a:defRPr sz="8000"/>
            </a:lvl2pPr>
            <a:lvl3pPr lvl="2" algn="ctr" rtl="0">
              <a:spcBef>
                <a:spcPts val="0"/>
              </a:spcBef>
              <a:spcAft>
                <a:spcPts val="0"/>
              </a:spcAft>
              <a:buSzPts val="8000"/>
              <a:buNone/>
              <a:defRPr sz="8000"/>
            </a:lvl3pPr>
            <a:lvl4pPr lvl="3" algn="ctr" rtl="0">
              <a:spcBef>
                <a:spcPts val="0"/>
              </a:spcBef>
              <a:spcAft>
                <a:spcPts val="0"/>
              </a:spcAft>
              <a:buSzPts val="8000"/>
              <a:buNone/>
              <a:defRPr sz="8000"/>
            </a:lvl4pPr>
            <a:lvl5pPr lvl="4" algn="ctr" rtl="0">
              <a:spcBef>
                <a:spcPts val="0"/>
              </a:spcBef>
              <a:spcAft>
                <a:spcPts val="0"/>
              </a:spcAft>
              <a:buSzPts val="8000"/>
              <a:buNone/>
              <a:defRPr sz="8000"/>
            </a:lvl5pPr>
            <a:lvl6pPr lvl="5" algn="ctr" rtl="0">
              <a:spcBef>
                <a:spcPts val="0"/>
              </a:spcBef>
              <a:spcAft>
                <a:spcPts val="0"/>
              </a:spcAft>
              <a:buSzPts val="8000"/>
              <a:buNone/>
              <a:defRPr sz="8000"/>
            </a:lvl6pPr>
            <a:lvl7pPr lvl="6" algn="ctr" rtl="0">
              <a:spcBef>
                <a:spcPts val="0"/>
              </a:spcBef>
              <a:spcAft>
                <a:spcPts val="0"/>
              </a:spcAft>
              <a:buSzPts val="8000"/>
              <a:buNone/>
              <a:defRPr sz="8000"/>
            </a:lvl7pPr>
            <a:lvl8pPr lvl="7" algn="ctr" rtl="0">
              <a:spcBef>
                <a:spcPts val="0"/>
              </a:spcBef>
              <a:spcAft>
                <a:spcPts val="0"/>
              </a:spcAft>
              <a:buSzPts val="8000"/>
              <a:buNone/>
              <a:defRPr sz="8000"/>
            </a:lvl8pPr>
            <a:lvl9pPr lvl="8" algn="ctr" rtl="0">
              <a:spcBef>
                <a:spcPts val="0"/>
              </a:spcBef>
              <a:spcAft>
                <a:spcPts val="0"/>
              </a:spcAft>
              <a:buSzPts val="8000"/>
              <a:buNone/>
              <a:defRPr sz="8000"/>
            </a:lvl9pPr>
          </a:lstStyle>
          <a:p>
            <a:r>
              <a:t>xx%</a:t>
            </a:r>
          </a:p>
        </p:txBody>
      </p:sp>
    </p:spTree>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Two Columns">
  <p:cSld name="ONE_COLUMN_TEXT_1">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796050" y="201100"/>
            <a:ext cx="75519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60" name="Google Shape;60;p14"/>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
        <p:nvSpPr>
          <p:cNvPr id="61" name="Google Shape;61;p14"/>
          <p:cNvSpPr txBox="1">
            <a:spLocks noGrp="1"/>
          </p:cNvSpPr>
          <p:nvPr>
            <p:ph type="title" idx="2"/>
          </p:nvPr>
        </p:nvSpPr>
        <p:spPr>
          <a:xfrm>
            <a:off x="1197338" y="2333425"/>
            <a:ext cx="27768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62" name="Google Shape;62;p14"/>
          <p:cNvSpPr txBox="1">
            <a:spLocks noGrp="1"/>
          </p:cNvSpPr>
          <p:nvPr>
            <p:ph type="subTitle" idx="1"/>
          </p:nvPr>
        </p:nvSpPr>
        <p:spPr>
          <a:xfrm>
            <a:off x="1197338" y="3750925"/>
            <a:ext cx="27768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63" name="Google Shape;63;p14"/>
          <p:cNvSpPr txBox="1">
            <a:spLocks noGrp="1"/>
          </p:cNvSpPr>
          <p:nvPr>
            <p:ph type="title" idx="3"/>
          </p:nvPr>
        </p:nvSpPr>
        <p:spPr>
          <a:xfrm>
            <a:off x="5169862" y="2333425"/>
            <a:ext cx="27768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64" name="Google Shape;64;p14"/>
          <p:cNvSpPr txBox="1">
            <a:spLocks noGrp="1"/>
          </p:cNvSpPr>
          <p:nvPr>
            <p:ph type="subTitle" idx="4"/>
          </p:nvPr>
        </p:nvSpPr>
        <p:spPr>
          <a:xfrm>
            <a:off x="5169862" y="3750925"/>
            <a:ext cx="27768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Text">
  <p:cSld name="ONE_COLUMN_TEXT_1_1">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796050" y="201100"/>
            <a:ext cx="75519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67" name="Google Shape;67;p15"/>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
        <p:nvSpPr>
          <p:cNvPr id="68" name="Google Shape;68;p15"/>
          <p:cNvSpPr txBox="1">
            <a:spLocks noGrp="1"/>
          </p:cNvSpPr>
          <p:nvPr>
            <p:ph type="subTitle" idx="1"/>
          </p:nvPr>
        </p:nvSpPr>
        <p:spPr>
          <a:xfrm>
            <a:off x="2976000" y="3394475"/>
            <a:ext cx="3192000" cy="142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lumns 1">
  <p:cSld name="ONE_COLUMN_TEXT_1_2">
    <p:spTree>
      <p:nvGrpSpPr>
        <p:cNvPr id="1" name="Shape 69"/>
        <p:cNvGrpSpPr/>
        <p:nvPr/>
      </p:nvGrpSpPr>
      <p:grpSpPr>
        <a:xfrm>
          <a:off x="0" y="0"/>
          <a:ext cx="0" cy="0"/>
          <a:chOff x="0" y="0"/>
          <a:chExt cx="0" cy="0"/>
        </a:xfrm>
      </p:grpSpPr>
      <p:sp>
        <p:nvSpPr>
          <p:cNvPr id="70" name="Google Shape;70;p16"/>
          <p:cNvSpPr txBox="1">
            <a:spLocks noGrp="1"/>
          </p:cNvSpPr>
          <p:nvPr>
            <p:ph type="title"/>
          </p:nvPr>
        </p:nvSpPr>
        <p:spPr>
          <a:xfrm>
            <a:off x="1423850" y="2538100"/>
            <a:ext cx="23238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71" name="Google Shape;71;p16"/>
          <p:cNvCxnSpPr/>
          <p:nvPr/>
        </p:nvCxnSpPr>
        <p:spPr>
          <a:xfrm>
            <a:off x="2323550" y="3386325"/>
            <a:ext cx="524400" cy="0"/>
          </a:xfrm>
          <a:prstGeom prst="straightConnector1">
            <a:avLst/>
          </a:prstGeom>
          <a:noFill/>
          <a:ln w="38100" cap="flat" cmpd="sng">
            <a:solidFill>
              <a:schemeClr val="accent6"/>
            </a:solidFill>
            <a:prstDash val="solid"/>
            <a:round/>
            <a:headEnd type="none" w="med" len="med"/>
            <a:tailEnd type="none" w="med" len="med"/>
          </a:ln>
        </p:spPr>
      </p:cxnSp>
      <p:sp>
        <p:nvSpPr>
          <p:cNvPr id="72" name="Google Shape;72;p16"/>
          <p:cNvSpPr txBox="1">
            <a:spLocks noGrp="1"/>
          </p:cNvSpPr>
          <p:nvPr>
            <p:ph type="subTitle" idx="1"/>
          </p:nvPr>
        </p:nvSpPr>
        <p:spPr>
          <a:xfrm>
            <a:off x="1197350" y="3602775"/>
            <a:ext cx="2776800" cy="109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73" name="Google Shape;73;p16"/>
          <p:cNvSpPr txBox="1">
            <a:spLocks noGrp="1"/>
          </p:cNvSpPr>
          <p:nvPr>
            <p:ph type="subTitle" idx="2"/>
          </p:nvPr>
        </p:nvSpPr>
        <p:spPr>
          <a:xfrm>
            <a:off x="5169852" y="3602775"/>
            <a:ext cx="2776800" cy="109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74" name="Google Shape;74;p16"/>
          <p:cNvSpPr txBox="1">
            <a:spLocks noGrp="1"/>
          </p:cNvSpPr>
          <p:nvPr>
            <p:ph type="title" idx="3"/>
          </p:nvPr>
        </p:nvSpPr>
        <p:spPr>
          <a:xfrm>
            <a:off x="5396350" y="2538100"/>
            <a:ext cx="23238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75" name="Google Shape;75;p16"/>
          <p:cNvCxnSpPr/>
          <p:nvPr/>
        </p:nvCxnSpPr>
        <p:spPr>
          <a:xfrm>
            <a:off x="6296050" y="3386325"/>
            <a:ext cx="524400" cy="0"/>
          </a:xfrm>
          <a:prstGeom prst="straightConnector1">
            <a:avLst/>
          </a:prstGeom>
          <a:noFill/>
          <a:ln w="38100" cap="flat" cmpd="sng">
            <a:solidFill>
              <a:schemeClr val="accent6"/>
            </a:solidFill>
            <a:prstDash val="solid"/>
            <a:round/>
            <a:headEnd type="none" w="med" len="med"/>
            <a:tailEnd type="none" w="med" len="med"/>
          </a:ln>
        </p:spPr>
      </p:cxnSp>
    </p:spTree>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Four Columns">
  <p:cSld name="SECTION_TITLE_AND_DESCRIPTION_1_1">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1930750" y="1474962"/>
            <a:ext cx="2423100" cy="751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6"/>
              </a:buClr>
              <a:buSzPts val="2200"/>
              <a:buNone/>
              <a:defRPr sz="2200">
                <a:solidFill>
                  <a:schemeClr val="accent6"/>
                </a:solidFill>
              </a:defRPr>
            </a:lvl1pPr>
            <a:lvl2pPr lvl="1" rtl="0">
              <a:spcBef>
                <a:spcPts val="0"/>
              </a:spcBef>
              <a:spcAft>
                <a:spcPts val="0"/>
              </a:spcAft>
              <a:buClr>
                <a:schemeClr val="accent6"/>
              </a:buClr>
              <a:buSzPts val="2200"/>
              <a:buNone/>
              <a:defRPr sz="2200">
                <a:solidFill>
                  <a:schemeClr val="accent6"/>
                </a:solidFill>
              </a:defRPr>
            </a:lvl2pPr>
            <a:lvl3pPr lvl="2" rtl="0">
              <a:spcBef>
                <a:spcPts val="0"/>
              </a:spcBef>
              <a:spcAft>
                <a:spcPts val="0"/>
              </a:spcAft>
              <a:buClr>
                <a:schemeClr val="accent6"/>
              </a:buClr>
              <a:buSzPts val="2200"/>
              <a:buNone/>
              <a:defRPr sz="2200">
                <a:solidFill>
                  <a:schemeClr val="accent6"/>
                </a:solidFill>
              </a:defRPr>
            </a:lvl3pPr>
            <a:lvl4pPr lvl="3" rtl="0">
              <a:spcBef>
                <a:spcPts val="0"/>
              </a:spcBef>
              <a:spcAft>
                <a:spcPts val="0"/>
              </a:spcAft>
              <a:buClr>
                <a:schemeClr val="accent6"/>
              </a:buClr>
              <a:buSzPts val="2200"/>
              <a:buNone/>
              <a:defRPr sz="2200">
                <a:solidFill>
                  <a:schemeClr val="accent6"/>
                </a:solidFill>
              </a:defRPr>
            </a:lvl4pPr>
            <a:lvl5pPr lvl="4" rtl="0">
              <a:spcBef>
                <a:spcPts val="0"/>
              </a:spcBef>
              <a:spcAft>
                <a:spcPts val="0"/>
              </a:spcAft>
              <a:buClr>
                <a:schemeClr val="accent6"/>
              </a:buClr>
              <a:buSzPts val="2200"/>
              <a:buNone/>
              <a:defRPr sz="2200">
                <a:solidFill>
                  <a:schemeClr val="accent6"/>
                </a:solidFill>
              </a:defRPr>
            </a:lvl5pPr>
            <a:lvl6pPr lvl="5" rtl="0">
              <a:spcBef>
                <a:spcPts val="0"/>
              </a:spcBef>
              <a:spcAft>
                <a:spcPts val="0"/>
              </a:spcAft>
              <a:buClr>
                <a:schemeClr val="accent6"/>
              </a:buClr>
              <a:buSzPts val="2200"/>
              <a:buNone/>
              <a:defRPr sz="2200">
                <a:solidFill>
                  <a:schemeClr val="accent6"/>
                </a:solidFill>
              </a:defRPr>
            </a:lvl6pPr>
            <a:lvl7pPr lvl="6" rtl="0">
              <a:spcBef>
                <a:spcPts val="0"/>
              </a:spcBef>
              <a:spcAft>
                <a:spcPts val="0"/>
              </a:spcAft>
              <a:buClr>
                <a:schemeClr val="accent6"/>
              </a:buClr>
              <a:buSzPts val="2200"/>
              <a:buNone/>
              <a:defRPr sz="2200">
                <a:solidFill>
                  <a:schemeClr val="accent6"/>
                </a:solidFill>
              </a:defRPr>
            </a:lvl7pPr>
            <a:lvl8pPr lvl="7" rtl="0">
              <a:spcBef>
                <a:spcPts val="0"/>
              </a:spcBef>
              <a:spcAft>
                <a:spcPts val="0"/>
              </a:spcAft>
              <a:buClr>
                <a:schemeClr val="accent6"/>
              </a:buClr>
              <a:buSzPts val="2200"/>
              <a:buNone/>
              <a:defRPr sz="2200">
                <a:solidFill>
                  <a:schemeClr val="accent6"/>
                </a:solidFill>
              </a:defRPr>
            </a:lvl8pPr>
            <a:lvl9pPr lvl="8" rtl="0">
              <a:spcBef>
                <a:spcPts val="0"/>
              </a:spcBef>
              <a:spcAft>
                <a:spcPts val="0"/>
              </a:spcAft>
              <a:buClr>
                <a:schemeClr val="accent6"/>
              </a:buClr>
              <a:buSzPts val="2200"/>
              <a:buNone/>
              <a:defRPr sz="2200">
                <a:solidFill>
                  <a:schemeClr val="accent6"/>
                </a:solidFill>
              </a:defRPr>
            </a:lvl9pPr>
          </a:lstStyle>
          <a:p>
            <a:endParaRPr/>
          </a:p>
        </p:txBody>
      </p:sp>
      <p:sp>
        <p:nvSpPr>
          <p:cNvPr id="78" name="Google Shape;78;p17"/>
          <p:cNvSpPr txBox="1">
            <a:spLocks noGrp="1"/>
          </p:cNvSpPr>
          <p:nvPr>
            <p:ph type="subTitle" idx="1"/>
          </p:nvPr>
        </p:nvSpPr>
        <p:spPr>
          <a:xfrm>
            <a:off x="1930750" y="2210942"/>
            <a:ext cx="2423100" cy="75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79" name="Google Shape;79;p17"/>
          <p:cNvSpPr txBox="1">
            <a:spLocks noGrp="1"/>
          </p:cNvSpPr>
          <p:nvPr>
            <p:ph type="title" idx="2"/>
          </p:nvPr>
        </p:nvSpPr>
        <p:spPr>
          <a:xfrm>
            <a:off x="1930750" y="3019844"/>
            <a:ext cx="2423100" cy="751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6"/>
              </a:buClr>
              <a:buSzPts val="2200"/>
              <a:buNone/>
              <a:defRPr sz="2200">
                <a:solidFill>
                  <a:schemeClr val="accent6"/>
                </a:solidFill>
              </a:defRPr>
            </a:lvl1pPr>
            <a:lvl2pPr lvl="1" rtl="0">
              <a:spcBef>
                <a:spcPts val="0"/>
              </a:spcBef>
              <a:spcAft>
                <a:spcPts val="0"/>
              </a:spcAft>
              <a:buClr>
                <a:schemeClr val="accent6"/>
              </a:buClr>
              <a:buSzPts val="2200"/>
              <a:buNone/>
              <a:defRPr sz="2200">
                <a:solidFill>
                  <a:schemeClr val="accent6"/>
                </a:solidFill>
              </a:defRPr>
            </a:lvl2pPr>
            <a:lvl3pPr lvl="2" rtl="0">
              <a:spcBef>
                <a:spcPts val="0"/>
              </a:spcBef>
              <a:spcAft>
                <a:spcPts val="0"/>
              </a:spcAft>
              <a:buClr>
                <a:schemeClr val="accent6"/>
              </a:buClr>
              <a:buSzPts val="2200"/>
              <a:buNone/>
              <a:defRPr sz="2200">
                <a:solidFill>
                  <a:schemeClr val="accent6"/>
                </a:solidFill>
              </a:defRPr>
            </a:lvl3pPr>
            <a:lvl4pPr lvl="3" rtl="0">
              <a:spcBef>
                <a:spcPts val="0"/>
              </a:spcBef>
              <a:spcAft>
                <a:spcPts val="0"/>
              </a:spcAft>
              <a:buClr>
                <a:schemeClr val="accent6"/>
              </a:buClr>
              <a:buSzPts val="2200"/>
              <a:buNone/>
              <a:defRPr sz="2200">
                <a:solidFill>
                  <a:schemeClr val="accent6"/>
                </a:solidFill>
              </a:defRPr>
            </a:lvl4pPr>
            <a:lvl5pPr lvl="4" rtl="0">
              <a:spcBef>
                <a:spcPts val="0"/>
              </a:spcBef>
              <a:spcAft>
                <a:spcPts val="0"/>
              </a:spcAft>
              <a:buClr>
                <a:schemeClr val="accent6"/>
              </a:buClr>
              <a:buSzPts val="2200"/>
              <a:buNone/>
              <a:defRPr sz="2200">
                <a:solidFill>
                  <a:schemeClr val="accent6"/>
                </a:solidFill>
              </a:defRPr>
            </a:lvl5pPr>
            <a:lvl6pPr lvl="5" rtl="0">
              <a:spcBef>
                <a:spcPts val="0"/>
              </a:spcBef>
              <a:spcAft>
                <a:spcPts val="0"/>
              </a:spcAft>
              <a:buClr>
                <a:schemeClr val="accent6"/>
              </a:buClr>
              <a:buSzPts val="2200"/>
              <a:buNone/>
              <a:defRPr sz="2200">
                <a:solidFill>
                  <a:schemeClr val="accent6"/>
                </a:solidFill>
              </a:defRPr>
            </a:lvl6pPr>
            <a:lvl7pPr lvl="6" rtl="0">
              <a:spcBef>
                <a:spcPts val="0"/>
              </a:spcBef>
              <a:spcAft>
                <a:spcPts val="0"/>
              </a:spcAft>
              <a:buClr>
                <a:schemeClr val="accent6"/>
              </a:buClr>
              <a:buSzPts val="2200"/>
              <a:buNone/>
              <a:defRPr sz="2200">
                <a:solidFill>
                  <a:schemeClr val="accent6"/>
                </a:solidFill>
              </a:defRPr>
            </a:lvl7pPr>
            <a:lvl8pPr lvl="7" rtl="0">
              <a:spcBef>
                <a:spcPts val="0"/>
              </a:spcBef>
              <a:spcAft>
                <a:spcPts val="0"/>
              </a:spcAft>
              <a:buClr>
                <a:schemeClr val="accent6"/>
              </a:buClr>
              <a:buSzPts val="2200"/>
              <a:buNone/>
              <a:defRPr sz="2200">
                <a:solidFill>
                  <a:schemeClr val="accent6"/>
                </a:solidFill>
              </a:defRPr>
            </a:lvl8pPr>
            <a:lvl9pPr lvl="8" rtl="0">
              <a:spcBef>
                <a:spcPts val="0"/>
              </a:spcBef>
              <a:spcAft>
                <a:spcPts val="0"/>
              </a:spcAft>
              <a:buClr>
                <a:schemeClr val="accent6"/>
              </a:buClr>
              <a:buSzPts val="2200"/>
              <a:buNone/>
              <a:defRPr sz="2200">
                <a:solidFill>
                  <a:schemeClr val="accent6"/>
                </a:solidFill>
              </a:defRPr>
            </a:lvl9pPr>
          </a:lstStyle>
          <a:p>
            <a:endParaRPr/>
          </a:p>
        </p:txBody>
      </p:sp>
      <p:sp>
        <p:nvSpPr>
          <p:cNvPr id="80" name="Google Shape;80;p17"/>
          <p:cNvSpPr txBox="1">
            <a:spLocks noGrp="1"/>
          </p:cNvSpPr>
          <p:nvPr>
            <p:ph type="subTitle" idx="3"/>
          </p:nvPr>
        </p:nvSpPr>
        <p:spPr>
          <a:xfrm>
            <a:off x="1930750" y="3747687"/>
            <a:ext cx="2423100" cy="75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81" name="Google Shape;81;p17"/>
          <p:cNvSpPr txBox="1">
            <a:spLocks noGrp="1"/>
          </p:cNvSpPr>
          <p:nvPr>
            <p:ph type="title" idx="4"/>
          </p:nvPr>
        </p:nvSpPr>
        <p:spPr>
          <a:xfrm>
            <a:off x="5866369" y="1474962"/>
            <a:ext cx="2423100" cy="751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6"/>
              </a:buClr>
              <a:buSzPts val="2200"/>
              <a:buNone/>
              <a:defRPr sz="2200">
                <a:solidFill>
                  <a:schemeClr val="accent6"/>
                </a:solidFill>
              </a:defRPr>
            </a:lvl1pPr>
            <a:lvl2pPr lvl="1" rtl="0">
              <a:spcBef>
                <a:spcPts val="0"/>
              </a:spcBef>
              <a:spcAft>
                <a:spcPts val="0"/>
              </a:spcAft>
              <a:buClr>
                <a:schemeClr val="accent6"/>
              </a:buClr>
              <a:buSzPts val="2200"/>
              <a:buNone/>
              <a:defRPr sz="2200">
                <a:solidFill>
                  <a:schemeClr val="accent6"/>
                </a:solidFill>
              </a:defRPr>
            </a:lvl2pPr>
            <a:lvl3pPr lvl="2" rtl="0">
              <a:spcBef>
                <a:spcPts val="0"/>
              </a:spcBef>
              <a:spcAft>
                <a:spcPts val="0"/>
              </a:spcAft>
              <a:buClr>
                <a:schemeClr val="accent6"/>
              </a:buClr>
              <a:buSzPts val="2200"/>
              <a:buNone/>
              <a:defRPr sz="2200">
                <a:solidFill>
                  <a:schemeClr val="accent6"/>
                </a:solidFill>
              </a:defRPr>
            </a:lvl3pPr>
            <a:lvl4pPr lvl="3" rtl="0">
              <a:spcBef>
                <a:spcPts val="0"/>
              </a:spcBef>
              <a:spcAft>
                <a:spcPts val="0"/>
              </a:spcAft>
              <a:buClr>
                <a:schemeClr val="accent6"/>
              </a:buClr>
              <a:buSzPts val="2200"/>
              <a:buNone/>
              <a:defRPr sz="2200">
                <a:solidFill>
                  <a:schemeClr val="accent6"/>
                </a:solidFill>
              </a:defRPr>
            </a:lvl4pPr>
            <a:lvl5pPr lvl="4" rtl="0">
              <a:spcBef>
                <a:spcPts val="0"/>
              </a:spcBef>
              <a:spcAft>
                <a:spcPts val="0"/>
              </a:spcAft>
              <a:buClr>
                <a:schemeClr val="accent6"/>
              </a:buClr>
              <a:buSzPts val="2200"/>
              <a:buNone/>
              <a:defRPr sz="2200">
                <a:solidFill>
                  <a:schemeClr val="accent6"/>
                </a:solidFill>
              </a:defRPr>
            </a:lvl5pPr>
            <a:lvl6pPr lvl="5" rtl="0">
              <a:spcBef>
                <a:spcPts val="0"/>
              </a:spcBef>
              <a:spcAft>
                <a:spcPts val="0"/>
              </a:spcAft>
              <a:buClr>
                <a:schemeClr val="accent6"/>
              </a:buClr>
              <a:buSzPts val="2200"/>
              <a:buNone/>
              <a:defRPr sz="2200">
                <a:solidFill>
                  <a:schemeClr val="accent6"/>
                </a:solidFill>
              </a:defRPr>
            </a:lvl6pPr>
            <a:lvl7pPr lvl="6" rtl="0">
              <a:spcBef>
                <a:spcPts val="0"/>
              </a:spcBef>
              <a:spcAft>
                <a:spcPts val="0"/>
              </a:spcAft>
              <a:buClr>
                <a:schemeClr val="accent6"/>
              </a:buClr>
              <a:buSzPts val="2200"/>
              <a:buNone/>
              <a:defRPr sz="2200">
                <a:solidFill>
                  <a:schemeClr val="accent6"/>
                </a:solidFill>
              </a:defRPr>
            </a:lvl7pPr>
            <a:lvl8pPr lvl="7" rtl="0">
              <a:spcBef>
                <a:spcPts val="0"/>
              </a:spcBef>
              <a:spcAft>
                <a:spcPts val="0"/>
              </a:spcAft>
              <a:buClr>
                <a:schemeClr val="accent6"/>
              </a:buClr>
              <a:buSzPts val="2200"/>
              <a:buNone/>
              <a:defRPr sz="2200">
                <a:solidFill>
                  <a:schemeClr val="accent6"/>
                </a:solidFill>
              </a:defRPr>
            </a:lvl8pPr>
            <a:lvl9pPr lvl="8" rtl="0">
              <a:spcBef>
                <a:spcPts val="0"/>
              </a:spcBef>
              <a:spcAft>
                <a:spcPts val="0"/>
              </a:spcAft>
              <a:buClr>
                <a:schemeClr val="accent6"/>
              </a:buClr>
              <a:buSzPts val="2200"/>
              <a:buNone/>
              <a:defRPr sz="2200">
                <a:solidFill>
                  <a:schemeClr val="accent6"/>
                </a:solidFill>
              </a:defRPr>
            </a:lvl9pPr>
          </a:lstStyle>
          <a:p>
            <a:endParaRPr/>
          </a:p>
        </p:txBody>
      </p:sp>
      <p:sp>
        <p:nvSpPr>
          <p:cNvPr id="82" name="Google Shape;82;p17"/>
          <p:cNvSpPr txBox="1">
            <a:spLocks noGrp="1"/>
          </p:cNvSpPr>
          <p:nvPr>
            <p:ph type="subTitle" idx="5"/>
          </p:nvPr>
        </p:nvSpPr>
        <p:spPr>
          <a:xfrm>
            <a:off x="5866369" y="2210942"/>
            <a:ext cx="2423100" cy="75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83" name="Google Shape;83;p17"/>
          <p:cNvSpPr txBox="1">
            <a:spLocks noGrp="1"/>
          </p:cNvSpPr>
          <p:nvPr>
            <p:ph type="title" idx="6"/>
          </p:nvPr>
        </p:nvSpPr>
        <p:spPr>
          <a:xfrm>
            <a:off x="5866369" y="3019844"/>
            <a:ext cx="2423100" cy="751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6"/>
              </a:buClr>
              <a:buSzPts val="2200"/>
              <a:buNone/>
              <a:defRPr sz="2200">
                <a:solidFill>
                  <a:schemeClr val="accent6"/>
                </a:solidFill>
              </a:defRPr>
            </a:lvl1pPr>
            <a:lvl2pPr lvl="1" rtl="0">
              <a:spcBef>
                <a:spcPts val="0"/>
              </a:spcBef>
              <a:spcAft>
                <a:spcPts val="0"/>
              </a:spcAft>
              <a:buClr>
                <a:schemeClr val="accent6"/>
              </a:buClr>
              <a:buSzPts val="2200"/>
              <a:buNone/>
              <a:defRPr sz="2200">
                <a:solidFill>
                  <a:schemeClr val="accent6"/>
                </a:solidFill>
              </a:defRPr>
            </a:lvl2pPr>
            <a:lvl3pPr lvl="2" rtl="0">
              <a:spcBef>
                <a:spcPts val="0"/>
              </a:spcBef>
              <a:spcAft>
                <a:spcPts val="0"/>
              </a:spcAft>
              <a:buClr>
                <a:schemeClr val="accent6"/>
              </a:buClr>
              <a:buSzPts val="2200"/>
              <a:buNone/>
              <a:defRPr sz="2200">
                <a:solidFill>
                  <a:schemeClr val="accent6"/>
                </a:solidFill>
              </a:defRPr>
            </a:lvl3pPr>
            <a:lvl4pPr lvl="3" rtl="0">
              <a:spcBef>
                <a:spcPts val="0"/>
              </a:spcBef>
              <a:spcAft>
                <a:spcPts val="0"/>
              </a:spcAft>
              <a:buClr>
                <a:schemeClr val="accent6"/>
              </a:buClr>
              <a:buSzPts val="2200"/>
              <a:buNone/>
              <a:defRPr sz="2200">
                <a:solidFill>
                  <a:schemeClr val="accent6"/>
                </a:solidFill>
              </a:defRPr>
            </a:lvl4pPr>
            <a:lvl5pPr lvl="4" rtl="0">
              <a:spcBef>
                <a:spcPts val="0"/>
              </a:spcBef>
              <a:spcAft>
                <a:spcPts val="0"/>
              </a:spcAft>
              <a:buClr>
                <a:schemeClr val="accent6"/>
              </a:buClr>
              <a:buSzPts val="2200"/>
              <a:buNone/>
              <a:defRPr sz="2200">
                <a:solidFill>
                  <a:schemeClr val="accent6"/>
                </a:solidFill>
              </a:defRPr>
            </a:lvl5pPr>
            <a:lvl6pPr lvl="5" rtl="0">
              <a:spcBef>
                <a:spcPts val="0"/>
              </a:spcBef>
              <a:spcAft>
                <a:spcPts val="0"/>
              </a:spcAft>
              <a:buClr>
                <a:schemeClr val="accent6"/>
              </a:buClr>
              <a:buSzPts val="2200"/>
              <a:buNone/>
              <a:defRPr sz="2200">
                <a:solidFill>
                  <a:schemeClr val="accent6"/>
                </a:solidFill>
              </a:defRPr>
            </a:lvl6pPr>
            <a:lvl7pPr lvl="6" rtl="0">
              <a:spcBef>
                <a:spcPts val="0"/>
              </a:spcBef>
              <a:spcAft>
                <a:spcPts val="0"/>
              </a:spcAft>
              <a:buClr>
                <a:schemeClr val="accent6"/>
              </a:buClr>
              <a:buSzPts val="2200"/>
              <a:buNone/>
              <a:defRPr sz="2200">
                <a:solidFill>
                  <a:schemeClr val="accent6"/>
                </a:solidFill>
              </a:defRPr>
            </a:lvl7pPr>
            <a:lvl8pPr lvl="7" rtl="0">
              <a:spcBef>
                <a:spcPts val="0"/>
              </a:spcBef>
              <a:spcAft>
                <a:spcPts val="0"/>
              </a:spcAft>
              <a:buClr>
                <a:schemeClr val="accent6"/>
              </a:buClr>
              <a:buSzPts val="2200"/>
              <a:buNone/>
              <a:defRPr sz="2200">
                <a:solidFill>
                  <a:schemeClr val="accent6"/>
                </a:solidFill>
              </a:defRPr>
            </a:lvl8pPr>
            <a:lvl9pPr lvl="8" rtl="0">
              <a:spcBef>
                <a:spcPts val="0"/>
              </a:spcBef>
              <a:spcAft>
                <a:spcPts val="0"/>
              </a:spcAft>
              <a:buClr>
                <a:schemeClr val="accent6"/>
              </a:buClr>
              <a:buSzPts val="2200"/>
              <a:buNone/>
              <a:defRPr sz="2200">
                <a:solidFill>
                  <a:schemeClr val="accent6"/>
                </a:solidFill>
              </a:defRPr>
            </a:lvl9pPr>
          </a:lstStyle>
          <a:p>
            <a:endParaRPr/>
          </a:p>
        </p:txBody>
      </p:sp>
      <p:sp>
        <p:nvSpPr>
          <p:cNvPr id="84" name="Google Shape;84;p17"/>
          <p:cNvSpPr txBox="1">
            <a:spLocks noGrp="1"/>
          </p:cNvSpPr>
          <p:nvPr>
            <p:ph type="subTitle" idx="7"/>
          </p:nvPr>
        </p:nvSpPr>
        <p:spPr>
          <a:xfrm>
            <a:off x="5866369" y="3747687"/>
            <a:ext cx="2423100" cy="75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85" name="Google Shape;85;p17"/>
          <p:cNvSpPr txBox="1">
            <a:spLocks noGrp="1"/>
          </p:cNvSpPr>
          <p:nvPr>
            <p:ph type="title" idx="8"/>
          </p:nvPr>
        </p:nvSpPr>
        <p:spPr>
          <a:xfrm>
            <a:off x="796050" y="201100"/>
            <a:ext cx="75519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86" name="Google Shape;86;p17"/>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Tree>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Text 1">
  <p:cSld name="SECTION_TITLE_AND_DESCRIPTION_3">
    <p:spTree>
      <p:nvGrpSpPr>
        <p:cNvPr id="1" name="Shape 87"/>
        <p:cNvGrpSpPr/>
        <p:nvPr/>
      </p:nvGrpSpPr>
      <p:grpSpPr>
        <a:xfrm>
          <a:off x="0" y="0"/>
          <a:ext cx="0" cy="0"/>
          <a:chOff x="0" y="0"/>
          <a:chExt cx="0" cy="0"/>
        </a:xfrm>
      </p:grpSpPr>
      <p:sp>
        <p:nvSpPr>
          <p:cNvPr id="88" name="Google Shape;88;p18"/>
          <p:cNvSpPr txBox="1">
            <a:spLocks noGrp="1"/>
          </p:cNvSpPr>
          <p:nvPr>
            <p:ph type="subTitle" idx="1"/>
          </p:nvPr>
        </p:nvSpPr>
        <p:spPr>
          <a:xfrm>
            <a:off x="5208325" y="1199550"/>
            <a:ext cx="3111000" cy="1450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6"/>
              </a:buClr>
              <a:buSzPts val="3000"/>
              <a:buFont typeface="Advent Pro"/>
              <a:buNone/>
              <a:defRPr sz="3000" b="1">
                <a:solidFill>
                  <a:schemeClr val="accent6"/>
                </a:solidFill>
                <a:latin typeface="Advent Pro"/>
                <a:ea typeface="Advent Pro"/>
                <a:cs typeface="Advent Pro"/>
                <a:sym typeface="Advent Pro"/>
              </a:defRPr>
            </a:lvl1pPr>
            <a:lvl2pPr lvl="1" rtl="0">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2pPr>
            <a:lvl3pPr lvl="2" rtl="0">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3pPr>
            <a:lvl4pPr lvl="3" rtl="0">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4pPr>
            <a:lvl5pPr lvl="4" rtl="0">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5pPr>
            <a:lvl6pPr lvl="5" rtl="0">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6pPr>
            <a:lvl7pPr lvl="6" rtl="0">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7pPr>
            <a:lvl8pPr lvl="7" rtl="0">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8pPr>
            <a:lvl9pPr lvl="8" rtl="0">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9pPr>
          </a:lstStyle>
          <a:p>
            <a:endParaRPr/>
          </a:p>
        </p:txBody>
      </p:sp>
      <p:sp>
        <p:nvSpPr>
          <p:cNvPr id="89" name="Google Shape;89;p18"/>
          <p:cNvSpPr txBox="1">
            <a:spLocks noGrp="1"/>
          </p:cNvSpPr>
          <p:nvPr>
            <p:ph type="body" idx="2"/>
          </p:nvPr>
        </p:nvSpPr>
        <p:spPr>
          <a:xfrm>
            <a:off x="5208325" y="2778821"/>
            <a:ext cx="3111000" cy="15099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42900" rtl="0">
              <a:spcBef>
                <a:spcPts val="1600"/>
              </a:spcBef>
              <a:spcAft>
                <a:spcPts val="0"/>
              </a:spcAft>
              <a:buSzPts val="1800"/>
              <a:buChar char="○"/>
              <a:defRPr sz="1800"/>
            </a:lvl2pPr>
            <a:lvl3pPr marL="1371600" lvl="2" indent="-342900" rtl="0">
              <a:spcBef>
                <a:spcPts val="1600"/>
              </a:spcBef>
              <a:spcAft>
                <a:spcPts val="0"/>
              </a:spcAft>
              <a:buSzPts val="1800"/>
              <a:buChar char="■"/>
              <a:defRPr sz="1800"/>
            </a:lvl3pPr>
            <a:lvl4pPr marL="1828800" lvl="3" indent="-342900" rtl="0">
              <a:spcBef>
                <a:spcPts val="1600"/>
              </a:spcBef>
              <a:spcAft>
                <a:spcPts val="0"/>
              </a:spcAft>
              <a:buSzPts val="1800"/>
              <a:buChar char="●"/>
              <a:defRPr sz="1800"/>
            </a:lvl4pPr>
            <a:lvl5pPr marL="2286000" lvl="4" indent="-342900" rtl="0">
              <a:spcBef>
                <a:spcPts val="1600"/>
              </a:spcBef>
              <a:spcAft>
                <a:spcPts val="0"/>
              </a:spcAft>
              <a:buSzPts val="1800"/>
              <a:buChar char="○"/>
              <a:defRPr sz="1800"/>
            </a:lvl5pPr>
            <a:lvl6pPr marL="2743200" lvl="5" indent="-342900" rtl="0">
              <a:spcBef>
                <a:spcPts val="1600"/>
              </a:spcBef>
              <a:spcAft>
                <a:spcPts val="0"/>
              </a:spcAft>
              <a:buSzPts val="1800"/>
              <a:buChar char="■"/>
              <a:defRPr sz="1800"/>
            </a:lvl6pPr>
            <a:lvl7pPr marL="3200400" lvl="6" indent="-342900" rtl="0">
              <a:spcBef>
                <a:spcPts val="1600"/>
              </a:spcBef>
              <a:spcAft>
                <a:spcPts val="0"/>
              </a:spcAft>
              <a:buSzPts val="1800"/>
              <a:buChar char="●"/>
              <a:defRPr sz="1800"/>
            </a:lvl7pPr>
            <a:lvl8pPr marL="3657600" lvl="7" indent="-342900" rtl="0">
              <a:spcBef>
                <a:spcPts val="1600"/>
              </a:spcBef>
              <a:spcAft>
                <a:spcPts val="0"/>
              </a:spcAft>
              <a:buSzPts val="1800"/>
              <a:buChar char="○"/>
              <a:defRPr sz="1800"/>
            </a:lvl8pPr>
            <a:lvl9pPr marL="4114800" lvl="8" indent="-342900" rtl="0">
              <a:spcBef>
                <a:spcPts val="1600"/>
              </a:spcBef>
              <a:spcAft>
                <a:spcPts val="1600"/>
              </a:spcAft>
              <a:buSzPts val="1800"/>
              <a:buChar char="■"/>
              <a:defRPr sz="1800"/>
            </a:lvl9pPr>
          </a:lstStyle>
          <a:p>
            <a:endParaRPr/>
          </a:p>
        </p:txBody>
      </p:sp>
    </p:spTree>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 Two Columns 2">
  <p:cSld name="TITLE_ONLY_1">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796050" y="201100"/>
            <a:ext cx="75519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92" name="Google Shape;92;p19"/>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
        <p:nvSpPr>
          <p:cNvPr id="93" name="Google Shape;93;p19"/>
          <p:cNvSpPr txBox="1">
            <a:spLocks noGrp="1"/>
          </p:cNvSpPr>
          <p:nvPr>
            <p:ph type="subTitle" idx="1"/>
          </p:nvPr>
        </p:nvSpPr>
        <p:spPr>
          <a:xfrm>
            <a:off x="5917025" y="3156192"/>
            <a:ext cx="2066700" cy="562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94" name="Google Shape;94;p19"/>
          <p:cNvSpPr txBox="1">
            <a:spLocks noGrp="1"/>
          </p:cNvSpPr>
          <p:nvPr>
            <p:ph type="title" idx="2" hasCustomPrompt="1"/>
          </p:nvPr>
        </p:nvSpPr>
        <p:spPr>
          <a:xfrm>
            <a:off x="5917025" y="2570292"/>
            <a:ext cx="2066700" cy="6621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95" name="Google Shape;95;p19"/>
          <p:cNvSpPr txBox="1">
            <a:spLocks noGrp="1"/>
          </p:cNvSpPr>
          <p:nvPr>
            <p:ph type="subTitle" idx="3"/>
          </p:nvPr>
        </p:nvSpPr>
        <p:spPr>
          <a:xfrm>
            <a:off x="5917025" y="4276092"/>
            <a:ext cx="2066700" cy="562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96" name="Google Shape;96;p19"/>
          <p:cNvSpPr txBox="1">
            <a:spLocks noGrp="1"/>
          </p:cNvSpPr>
          <p:nvPr>
            <p:ph type="title" idx="4" hasCustomPrompt="1"/>
          </p:nvPr>
        </p:nvSpPr>
        <p:spPr>
          <a:xfrm>
            <a:off x="5917025" y="3690192"/>
            <a:ext cx="2066700" cy="6621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Tree>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 Three Columns">
  <p:cSld name="SECTION_TITLE_AND_DESCRIPTION_1_2">
    <p:spTree>
      <p:nvGrpSpPr>
        <p:cNvPr id="1" name="Shape 97"/>
        <p:cNvGrpSpPr/>
        <p:nvPr/>
      </p:nvGrpSpPr>
      <p:grpSpPr>
        <a:xfrm>
          <a:off x="0" y="0"/>
          <a:ext cx="0" cy="0"/>
          <a:chOff x="0" y="0"/>
          <a:chExt cx="0" cy="0"/>
        </a:xfrm>
      </p:grpSpPr>
      <p:sp>
        <p:nvSpPr>
          <p:cNvPr id="98" name="Google Shape;98;p20"/>
          <p:cNvSpPr txBox="1">
            <a:spLocks noGrp="1"/>
          </p:cNvSpPr>
          <p:nvPr>
            <p:ph type="title"/>
          </p:nvPr>
        </p:nvSpPr>
        <p:spPr>
          <a:xfrm>
            <a:off x="1167625" y="2108850"/>
            <a:ext cx="18696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99" name="Google Shape;99;p20"/>
          <p:cNvSpPr txBox="1">
            <a:spLocks noGrp="1"/>
          </p:cNvSpPr>
          <p:nvPr>
            <p:ph type="subTitle" idx="1"/>
          </p:nvPr>
        </p:nvSpPr>
        <p:spPr>
          <a:xfrm>
            <a:off x="1167625" y="3526350"/>
            <a:ext cx="1869600" cy="98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00" name="Google Shape;100;p20"/>
          <p:cNvSpPr txBox="1">
            <a:spLocks noGrp="1"/>
          </p:cNvSpPr>
          <p:nvPr>
            <p:ph type="title" idx="2"/>
          </p:nvPr>
        </p:nvSpPr>
        <p:spPr>
          <a:xfrm>
            <a:off x="3637202" y="2108850"/>
            <a:ext cx="18696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101" name="Google Shape;101;p20"/>
          <p:cNvSpPr txBox="1">
            <a:spLocks noGrp="1"/>
          </p:cNvSpPr>
          <p:nvPr>
            <p:ph type="subTitle" idx="3"/>
          </p:nvPr>
        </p:nvSpPr>
        <p:spPr>
          <a:xfrm>
            <a:off x="3637201" y="3526350"/>
            <a:ext cx="1869600" cy="98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02" name="Google Shape;102;p20"/>
          <p:cNvSpPr txBox="1">
            <a:spLocks noGrp="1"/>
          </p:cNvSpPr>
          <p:nvPr>
            <p:ph type="title" idx="4"/>
          </p:nvPr>
        </p:nvSpPr>
        <p:spPr>
          <a:xfrm>
            <a:off x="6106780" y="2108850"/>
            <a:ext cx="18696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103" name="Google Shape;103;p20"/>
          <p:cNvSpPr txBox="1">
            <a:spLocks noGrp="1"/>
          </p:cNvSpPr>
          <p:nvPr>
            <p:ph type="subTitle" idx="5"/>
          </p:nvPr>
        </p:nvSpPr>
        <p:spPr>
          <a:xfrm>
            <a:off x="6106776" y="3526350"/>
            <a:ext cx="1869600" cy="98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04" name="Google Shape;104;p20"/>
          <p:cNvSpPr txBox="1">
            <a:spLocks noGrp="1"/>
          </p:cNvSpPr>
          <p:nvPr>
            <p:ph type="title" idx="6"/>
          </p:nvPr>
        </p:nvSpPr>
        <p:spPr>
          <a:xfrm>
            <a:off x="796050" y="201100"/>
            <a:ext cx="75519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105" name="Google Shape;105;p20"/>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Tree>
  </p:cSld>
  <p:clrMapOvr>
    <a:masterClrMapping/>
  </p:clrMapOvr>
  <p:transition spd="slow">
    <p:push di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 Six Columns">
  <p:cSld name="SECTION_TITLE_AND_DESCRIPTION_1_2_1">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1167625" y="3305850"/>
            <a:ext cx="1869600" cy="666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108" name="Google Shape;108;p21"/>
          <p:cNvSpPr txBox="1">
            <a:spLocks noGrp="1"/>
          </p:cNvSpPr>
          <p:nvPr>
            <p:ph type="subTitle" idx="1"/>
          </p:nvPr>
        </p:nvSpPr>
        <p:spPr>
          <a:xfrm>
            <a:off x="1167625" y="3907350"/>
            <a:ext cx="1869600" cy="66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09" name="Google Shape;109;p21"/>
          <p:cNvSpPr txBox="1">
            <a:spLocks noGrp="1"/>
          </p:cNvSpPr>
          <p:nvPr>
            <p:ph type="title" idx="2"/>
          </p:nvPr>
        </p:nvSpPr>
        <p:spPr>
          <a:xfrm>
            <a:off x="3637201" y="3305850"/>
            <a:ext cx="1869600" cy="666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110" name="Google Shape;110;p21"/>
          <p:cNvSpPr txBox="1">
            <a:spLocks noGrp="1"/>
          </p:cNvSpPr>
          <p:nvPr>
            <p:ph type="subTitle" idx="3"/>
          </p:nvPr>
        </p:nvSpPr>
        <p:spPr>
          <a:xfrm>
            <a:off x="3637200" y="3907350"/>
            <a:ext cx="1869600" cy="66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11" name="Google Shape;111;p21"/>
          <p:cNvSpPr txBox="1">
            <a:spLocks noGrp="1"/>
          </p:cNvSpPr>
          <p:nvPr>
            <p:ph type="title" idx="4"/>
          </p:nvPr>
        </p:nvSpPr>
        <p:spPr>
          <a:xfrm>
            <a:off x="6106776" y="3305850"/>
            <a:ext cx="1869600" cy="666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112" name="Google Shape;112;p21"/>
          <p:cNvSpPr txBox="1">
            <a:spLocks noGrp="1"/>
          </p:cNvSpPr>
          <p:nvPr>
            <p:ph type="subTitle" idx="5"/>
          </p:nvPr>
        </p:nvSpPr>
        <p:spPr>
          <a:xfrm>
            <a:off x="6106775" y="3907350"/>
            <a:ext cx="1869600" cy="66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13" name="Google Shape;113;p21"/>
          <p:cNvSpPr txBox="1">
            <a:spLocks noGrp="1"/>
          </p:cNvSpPr>
          <p:nvPr>
            <p:ph type="title" idx="6"/>
          </p:nvPr>
        </p:nvSpPr>
        <p:spPr>
          <a:xfrm>
            <a:off x="796050" y="201100"/>
            <a:ext cx="75519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114" name="Google Shape;114;p21"/>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
        <p:nvSpPr>
          <p:cNvPr id="115" name="Google Shape;115;p21"/>
          <p:cNvSpPr txBox="1">
            <a:spLocks noGrp="1"/>
          </p:cNvSpPr>
          <p:nvPr>
            <p:ph type="title" idx="7"/>
          </p:nvPr>
        </p:nvSpPr>
        <p:spPr>
          <a:xfrm>
            <a:off x="1167625" y="1610950"/>
            <a:ext cx="1869600" cy="666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116" name="Google Shape;116;p21"/>
          <p:cNvSpPr txBox="1">
            <a:spLocks noGrp="1"/>
          </p:cNvSpPr>
          <p:nvPr>
            <p:ph type="subTitle" idx="8"/>
          </p:nvPr>
        </p:nvSpPr>
        <p:spPr>
          <a:xfrm>
            <a:off x="1167625" y="2212450"/>
            <a:ext cx="1869600" cy="66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17" name="Google Shape;117;p21"/>
          <p:cNvSpPr txBox="1">
            <a:spLocks noGrp="1"/>
          </p:cNvSpPr>
          <p:nvPr>
            <p:ph type="title" idx="9"/>
          </p:nvPr>
        </p:nvSpPr>
        <p:spPr>
          <a:xfrm>
            <a:off x="3637201" y="1610950"/>
            <a:ext cx="1869600" cy="666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118" name="Google Shape;118;p21"/>
          <p:cNvSpPr txBox="1">
            <a:spLocks noGrp="1"/>
          </p:cNvSpPr>
          <p:nvPr>
            <p:ph type="subTitle" idx="13"/>
          </p:nvPr>
        </p:nvSpPr>
        <p:spPr>
          <a:xfrm>
            <a:off x="3637200" y="2212450"/>
            <a:ext cx="1869600" cy="66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19" name="Google Shape;119;p21"/>
          <p:cNvSpPr txBox="1">
            <a:spLocks noGrp="1"/>
          </p:cNvSpPr>
          <p:nvPr>
            <p:ph type="title" idx="14"/>
          </p:nvPr>
        </p:nvSpPr>
        <p:spPr>
          <a:xfrm>
            <a:off x="6106776" y="1610950"/>
            <a:ext cx="1869600" cy="666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120" name="Google Shape;120;p21"/>
          <p:cNvSpPr txBox="1">
            <a:spLocks noGrp="1"/>
          </p:cNvSpPr>
          <p:nvPr>
            <p:ph type="subTitle" idx="15"/>
          </p:nvPr>
        </p:nvSpPr>
        <p:spPr>
          <a:xfrm>
            <a:off x="6106775" y="2212450"/>
            <a:ext cx="1869600" cy="66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transition spd="slow">
    <p:push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 Text 2">
  <p:cSld name="SECTION_TITLE_AND_DESCRIPTION_2">
    <p:spTree>
      <p:nvGrpSpPr>
        <p:cNvPr id="1" name="Shape 121"/>
        <p:cNvGrpSpPr/>
        <p:nvPr/>
      </p:nvGrpSpPr>
      <p:grpSpPr>
        <a:xfrm>
          <a:off x="0" y="0"/>
          <a:ext cx="0" cy="0"/>
          <a:chOff x="0" y="0"/>
          <a:chExt cx="0" cy="0"/>
        </a:xfrm>
      </p:grpSpPr>
      <p:sp>
        <p:nvSpPr>
          <p:cNvPr id="122" name="Google Shape;122;p22"/>
          <p:cNvSpPr txBox="1">
            <a:spLocks noGrp="1"/>
          </p:cNvSpPr>
          <p:nvPr>
            <p:ph type="subTitle" idx="1"/>
          </p:nvPr>
        </p:nvSpPr>
        <p:spPr>
          <a:xfrm>
            <a:off x="5429475" y="2012425"/>
            <a:ext cx="2841000" cy="50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6"/>
              </a:buClr>
              <a:buSzPts val="2200"/>
              <a:buFont typeface="Advent Pro"/>
              <a:buNone/>
              <a:defRPr sz="2200" b="1">
                <a:solidFill>
                  <a:schemeClr val="accent6"/>
                </a:solidFill>
                <a:latin typeface="Advent Pro"/>
                <a:ea typeface="Advent Pro"/>
                <a:cs typeface="Advent Pro"/>
                <a:sym typeface="Advent Pro"/>
              </a:defRPr>
            </a:lvl1pPr>
            <a:lvl2pPr lvl="1" rtl="0">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2pPr>
            <a:lvl3pPr lvl="2" rtl="0">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3pPr>
            <a:lvl4pPr lvl="3" rtl="0">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4pPr>
            <a:lvl5pPr lvl="4" rtl="0">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5pPr>
            <a:lvl6pPr lvl="5" rtl="0">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6pPr>
            <a:lvl7pPr lvl="6" rtl="0">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7pPr>
            <a:lvl8pPr lvl="7" rtl="0">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8pPr>
            <a:lvl9pPr lvl="8" rtl="0">
              <a:lnSpc>
                <a:spcPct val="100000"/>
              </a:lnSpc>
              <a:spcBef>
                <a:spcPts val="0"/>
              </a:spcBef>
              <a:spcAft>
                <a:spcPts val="0"/>
              </a:spcAft>
              <a:buClr>
                <a:schemeClr val="accent6"/>
              </a:buClr>
              <a:buSzPts val="2100"/>
              <a:buFont typeface="Advent Pro"/>
              <a:buNone/>
              <a:defRPr sz="2100" b="1">
                <a:solidFill>
                  <a:schemeClr val="accent6"/>
                </a:solidFill>
                <a:latin typeface="Advent Pro"/>
                <a:ea typeface="Advent Pro"/>
                <a:cs typeface="Advent Pro"/>
                <a:sym typeface="Advent Pro"/>
              </a:defRPr>
            </a:lvl9pPr>
          </a:lstStyle>
          <a:p>
            <a:endParaRPr/>
          </a:p>
        </p:txBody>
      </p:sp>
      <p:sp>
        <p:nvSpPr>
          <p:cNvPr id="123" name="Google Shape;123;p22"/>
          <p:cNvSpPr txBox="1">
            <a:spLocks noGrp="1"/>
          </p:cNvSpPr>
          <p:nvPr>
            <p:ph type="body" idx="2"/>
          </p:nvPr>
        </p:nvSpPr>
        <p:spPr>
          <a:xfrm>
            <a:off x="5429475" y="2649150"/>
            <a:ext cx="2841000" cy="16161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24" name="Google Shape;124;p22"/>
          <p:cNvSpPr txBox="1">
            <a:spLocks noGrp="1"/>
          </p:cNvSpPr>
          <p:nvPr>
            <p:ph type="title"/>
          </p:nvPr>
        </p:nvSpPr>
        <p:spPr>
          <a:xfrm>
            <a:off x="796050" y="201100"/>
            <a:ext cx="75519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125" name="Google Shape;125;p22"/>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Tree>
  </p:cSld>
  <p:clrMapOvr>
    <a:masterClrMapping/>
  </p:clrMapOvr>
  <p:transition spd="slow">
    <p:push di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 Credits">
  <p:cSld name="ONE_COLUMN_TEXT_1_1_1">
    <p:spTree>
      <p:nvGrpSpPr>
        <p:cNvPr id="1" name="Shape 126"/>
        <p:cNvGrpSpPr/>
        <p:nvPr/>
      </p:nvGrpSpPr>
      <p:grpSpPr>
        <a:xfrm>
          <a:off x="0" y="0"/>
          <a:ext cx="0" cy="0"/>
          <a:chOff x="0" y="0"/>
          <a:chExt cx="0" cy="0"/>
        </a:xfrm>
      </p:grpSpPr>
      <p:sp>
        <p:nvSpPr>
          <p:cNvPr id="127" name="Google Shape;127;p23"/>
          <p:cNvSpPr txBox="1">
            <a:spLocks noGrp="1"/>
          </p:cNvSpPr>
          <p:nvPr>
            <p:ph type="title"/>
          </p:nvPr>
        </p:nvSpPr>
        <p:spPr>
          <a:xfrm>
            <a:off x="796050" y="775250"/>
            <a:ext cx="75519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6000"/>
              <a:buNone/>
              <a:defRPr sz="6000">
                <a:solidFill>
                  <a:schemeClr val="accent6"/>
                </a:solidFill>
              </a:defRPr>
            </a:lvl1pPr>
            <a:lvl2pPr lvl="1" algn="ctr" rtl="0">
              <a:spcBef>
                <a:spcPts val="0"/>
              </a:spcBef>
              <a:spcAft>
                <a:spcPts val="0"/>
              </a:spcAft>
              <a:buClr>
                <a:schemeClr val="accent6"/>
              </a:buClr>
              <a:buSzPts val="6000"/>
              <a:buNone/>
              <a:defRPr sz="6000">
                <a:solidFill>
                  <a:schemeClr val="accent6"/>
                </a:solidFill>
              </a:defRPr>
            </a:lvl2pPr>
            <a:lvl3pPr lvl="2" algn="ctr" rtl="0">
              <a:spcBef>
                <a:spcPts val="0"/>
              </a:spcBef>
              <a:spcAft>
                <a:spcPts val="0"/>
              </a:spcAft>
              <a:buClr>
                <a:schemeClr val="accent6"/>
              </a:buClr>
              <a:buSzPts val="6000"/>
              <a:buNone/>
              <a:defRPr sz="6000">
                <a:solidFill>
                  <a:schemeClr val="accent6"/>
                </a:solidFill>
              </a:defRPr>
            </a:lvl3pPr>
            <a:lvl4pPr lvl="3" algn="ctr" rtl="0">
              <a:spcBef>
                <a:spcPts val="0"/>
              </a:spcBef>
              <a:spcAft>
                <a:spcPts val="0"/>
              </a:spcAft>
              <a:buClr>
                <a:schemeClr val="accent6"/>
              </a:buClr>
              <a:buSzPts val="6000"/>
              <a:buNone/>
              <a:defRPr sz="6000">
                <a:solidFill>
                  <a:schemeClr val="accent6"/>
                </a:solidFill>
              </a:defRPr>
            </a:lvl4pPr>
            <a:lvl5pPr lvl="4" algn="ctr" rtl="0">
              <a:spcBef>
                <a:spcPts val="0"/>
              </a:spcBef>
              <a:spcAft>
                <a:spcPts val="0"/>
              </a:spcAft>
              <a:buClr>
                <a:schemeClr val="accent6"/>
              </a:buClr>
              <a:buSzPts val="6000"/>
              <a:buNone/>
              <a:defRPr sz="6000">
                <a:solidFill>
                  <a:schemeClr val="accent6"/>
                </a:solidFill>
              </a:defRPr>
            </a:lvl5pPr>
            <a:lvl6pPr lvl="5" algn="ctr" rtl="0">
              <a:spcBef>
                <a:spcPts val="0"/>
              </a:spcBef>
              <a:spcAft>
                <a:spcPts val="0"/>
              </a:spcAft>
              <a:buClr>
                <a:schemeClr val="accent6"/>
              </a:buClr>
              <a:buSzPts val="6000"/>
              <a:buNone/>
              <a:defRPr sz="6000">
                <a:solidFill>
                  <a:schemeClr val="accent6"/>
                </a:solidFill>
              </a:defRPr>
            </a:lvl6pPr>
            <a:lvl7pPr lvl="6" algn="ctr" rtl="0">
              <a:spcBef>
                <a:spcPts val="0"/>
              </a:spcBef>
              <a:spcAft>
                <a:spcPts val="0"/>
              </a:spcAft>
              <a:buClr>
                <a:schemeClr val="accent6"/>
              </a:buClr>
              <a:buSzPts val="6000"/>
              <a:buNone/>
              <a:defRPr sz="6000">
                <a:solidFill>
                  <a:schemeClr val="accent6"/>
                </a:solidFill>
              </a:defRPr>
            </a:lvl7pPr>
            <a:lvl8pPr lvl="7" algn="ctr" rtl="0">
              <a:spcBef>
                <a:spcPts val="0"/>
              </a:spcBef>
              <a:spcAft>
                <a:spcPts val="0"/>
              </a:spcAft>
              <a:buClr>
                <a:schemeClr val="accent6"/>
              </a:buClr>
              <a:buSzPts val="6000"/>
              <a:buNone/>
              <a:defRPr sz="6000">
                <a:solidFill>
                  <a:schemeClr val="accent6"/>
                </a:solidFill>
              </a:defRPr>
            </a:lvl8pPr>
            <a:lvl9pPr lvl="8" algn="ctr" rtl="0">
              <a:spcBef>
                <a:spcPts val="0"/>
              </a:spcBef>
              <a:spcAft>
                <a:spcPts val="0"/>
              </a:spcAft>
              <a:buClr>
                <a:schemeClr val="accent6"/>
              </a:buClr>
              <a:buSzPts val="6000"/>
              <a:buNone/>
              <a:defRPr sz="6000">
                <a:solidFill>
                  <a:schemeClr val="accent6"/>
                </a:solidFill>
              </a:defRPr>
            </a:lvl9pPr>
          </a:lstStyle>
          <a:p>
            <a:endParaRPr/>
          </a:p>
        </p:txBody>
      </p:sp>
      <p:cxnSp>
        <p:nvCxnSpPr>
          <p:cNvPr id="128" name="Google Shape;128;p23"/>
          <p:cNvCxnSpPr/>
          <p:nvPr/>
        </p:nvCxnSpPr>
        <p:spPr>
          <a:xfrm>
            <a:off x="4309800" y="1597700"/>
            <a:ext cx="524400" cy="0"/>
          </a:xfrm>
          <a:prstGeom prst="straightConnector1">
            <a:avLst/>
          </a:prstGeom>
          <a:noFill/>
          <a:ln w="38100" cap="flat" cmpd="sng">
            <a:solidFill>
              <a:schemeClr val="accent6"/>
            </a:solidFill>
            <a:prstDash val="solid"/>
            <a:round/>
            <a:headEnd type="none" w="med" len="med"/>
            <a:tailEnd type="none" w="med" len="med"/>
          </a:ln>
        </p:spPr>
      </p:cxnSp>
      <p:sp>
        <p:nvSpPr>
          <p:cNvPr id="129" name="Google Shape;129;p23"/>
          <p:cNvSpPr txBox="1">
            <a:spLocks noGrp="1"/>
          </p:cNvSpPr>
          <p:nvPr>
            <p:ph type="subTitle" idx="1"/>
          </p:nvPr>
        </p:nvSpPr>
        <p:spPr>
          <a:xfrm>
            <a:off x="2669850" y="1791275"/>
            <a:ext cx="3804300" cy="117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30" name="Google Shape;130;p23"/>
          <p:cNvSpPr txBox="1"/>
          <p:nvPr/>
        </p:nvSpPr>
        <p:spPr>
          <a:xfrm>
            <a:off x="3017400" y="3634450"/>
            <a:ext cx="3109200" cy="10191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a:solidFill>
                  <a:schemeClr val="dk2"/>
                </a:solidFill>
                <a:latin typeface="Roboto"/>
                <a:ea typeface="Roboto"/>
                <a:cs typeface="Roboto"/>
                <a:sym typeface="Roboto"/>
              </a:rPr>
              <a:t>CREDITS: This presentation template was created by </a:t>
            </a:r>
            <a:r>
              <a:rPr lang="en" sz="1000" b="1">
                <a:solidFill>
                  <a:schemeClr val="dk2"/>
                </a:solidFill>
                <a:uFill>
                  <a:noFill/>
                </a:uFill>
                <a:latin typeface="Roboto"/>
                <a:ea typeface="Roboto"/>
                <a:cs typeface="Roboto"/>
                <a:sym typeface="Roboto"/>
                <a:hlinkClick r:id="rId2">
                  <a:extLst>
                    <a:ext uri="{A12FA001-AC4F-418D-AE19-62706E023703}">
                      <ahyp:hlinkClr xmlns:ahyp="http://schemas.microsoft.com/office/drawing/2018/hyperlinkcolor" val="tx"/>
                    </a:ext>
                  </a:extLst>
                </a:hlinkClick>
              </a:rPr>
              <a:t>Slidesgo</a:t>
            </a:r>
            <a:r>
              <a:rPr lang="en" sz="1000">
                <a:solidFill>
                  <a:schemeClr val="dk2"/>
                </a:solidFill>
                <a:latin typeface="Roboto"/>
                <a:ea typeface="Roboto"/>
                <a:cs typeface="Roboto"/>
                <a:sym typeface="Roboto"/>
              </a:rPr>
              <a:t>, including icons by </a:t>
            </a:r>
            <a:r>
              <a:rPr lang="en" sz="1000" b="1">
                <a:solidFill>
                  <a:schemeClr val="dk2"/>
                </a:solidFill>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Flaticon</a:t>
            </a:r>
            <a:r>
              <a:rPr lang="en" sz="1000">
                <a:solidFill>
                  <a:schemeClr val="dk2"/>
                </a:solidFill>
                <a:latin typeface="Roboto"/>
                <a:ea typeface="Roboto"/>
                <a:cs typeface="Roboto"/>
                <a:sym typeface="Roboto"/>
              </a:rPr>
              <a:t>, and infographics &amp; images by </a:t>
            </a:r>
            <a:r>
              <a:rPr lang="en" sz="1000" b="1">
                <a:solidFill>
                  <a:schemeClr val="dk2"/>
                </a:solidFill>
                <a:uFill>
                  <a:noFill/>
                </a:uFill>
                <a:latin typeface="Roboto"/>
                <a:ea typeface="Roboto"/>
                <a:cs typeface="Roboto"/>
                <a:sym typeface="Roboto"/>
                <a:hlinkClick r:id="rId4">
                  <a:extLst>
                    <a:ext uri="{A12FA001-AC4F-418D-AE19-62706E023703}">
                      <ahyp:hlinkClr xmlns:ahyp="http://schemas.microsoft.com/office/drawing/2018/hyperlinkcolor" val="tx"/>
                    </a:ext>
                  </a:extLst>
                </a:hlinkClick>
              </a:rPr>
              <a:t>Freepik</a:t>
            </a:r>
            <a:r>
              <a:rPr lang="en" sz="1000">
                <a:solidFill>
                  <a:schemeClr val="dk2"/>
                </a:solidFill>
                <a:latin typeface="Roboto"/>
                <a:ea typeface="Roboto"/>
                <a:cs typeface="Roboto"/>
                <a:sym typeface="Roboto"/>
              </a:rPr>
              <a:t>. </a:t>
            </a:r>
            <a:endParaRPr sz="1000">
              <a:solidFill>
                <a:schemeClr val="dk2"/>
              </a:solidFill>
              <a:latin typeface="Roboto"/>
              <a:ea typeface="Roboto"/>
              <a:cs typeface="Roboto"/>
              <a:sym typeface="Roboto"/>
            </a:endParaRPr>
          </a:p>
          <a:p>
            <a:pPr marL="0" lvl="0" indent="0" algn="ctr" rtl="0">
              <a:spcBef>
                <a:spcPts val="300"/>
              </a:spcBef>
              <a:spcAft>
                <a:spcPts val="0"/>
              </a:spcAft>
              <a:buNone/>
            </a:pPr>
            <a:endParaRPr sz="1000" b="1">
              <a:solidFill>
                <a:schemeClr val="dk2"/>
              </a:solidFill>
              <a:latin typeface="Roboto"/>
              <a:ea typeface="Roboto"/>
              <a:cs typeface="Roboto"/>
              <a:sym typeface="Roboto"/>
            </a:endParaRPr>
          </a:p>
        </p:txBody>
      </p:sp>
    </p:spTree>
  </p:cSld>
  <p:clrMapOvr>
    <a:masterClrMapping/>
  </p:clrMapOvr>
  <p:transition spd="slow">
    <p:push dir="u"/>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Bullet points">
  <p:cSld name="TITLE_AND_TWO_COLUMNS_1">
    <p:spTree>
      <p:nvGrpSpPr>
        <p:cNvPr id="1" name="Shape 131"/>
        <p:cNvGrpSpPr/>
        <p:nvPr/>
      </p:nvGrpSpPr>
      <p:grpSpPr>
        <a:xfrm>
          <a:off x="0" y="0"/>
          <a:ext cx="0" cy="0"/>
          <a:chOff x="0" y="0"/>
          <a:chExt cx="0" cy="0"/>
        </a:xfrm>
      </p:grpSpPr>
      <p:sp>
        <p:nvSpPr>
          <p:cNvPr id="132" name="Google Shape;132;p24"/>
          <p:cNvSpPr txBox="1">
            <a:spLocks noGrp="1"/>
          </p:cNvSpPr>
          <p:nvPr>
            <p:ph type="body" idx="1"/>
          </p:nvPr>
        </p:nvSpPr>
        <p:spPr>
          <a:xfrm>
            <a:off x="737000" y="1408100"/>
            <a:ext cx="3600600" cy="31668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33" name="Google Shape;133;p24"/>
          <p:cNvSpPr txBox="1">
            <a:spLocks noGrp="1"/>
          </p:cNvSpPr>
          <p:nvPr>
            <p:ph type="title"/>
          </p:nvPr>
        </p:nvSpPr>
        <p:spPr>
          <a:xfrm>
            <a:off x="796050" y="201100"/>
            <a:ext cx="75519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134" name="Google Shape;134;p24"/>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800"/>
              <a:buFont typeface="Advent Pro"/>
              <a:buNone/>
              <a:defRPr sz="2800" b="1">
                <a:solidFill>
                  <a:schemeClr val="dk2"/>
                </a:solidFill>
                <a:latin typeface="Advent Pro"/>
                <a:ea typeface="Advent Pro"/>
                <a:cs typeface="Advent Pro"/>
                <a:sym typeface="Advent Pro"/>
              </a:defRPr>
            </a:lvl1pPr>
            <a:lvl2pPr lvl="1">
              <a:spcBef>
                <a:spcPts val="0"/>
              </a:spcBef>
              <a:spcAft>
                <a:spcPts val="0"/>
              </a:spcAft>
              <a:buClr>
                <a:schemeClr val="dk2"/>
              </a:buClr>
              <a:buSzPts val="2800"/>
              <a:buFont typeface="Advent Pro"/>
              <a:buNone/>
              <a:defRPr sz="2800" b="1">
                <a:solidFill>
                  <a:schemeClr val="dk2"/>
                </a:solidFill>
                <a:latin typeface="Advent Pro"/>
                <a:ea typeface="Advent Pro"/>
                <a:cs typeface="Advent Pro"/>
                <a:sym typeface="Advent Pro"/>
              </a:defRPr>
            </a:lvl2pPr>
            <a:lvl3pPr lvl="2">
              <a:spcBef>
                <a:spcPts val="0"/>
              </a:spcBef>
              <a:spcAft>
                <a:spcPts val="0"/>
              </a:spcAft>
              <a:buClr>
                <a:schemeClr val="dk2"/>
              </a:buClr>
              <a:buSzPts val="2800"/>
              <a:buFont typeface="Advent Pro"/>
              <a:buNone/>
              <a:defRPr sz="2800" b="1">
                <a:solidFill>
                  <a:schemeClr val="dk2"/>
                </a:solidFill>
                <a:latin typeface="Advent Pro"/>
                <a:ea typeface="Advent Pro"/>
                <a:cs typeface="Advent Pro"/>
                <a:sym typeface="Advent Pro"/>
              </a:defRPr>
            </a:lvl3pPr>
            <a:lvl4pPr lvl="3">
              <a:spcBef>
                <a:spcPts val="0"/>
              </a:spcBef>
              <a:spcAft>
                <a:spcPts val="0"/>
              </a:spcAft>
              <a:buClr>
                <a:schemeClr val="dk2"/>
              </a:buClr>
              <a:buSzPts val="2800"/>
              <a:buFont typeface="Advent Pro"/>
              <a:buNone/>
              <a:defRPr sz="2800" b="1">
                <a:solidFill>
                  <a:schemeClr val="dk2"/>
                </a:solidFill>
                <a:latin typeface="Advent Pro"/>
                <a:ea typeface="Advent Pro"/>
                <a:cs typeface="Advent Pro"/>
                <a:sym typeface="Advent Pro"/>
              </a:defRPr>
            </a:lvl4pPr>
            <a:lvl5pPr lvl="4">
              <a:spcBef>
                <a:spcPts val="0"/>
              </a:spcBef>
              <a:spcAft>
                <a:spcPts val="0"/>
              </a:spcAft>
              <a:buClr>
                <a:schemeClr val="dk2"/>
              </a:buClr>
              <a:buSzPts val="2800"/>
              <a:buFont typeface="Advent Pro"/>
              <a:buNone/>
              <a:defRPr sz="2800" b="1">
                <a:solidFill>
                  <a:schemeClr val="dk2"/>
                </a:solidFill>
                <a:latin typeface="Advent Pro"/>
                <a:ea typeface="Advent Pro"/>
                <a:cs typeface="Advent Pro"/>
                <a:sym typeface="Advent Pro"/>
              </a:defRPr>
            </a:lvl5pPr>
            <a:lvl6pPr lvl="5">
              <a:spcBef>
                <a:spcPts val="0"/>
              </a:spcBef>
              <a:spcAft>
                <a:spcPts val="0"/>
              </a:spcAft>
              <a:buClr>
                <a:schemeClr val="dk2"/>
              </a:buClr>
              <a:buSzPts val="2800"/>
              <a:buFont typeface="Advent Pro"/>
              <a:buNone/>
              <a:defRPr sz="2800" b="1">
                <a:solidFill>
                  <a:schemeClr val="dk2"/>
                </a:solidFill>
                <a:latin typeface="Advent Pro"/>
                <a:ea typeface="Advent Pro"/>
                <a:cs typeface="Advent Pro"/>
                <a:sym typeface="Advent Pro"/>
              </a:defRPr>
            </a:lvl6pPr>
            <a:lvl7pPr lvl="6">
              <a:spcBef>
                <a:spcPts val="0"/>
              </a:spcBef>
              <a:spcAft>
                <a:spcPts val="0"/>
              </a:spcAft>
              <a:buClr>
                <a:schemeClr val="dk2"/>
              </a:buClr>
              <a:buSzPts val="2800"/>
              <a:buFont typeface="Advent Pro"/>
              <a:buNone/>
              <a:defRPr sz="2800" b="1">
                <a:solidFill>
                  <a:schemeClr val="dk2"/>
                </a:solidFill>
                <a:latin typeface="Advent Pro"/>
                <a:ea typeface="Advent Pro"/>
                <a:cs typeface="Advent Pro"/>
                <a:sym typeface="Advent Pro"/>
              </a:defRPr>
            </a:lvl7pPr>
            <a:lvl8pPr lvl="7">
              <a:spcBef>
                <a:spcPts val="0"/>
              </a:spcBef>
              <a:spcAft>
                <a:spcPts val="0"/>
              </a:spcAft>
              <a:buClr>
                <a:schemeClr val="dk2"/>
              </a:buClr>
              <a:buSzPts val="2800"/>
              <a:buFont typeface="Advent Pro"/>
              <a:buNone/>
              <a:defRPr sz="2800" b="1">
                <a:solidFill>
                  <a:schemeClr val="dk2"/>
                </a:solidFill>
                <a:latin typeface="Advent Pro"/>
                <a:ea typeface="Advent Pro"/>
                <a:cs typeface="Advent Pro"/>
                <a:sym typeface="Advent Pro"/>
              </a:defRPr>
            </a:lvl8pPr>
            <a:lvl9pPr lvl="8">
              <a:spcBef>
                <a:spcPts val="0"/>
              </a:spcBef>
              <a:spcAft>
                <a:spcPts val="0"/>
              </a:spcAft>
              <a:buClr>
                <a:schemeClr val="dk2"/>
              </a:buClr>
              <a:buSzPts val="2800"/>
              <a:buFont typeface="Advent Pro"/>
              <a:buNone/>
              <a:defRPr sz="2800" b="1">
                <a:solidFill>
                  <a:schemeClr val="dk2"/>
                </a:solidFill>
                <a:latin typeface="Advent Pro"/>
                <a:ea typeface="Advent Pro"/>
                <a:cs typeface="Advent Pro"/>
                <a:sym typeface="Advent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rgbClr val="434343"/>
              </a:buClr>
              <a:buSzPts val="1800"/>
              <a:buFont typeface="Roboto"/>
              <a:buChar char="●"/>
              <a:defRPr sz="1800">
                <a:solidFill>
                  <a:srgbClr val="434343"/>
                </a:solidFill>
                <a:latin typeface="Roboto"/>
                <a:ea typeface="Roboto"/>
                <a:cs typeface="Roboto"/>
                <a:sym typeface="Roboto"/>
              </a:defRPr>
            </a:lvl1pPr>
            <a:lvl2pPr marL="914400" lvl="1" indent="-317500">
              <a:lnSpc>
                <a:spcPct val="100000"/>
              </a:lnSpc>
              <a:spcBef>
                <a:spcPts val="1600"/>
              </a:spcBef>
              <a:spcAft>
                <a:spcPts val="0"/>
              </a:spcAft>
              <a:buClr>
                <a:srgbClr val="434343"/>
              </a:buClr>
              <a:buSzPts val="1400"/>
              <a:buFont typeface="Roboto"/>
              <a:buChar char="○"/>
              <a:defRPr>
                <a:solidFill>
                  <a:srgbClr val="434343"/>
                </a:solidFill>
                <a:latin typeface="Roboto"/>
                <a:ea typeface="Roboto"/>
                <a:cs typeface="Roboto"/>
                <a:sym typeface="Roboto"/>
              </a:defRPr>
            </a:lvl2pPr>
            <a:lvl3pPr marL="1371600" lvl="2" indent="-317500">
              <a:lnSpc>
                <a:spcPct val="100000"/>
              </a:lnSpc>
              <a:spcBef>
                <a:spcPts val="1600"/>
              </a:spcBef>
              <a:spcAft>
                <a:spcPts val="0"/>
              </a:spcAft>
              <a:buClr>
                <a:srgbClr val="434343"/>
              </a:buClr>
              <a:buSzPts val="1400"/>
              <a:buFont typeface="Roboto"/>
              <a:buChar char="■"/>
              <a:defRPr>
                <a:solidFill>
                  <a:srgbClr val="434343"/>
                </a:solidFill>
                <a:latin typeface="Roboto"/>
                <a:ea typeface="Roboto"/>
                <a:cs typeface="Roboto"/>
                <a:sym typeface="Roboto"/>
              </a:defRPr>
            </a:lvl3pPr>
            <a:lvl4pPr marL="1828800" lvl="3" indent="-317500">
              <a:lnSpc>
                <a:spcPct val="100000"/>
              </a:lnSpc>
              <a:spcBef>
                <a:spcPts val="1600"/>
              </a:spcBef>
              <a:spcAft>
                <a:spcPts val="0"/>
              </a:spcAft>
              <a:buClr>
                <a:srgbClr val="434343"/>
              </a:buClr>
              <a:buSzPts val="1400"/>
              <a:buFont typeface="Roboto"/>
              <a:buChar char="●"/>
              <a:defRPr>
                <a:solidFill>
                  <a:srgbClr val="434343"/>
                </a:solidFill>
                <a:latin typeface="Roboto"/>
                <a:ea typeface="Roboto"/>
                <a:cs typeface="Roboto"/>
                <a:sym typeface="Roboto"/>
              </a:defRPr>
            </a:lvl4pPr>
            <a:lvl5pPr marL="2286000" lvl="4" indent="-317500">
              <a:lnSpc>
                <a:spcPct val="100000"/>
              </a:lnSpc>
              <a:spcBef>
                <a:spcPts val="1600"/>
              </a:spcBef>
              <a:spcAft>
                <a:spcPts val="0"/>
              </a:spcAft>
              <a:buClr>
                <a:srgbClr val="434343"/>
              </a:buClr>
              <a:buSzPts val="1400"/>
              <a:buFont typeface="Roboto"/>
              <a:buChar char="○"/>
              <a:defRPr>
                <a:solidFill>
                  <a:srgbClr val="434343"/>
                </a:solidFill>
                <a:latin typeface="Roboto"/>
                <a:ea typeface="Roboto"/>
                <a:cs typeface="Roboto"/>
                <a:sym typeface="Roboto"/>
              </a:defRPr>
            </a:lvl5pPr>
            <a:lvl6pPr marL="2743200" lvl="5" indent="-317500">
              <a:lnSpc>
                <a:spcPct val="100000"/>
              </a:lnSpc>
              <a:spcBef>
                <a:spcPts val="1600"/>
              </a:spcBef>
              <a:spcAft>
                <a:spcPts val="0"/>
              </a:spcAft>
              <a:buClr>
                <a:srgbClr val="434343"/>
              </a:buClr>
              <a:buSzPts val="1400"/>
              <a:buFont typeface="Roboto"/>
              <a:buChar char="■"/>
              <a:defRPr>
                <a:solidFill>
                  <a:srgbClr val="434343"/>
                </a:solidFill>
                <a:latin typeface="Roboto"/>
                <a:ea typeface="Roboto"/>
                <a:cs typeface="Roboto"/>
                <a:sym typeface="Roboto"/>
              </a:defRPr>
            </a:lvl6pPr>
            <a:lvl7pPr marL="3200400" lvl="6" indent="-317500">
              <a:lnSpc>
                <a:spcPct val="100000"/>
              </a:lnSpc>
              <a:spcBef>
                <a:spcPts val="1600"/>
              </a:spcBef>
              <a:spcAft>
                <a:spcPts val="0"/>
              </a:spcAft>
              <a:buClr>
                <a:srgbClr val="434343"/>
              </a:buClr>
              <a:buSzPts val="1400"/>
              <a:buFont typeface="Roboto"/>
              <a:buChar char="●"/>
              <a:defRPr>
                <a:solidFill>
                  <a:srgbClr val="434343"/>
                </a:solidFill>
                <a:latin typeface="Roboto"/>
                <a:ea typeface="Roboto"/>
                <a:cs typeface="Roboto"/>
                <a:sym typeface="Roboto"/>
              </a:defRPr>
            </a:lvl7pPr>
            <a:lvl8pPr marL="3657600" lvl="7" indent="-317500">
              <a:lnSpc>
                <a:spcPct val="100000"/>
              </a:lnSpc>
              <a:spcBef>
                <a:spcPts val="1600"/>
              </a:spcBef>
              <a:spcAft>
                <a:spcPts val="0"/>
              </a:spcAft>
              <a:buClr>
                <a:srgbClr val="434343"/>
              </a:buClr>
              <a:buSzPts val="1400"/>
              <a:buFont typeface="Roboto"/>
              <a:buChar char="○"/>
              <a:defRPr>
                <a:solidFill>
                  <a:srgbClr val="434343"/>
                </a:solidFill>
                <a:latin typeface="Roboto"/>
                <a:ea typeface="Roboto"/>
                <a:cs typeface="Roboto"/>
                <a:sym typeface="Roboto"/>
              </a:defRPr>
            </a:lvl8pPr>
            <a:lvl9pPr marL="4114800" lvl="8" indent="-317500">
              <a:lnSpc>
                <a:spcPct val="100000"/>
              </a:lnSpc>
              <a:spcBef>
                <a:spcPts val="1600"/>
              </a:spcBef>
              <a:spcAft>
                <a:spcPts val="1600"/>
              </a:spcAft>
              <a:buClr>
                <a:srgbClr val="434343"/>
              </a:buClr>
              <a:buSzPts val="1400"/>
              <a:buFont typeface="Roboto"/>
              <a:buChar char="■"/>
              <a:defRPr>
                <a:solidFill>
                  <a:srgbClr val="434343"/>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transition spd="slow">
    <p:push dir="u"/>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hyperlink" Target="https://www.kaggle.com/datasets/dharun4772/doordash-eta-prediction" TargetMode="External"/><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6.xml"/><Relationship Id="rId1" Type="http://schemas.openxmlformats.org/officeDocument/2006/relationships/slideLayout" Target="../slideLayouts/slideLayout12.xml"/><Relationship Id="rId5" Type="http://schemas.openxmlformats.org/officeDocument/2006/relationships/image" Target="../media/image23.jpeg"/><Relationship Id="rId4" Type="http://schemas.openxmlformats.org/officeDocument/2006/relationships/image" Target="../media/image22.jpe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2.xml"/><Relationship Id="rId5" Type="http://schemas.openxmlformats.org/officeDocument/2006/relationships/image" Target="../media/image26.jpeg"/><Relationship Id="rId4" Type="http://schemas.openxmlformats.org/officeDocument/2006/relationships/image" Target="../media/image25.jpeg"/></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28.jpeg"/></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grpSp>
        <p:nvGrpSpPr>
          <p:cNvPr id="149" name="Google Shape;149;p30"/>
          <p:cNvGrpSpPr/>
          <p:nvPr/>
        </p:nvGrpSpPr>
        <p:grpSpPr>
          <a:xfrm>
            <a:off x="4059784" y="621255"/>
            <a:ext cx="5065148" cy="3795451"/>
            <a:chOff x="936525" y="238100"/>
            <a:chExt cx="5319975" cy="3986400"/>
          </a:xfrm>
        </p:grpSpPr>
        <p:sp>
          <p:nvSpPr>
            <p:cNvPr id="150" name="Google Shape;150;p30"/>
            <p:cNvSpPr/>
            <p:nvPr/>
          </p:nvSpPr>
          <p:spPr>
            <a:xfrm>
              <a:off x="1585950" y="238100"/>
              <a:ext cx="4670550" cy="3949625"/>
            </a:xfrm>
            <a:custGeom>
              <a:avLst/>
              <a:gdLst/>
              <a:ahLst/>
              <a:cxnLst/>
              <a:rect l="l" t="t" r="r" b="b"/>
              <a:pathLst>
                <a:path w="186822" h="157985" extrusionOk="0">
                  <a:moveTo>
                    <a:pt x="91145" y="1"/>
                  </a:moveTo>
                  <a:cubicBezTo>
                    <a:pt x="83069" y="1"/>
                    <a:pt x="75289" y="5146"/>
                    <a:pt x="70242" y="11684"/>
                  </a:cubicBezTo>
                  <a:cubicBezTo>
                    <a:pt x="64470" y="19161"/>
                    <a:pt x="61385" y="28296"/>
                    <a:pt x="57534" y="36921"/>
                  </a:cubicBezTo>
                  <a:cubicBezTo>
                    <a:pt x="53683" y="45547"/>
                    <a:pt x="48606" y="54190"/>
                    <a:pt x="40421" y="58906"/>
                  </a:cubicBezTo>
                  <a:cubicBezTo>
                    <a:pt x="32607" y="63409"/>
                    <a:pt x="22888" y="63771"/>
                    <a:pt x="15215" y="68510"/>
                  </a:cubicBezTo>
                  <a:cubicBezTo>
                    <a:pt x="4141" y="75350"/>
                    <a:pt x="1" y="90547"/>
                    <a:pt x="3903" y="102964"/>
                  </a:cubicBezTo>
                  <a:cubicBezTo>
                    <a:pt x="7804" y="115382"/>
                    <a:pt x="18408" y="124900"/>
                    <a:pt x="30388" y="129989"/>
                  </a:cubicBezTo>
                  <a:cubicBezTo>
                    <a:pt x="42021" y="134933"/>
                    <a:pt x="54885" y="136165"/>
                    <a:pt x="67538" y="136165"/>
                  </a:cubicBezTo>
                  <a:cubicBezTo>
                    <a:pt x="67915" y="136165"/>
                    <a:pt x="68293" y="136164"/>
                    <a:pt x="68670" y="136162"/>
                  </a:cubicBezTo>
                  <a:cubicBezTo>
                    <a:pt x="71151" y="136148"/>
                    <a:pt x="73662" y="136098"/>
                    <a:pt x="76171" y="136098"/>
                  </a:cubicBezTo>
                  <a:cubicBezTo>
                    <a:pt x="83592" y="136098"/>
                    <a:pt x="91005" y="136539"/>
                    <a:pt x="97639" y="139671"/>
                  </a:cubicBezTo>
                  <a:cubicBezTo>
                    <a:pt x="105490" y="143379"/>
                    <a:pt x="111304" y="150460"/>
                    <a:pt x="119003" y="154473"/>
                  </a:cubicBezTo>
                  <a:cubicBezTo>
                    <a:pt x="123471" y="156801"/>
                    <a:pt x="128510" y="157984"/>
                    <a:pt x="133547" y="157984"/>
                  </a:cubicBezTo>
                  <a:cubicBezTo>
                    <a:pt x="137128" y="157984"/>
                    <a:pt x="140707" y="157386"/>
                    <a:pt x="144079" y="156175"/>
                  </a:cubicBezTo>
                  <a:cubicBezTo>
                    <a:pt x="168362" y="147455"/>
                    <a:pt x="180365" y="110227"/>
                    <a:pt x="184842" y="87706"/>
                  </a:cubicBezTo>
                  <a:cubicBezTo>
                    <a:pt x="186018" y="81789"/>
                    <a:pt x="186821" y="75647"/>
                    <a:pt x="185541" y="69753"/>
                  </a:cubicBezTo>
                  <a:cubicBezTo>
                    <a:pt x="184259" y="63857"/>
                    <a:pt x="180546" y="58199"/>
                    <a:pt x="174931" y="55993"/>
                  </a:cubicBezTo>
                  <a:cubicBezTo>
                    <a:pt x="172945" y="55214"/>
                    <a:pt x="170924" y="54904"/>
                    <a:pt x="168876" y="54904"/>
                  </a:cubicBezTo>
                  <a:cubicBezTo>
                    <a:pt x="160991" y="54904"/>
                    <a:pt x="152710" y="59492"/>
                    <a:pt x="144539" y="59492"/>
                  </a:cubicBezTo>
                  <a:cubicBezTo>
                    <a:pt x="143674" y="59492"/>
                    <a:pt x="142810" y="59440"/>
                    <a:pt x="141948" y="59327"/>
                  </a:cubicBezTo>
                  <a:cubicBezTo>
                    <a:pt x="133155" y="58167"/>
                    <a:pt x="126439" y="50691"/>
                    <a:pt x="122614" y="42689"/>
                  </a:cubicBezTo>
                  <a:cubicBezTo>
                    <a:pt x="118789" y="34689"/>
                    <a:pt x="117040" y="25835"/>
                    <a:pt x="113372" y="17761"/>
                  </a:cubicBezTo>
                  <a:cubicBezTo>
                    <a:pt x="109704" y="9688"/>
                    <a:pt x="103348" y="2002"/>
                    <a:pt x="94638" y="331"/>
                  </a:cubicBezTo>
                  <a:cubicBezTo>
                    <a:pt x="93473" y="107"/>
                    <a:pt x="92306" y="1"/>
                    <a:pt x="91145" y="1"/>
                  </a:cubicBezTo>
                  <a:close/>
                </a:path>
              </a:pathLst>
            </a:custGeom>
            <a:solidFill>
              <a:srgbClr val="FF6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0"/>
            <p:cNvSpPr/>
            <p:nvPr/>
          </p:nvSpPr>
          <p:spPr>
            <a:xfrm>
              <a:off x="936525" y="2497025"/>
              <a:ext cx="659925" cy="801900"/>
            </a:xfrm>
            <a:custGeom>
              <a:avLst/>
              <a:gdLst/>
              <a:ahLst/>
              <a:cxnLst/>
              <a:rect l="l" t="t" r="r" b="b"/>
              <a:pathLst>
                <a:path w="26397" h="32076" extrusionOk="0">
                  <a:moveTo>
                    <a:pt x="11422" y="1"/>
                  </a:moveTo>
                  <a:cubicBezTo>
                    <a:pt x="10866" y="1"/>
                    <a:pt x="10274" y="46"/>
                    <a:pt x="9640" y="141"/>
                  </a:cubicBezTo>
                  <a:cubicBezTo>
                    <a:pt x="5702" y="732"/>
                    <a:pt x="2430" y="3940"/>
                    <a:pt x="1216" y="7734"/>
                  </a:cubicBezTo>
                  <a:cubicBezTo>
                    <a:pt x="0" y="11528"/>
                    <a:pt x="664" y="15761"/>
                    <a:pt x="2459" y="19317"/>
                  </a:cubicBezTo>
                  <a:cubicBezTo>
                    <a:pt x="4253" y="22873"/>
                    <a:pt x="7097" y="25808"/>
                    <a:pt x="10241" y="28254"/>
                  </a:cubicBezTo>
                  <a:cubicBezTo>
                    <a:pt x="12805" y="30251"/>
                    <a:pt x="15774" y="32014"/>
                    <a:pt x="19022" y="32074"/>
                  </a:cubicBezTo>
                  <a:cubicBezTo>
                    <a:pt x="19066" y="32075"/>
                    <a:pt x="19109" y="32076"/>
                    <a:pt x="19153" y="32076"/>
                  </a:cubicBezTo>
                  <a:cubicBezTo>
                    <a:pt x="22363" y="32076"/>
                    <a:pt x="25746" y="29895"/>
                    <a:pt x="26096" y="26708"/>
                  </a:cubicBezTo>
                  <a:cubicBezTo>
                    <a:pt x="26397" y="23957"/>
                    <a:pt x="24516" y="21520"/>
                    <a:pt x="23100" y="19145"/>
                  </a:cubicBezTo>
                  <a:cubicBezTo>
                    <a:pt x="19506" y="13117"/>
                    <a:pt x="20856" y="1"/>
                    <a:pt x="11422" y="1"/>
                  </a:cubicBezTo>
                  <a:close/>
                </a:path>
              </a:pathLst>
            </a:custGeom>
            <a:solidFill>
              <a:srgbClr val="FF33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30"/>
            <p:cNvSpPr/>
            <p:nvPr/>
          </p:nvSpPr>
          <p:spPr>
            <a:xfrm>
              <a:off x="1602825" y="3328450"/>
              <a:ext cx="359400" cy="312375"/>
            </a:xfrm>
            <a:custGeom>
              <a:avLst/>
              <a:gdLst/>
              <a:ahLst/>
              <a:cxnLst/>
              <a:rect l="l" t="t" r="r" b="b"/>
              <a:pathLst>
                <a:path w="14376" h="12495" extrusionOk="0">
                  <a:moveTo>
                    <a:pt x="7162" y="0"/>
                  </a:moveTo>
                  <a:cubicBezTo>
                    <a:pt x="3523" y="0"/>
                    <a:pt x="0" y="4267"/>
                    <a:pt x="998" y="8034"/>
                  </a:cubicBezTo>
                  <a:cubicBezTo>
                    <a:pt x="1672" y="10576"/>
                    <a:pt x="4194" y="12494"/>
                    <a:pt x="6817" y="12494"/>
                  </a:cubicBezTo>
                  <a:cubicBezTo>
                    <a:pt x="6883" y="12494"/>
                    <a:pt x="6950" y="12493"/>
                    <a:pt x="7017" y="12490"/>
                  </a:cubicBezTo>
                  <a:cubicBezTo>
                    <a:pt x="13009" y="12267"/>
                    <a:pt x="14375" y="4701"/>
                    <a:pt x="10223" y="1169"/>
                  </a:cubicBezTo>
                  <a:cubicBezTo>
                    <a:pt x="9263" y="352"/>
                    <a:pt x="8208" y="0"/>
                    <a:pt x="7162" y="0"/>
                  </a:cubicBezTo>
                  <a:close/>
                </a:path>
              </a:pathLst>
            </a:custGeom>
            <a:solidFill>
              <a:srgbClr val="FF33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0"/>
            <p:cNvSpPr/>
            <p:nvPr/>
          </p:nvSpPr>
          <p:spPr>
            <a:xfrm>
              <a:off x="3230125" y="3806550"/>
              <a:ext cx="854375" cy="417950"/>
            </a:xfrm>
            <a:custGeom>
              <a:avLst/>
              <a:gdLst/>
              <a:ahLst/>
              <a:cxnLst/>
              <a:rect l="l" t="t" r="r" b="b"/>
              <a:pathLst>
                <a:path w="34175" h="16718" extrusionOk="0">
                  <a:moveTo>
                    <a:pt x="14322" y="0"/>
                  </a:moveTo>
                  <a:cubicBezTo>
                    <a:pt x="7249" y="0"/>
                    <a:pt x="1" y="1494"/>
                    <a:pt x="1937" y="7168"/>
                  </a:cubicBezTo>
                  <a:cubicBezTo>
                    <a:pt x="2738" y="9516"/>
                    <a:pt x="5431" y="10528"/>
                    <a:pt x="7804" y="11246"/>
                  </a:cubicBezTo>
                  <a:lnTo>
                    <a:pt x="23084" y="15864"/>
                  </a:lnTo>
                  <a:cubicBezTo>
                    <a:pt x="24492" y="16291"/>
                    <a:pt x="25966" y="16718"/>
                    <a:pt x="27416" y="16718"/>
                  </a:cubicBezTo>
                  <a:cubicBezTo>
                    <a:pt x="27959" y="16718"/>
                    <a:pt x="28498" y="16658"/>
                    <a:pt x="29029" y="16516"/>
                  </a:cubicBezTo>
                  <a:cubicBezTo>
                    <a:pt x="32440" y="15604"/>
                    <a:pt x="34174" y="11336"/>
                    <a:pt x="33114" y="7970"/>
                  </a:cubicBezTo>
                  <a:cubicBezTo>
                    <a:pt x="32054" y="4606"/>
                    <a:pt x="28883" y="2243"/>
                    <a:pt x="25509" y="1211"/>
                  </a:cubicBezTo>
                  <a:cubicBezTo>
                    <a:pt x="23765" y="677"/>
                    <a:pt x="19083" y="0"/>
                    <a:pt x="14322" y="0"/>
                  </a:cubicBezTo>
                  <a:close/>
                </a:path>
              </a:pathLst>
            </a:custGeom>
            <a:solidFill>
              <a:srgbClr val="FF33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30"/>
            <p:cNvSpPr/>
            <p:nvPr/>
          </p:nvSpPr>
          <p:spPr>
            <a:xfrm>
              <a:off x="5137450" y="870200"/>
              <a:ext cx="1025675" cy="624125"/>
            </a:xfrm>
            <a:custGeom>
              <a:avLst/>
              <a:gdLst/>
              <a:ahLst/>
              <a:cxnLst/>
              <a:rect l="l" t="t" r="r" b="b"/>
              <a:pathLst>
                <a:path w="41027" h="24965" extrusionOk="0">
                  <a:moveTo>
                    <a:pt x="25549" y="0"/>
                  </a:moveTo>
                  <a:cubicBezTo>
                    <a:pt x="18911" y="0"/>
                    <a:pt x="13145" y="3402"/>
                    <a:pt x="8571" y="8262"/>
                  </a:cubicBezTo>
                  <a:cubicBezTo>
                    <a:pt x="4815" y="12252"/>
                    <a:pt x="1" y="19959"/>
                    <a:pt x="7114" y="23937"/>
                  </a:cubicBezTo>
                  <a:cubicBezTo>
                    <a:pt x="8457" y="24688"/>
                    <a:pt x="9936" y="24964"/>
                    <a:pt x="11463" y="24964"/>
                  </a:cubicBezTo>
                  <a:cubicBezTo>
                    <a:pt x="13537" y="24964"/>
                    <a:pt x="15699" y="24453"/>
                    <a:pt x="17723" y="23927"/>
                  </a:cubicBezTo>
                  <a:lnTo>
                    <a:pt x="31486" y="20348"/>
                  </a:lnTo>
                  <a:cubicBezTo>
                    <a:pt x="33714" y="19769"/>
                    <a:pt x="36033" y="19142"/>
                    <a:pt x="37758" y="17616"/>
                  </a:cubicBezTo>
                  <a:cubicBezTo>
                    <a:pt x="40848" y="14880"/>
                    <a:pt x="41027" y="9774"/>
                    <a:pt x="38820" y="6286"/>
                  </a:cubicBezTo>
                  <a:cubicBezTo>
                    <a:pt x="36613" y="2799"/>
                    <a:pt x="32548" y="821"/>
                    <a:pt x="28466" y="217"/>
                  </a:cubicBezTo>
                  <a:cubicBezTo>
                    <a:pt x="27476" y="71"/>
                    <a:pt x="26504" y="0"/>
                    <a:pt x="25549" y="0"/>
                  </a:cubicBezTo>
                  <a:close/>
                </a:path>
              </a:pathLst>
            </a:custGeom>
            <a:solidFill>
              <a:srgbClr val="FF33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 name="Google Shape;155;p30"/>
          <p:cNvSpPr txBox="1">
            <a:spLocks noGrp="1"/>
          </p:cNvSpPr>
          <p:nvPr>
            <p:ph type="ctrTitle"/>
          </p:nvPr>
        </p:nvSpPr>
        <p:spPr>
          <a:xfrm>
            <a:off x="475737" y="677674"/>
            <a:ext cx="3618000" cy="205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rgbClr val="FF3309"/>
                </a:solidFill>
              </a:rPr>
              <a:t>DoorDash</a:t>
            </a:r>
            <a:r>
              <a:rPr lang="en"/>
              <a:t> </a:t>
            </a:r>
            <a:r>
              <a:rPr lang="en">
                <a:solidFill>
                  <a:srgbClr val="FF3309"/>
                </a:solidFill>
              </a:rPr>
              <a:t>ETA Prediction</a:t>
            </a:r>
            <a:endParaRPr>
              <a:solidFill>
                <a:srgbClr val="FF3309"/>
              </a:solidFill>
            </a:endParaRPr>
          </a:p>
        </p:txBody>
      </p:sp>
      <p:sp>
        <p:nvSpPr>
          <p:cNvPr id="156" name="Google Shape;156;p30"/>
          <p:cNvSpPr txBox="1">
            <a:spLocks noGrp="1"/>
          </p:cNvSpPr>
          <p:nvPr>
            <p:ph type="subTitle" idx="1"/>
          </p:nvPr>
        </p:nvSpPr>
        <p:spPr>
          <a:xfrm>
            <a:off x="494887" y="2931229"/>
            <a:ext cx="3468052" cy="20526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400" b="1"/>
              <a:t>Group Members:</a:t>
            </a:r>
          </a:p>
          <a:p>
            <a:pPr marL="0" lvl="0" indent="0" algn="l" rtl="0">
              <a:lnSpc>
                <a:spcPct val="150000"/>
              </a:lnSpc>
              <a:spcBef>
                <a:spcPts val="0"/>
              </a:spcBef>
              <a:spcAft>
                <a:spcPts val="0"/>
              </a:spcAft>
              <a:buNone/>
            </a:pPr>
            <a:r>
              <a:rPr lang="en" sz="1400" b="1"/>
              <a:t>PXA240008 - Pratik Alkutkar</a:t>
            </a:r>
          </a:p>
          <a:p>
            <a:pPr marL="0" lvl="0" indent="0" algn="l" rtl="0">
              <a:lnSpc>
                <a:spcPct val="150000"/>
              </a:lnSpc>
              <a:spcBef>
                <a:spcPts val="0"/>
              </a:spcBef>
              <a:spcAft>
                <a:spcPts val="0"/>
              </a:spcAft>
              <a:buNone/>
            </a:pPr>
            <a:r>
              <a:rPr lang="en" sz="1400" b="1"/>
              <a:t>VKC240000 - Vaishnavi Chaudhari</a:t>
            </a:r>
          </a:p>
          <a:p>
            <a:pPr marL="0" lvl="0" indent="0" algn="l" rtl="0">
              <a:lnSpc>
                <a:spcPct val="150000"/>
              </a:lnSpc>
              <a:spcBef>
                <a:spcPts val="0"/>
              </a:spcBef>
              <a:spcAft>
                <a:spcPts val="0"/>
              </a:spcAft>
              <a:buNone/>
            </a:pPr>
            <a:r>
              <a:rPr lang="en" sz="1400" b="1"/>
              <a:t>DSA230007 - Deepali Attavar</a:t>
            </a:r>
          </a:p>
          <a:p>
            <a:pPr marL="0" indent="0">
              <a:lnSpc>
                <a:spcPct val="150000"/>
              </a:lnSpc>
            </a:pPr>
            <a:r>
              <a:rPr lang="en-US" sz="1400" b="1"/>
              <a:t>RXM230023 - </a:t>
            </a:r>
            <a:r>
              <a:rPr lang="en" sz="1400" b="1"/>
              <a:t>Ramesh Mohan </a:t>
            </a:r>
          </a:p>
          <a:p>
            <a:pPr marL="0" lvl="0" indent="0" algn="l" rtl="0">
              <a:lnSpc>
                <a:spcPct val="150000"/>
              </a:lnSpc>
              <a:spcBef>
                <a:spcPts val="0"/>
              </a:spcBef>
              <a:spcAft>
                <a:spcPts val="0"/>
              </a:spcAft>
              <a:buNone/>
            </a:pPr>
            <a:r>
              <a:rPr lang="en-US" sz="1400" b="1"/>
              <a:t>FXS230031 -</a:t>
            </a:r>
            <a:r>
              <a:rPr lang="en-US" sz="1100" b="1"/>
              <a:t> </a:t>
            </a:r>
            <a:r>
              <a:rPr lang="en" sz="1400" b="1"/>
              <a:t>Firasuddin Syed</a:t>
            </a:r>
            <a:endParaRPr lang="en-US" sz="1400" b="1"/>
          </a:p>
        </p:txBody>
      </p:sp>
      <p:cxnSp>
        <p:nvCxnSpPr>
          <p:cNvPr id="157" name="Google Shape;157;p30"/>
          <p:cNvCxnSpPr/>
          <p:nvPr/>
        </p:nvCxnSpPr>
        <p:spPr>
          <a:xfrm flipV="1">
            <a:off x="623400" y="2717208"/>
            <a:ext cx="1800823" cy="5215"/>
          </a:xfrm>
          <a:prstGeom prst="straightConnector1">
            <a:avLst/>
          </a:prstGeom>
          <a:noFill/>
          <a:ln w="38100" cap="flat" cmpd="sng">
            <a:solidFill>
              <a:schemeClr val="accent6"/>
            </a:solidFill>
            <a:prstDash val="solid"/>
            <a:round/>
            <a:headEnd type="none" w="med" len="med"/>
            <a:tailEnd type="none" w="med" len="med"/>
          </a:ln>
        </p:spPr>
      </p:cxnSp>
      <p:grpSp>
        <p:nvGrpSpPr>
          <p:cNvPr id="158" name="Google Shape;158;p30"/>
          <p:cNvGrpSpPr/>
          <p:nvPr/>
        </p:nvGrpSpPr>
        <p:grpSpPr>
          <a:xfrm>
            <a:off x="4760184" y="632680"/>
            <a:ext cx="4717227" cy="4962536"/>
            <a:chOff x="4760184" y="632680"/>
            <a:chExt cx="4717227" cy="4962536"/>
          </a:xfrm>
        </p:grpSpPr>
        <p:grpSp>
          <p:nvGrpSpPr>
            <p:cNvPr id="159" name="Google Shape;159;p30"/>
            <p:cNvGrpSpPr/>
            <p:nvPr/>
          </p:nvGrpSpPr>
          <p:grpSpPr>
            <a:xfrm>
              <a:off x="4760184" y="632680"/>
              <a:ext cx="4717227" cy="4962536"/>
              <a:chOff x="1713850" y="264375"/>
              <a:chExt cx="4954550" cy="5212200"/>
            </a:xfrm>
          </p:grpSpPr>
          <p:sp>
            <p:nvSpPr>
              <p:cNvPr id="160" name="Google Shape;160;p30"/>
              <p:cNvSpPr/>
              <p:nvPr/>
            </p:nvSpPr>
            <p:spPr>
              <a:xfrm>
                <a:off x="2555400" y="2170725"/>
                <a:ext cx="694500" cy="332500"/>
              </a:xfrm>
              <a:custGeom>
                <a:avLst/>
                <a:gdLst/>
                <a:ahLst/>
                <a:cxnLst/>
                <a:rect l="l" t="t" r="r" b="b"/>
                <a:pathLst>
                  <a:path w="27780" h="13300" extrusionOk="0">
                    <a:moveTo>
                      <a:pt x="21074" y="0"/>
                    </a:moveTo>
                    <a:lnTo>
                      <a:pt x="1" y="1924"/>
                    </a:lnTo>
                    <a:cubicBezTo>
                      <a:pt x="3646" y="8936"/>
                      <a:pt x="10884" y="13299"/>
                      <a:pt x="18732" y="13299"/>
                    </a:cubicBezTo>
                    <a:cubicBezTo>
                      <a:pt x="19059" y="13299"/>
                      <a:pt x="19387" y="13292"/>
                      <a:pt x="19716" y="13277"/>
                    </a:cubicBezTo>
                    <a:lnTo>
                      <a:pt x="27780" y="12901"/>
                    </a:lnTo>
                    <a:lnTo>
                      <a:pt x="21074" y="0"/>
                    </a:lnTo>
                    <a:close/>
                  </a:path>
                </a:pathLst>
              </a:custGeom>
              <a:solidFill>
                <a:schemeClr val="accent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0"/>
              <p:cNvSpPr/>
              <p:nvPr/>
            </p:nvSpPr>
            <p:spPr>
              <a:xfrm>
                <a:off x="2712825" y="2473500"/>
                <a:ext cx="694475" cy="332500"/>
              </a:xfrm>
              <a:custGeom>
                <a:avLst/>
                <a:gdLst/>
                <a:ahLst/>
                <a:cxnLst/>
                <a:rect l="l" t="t" r="r" b="b"/>
                <a:pathLst>
                  <a:path w="27779" h="13300" extrusionOk="0">
                    <a:moveTo>
                      <a:pt x="21072" y="1"/>
                    </a:moveTo>
                    <a:lnTo>
                      <a:pt x="0" y="1924"/>
                    </a:lnTo>
                    <a:cubicBezTo>
                      <a:pt x="3644" y="8936"/>
                      <a:pt x="10882" y="13300"/>
                      <a:pt x="18731" y="13300"/>
                    </a:cubicBezTo>
                    <a:cubicBezTo>
                      <a:pt x="19058" y="13300"/>
                      <a:pt x="19386" y="13292"/>
                      <a:pt x="19714" y="13277"/>
                    </a:cubicBezTo>
                    <a:lnTo>
                      <a:pt x="27778" y="12903"/>
                    </a:lnTo>
                    <a:lnTo>
                      <a:pt x="21072" y="1"/>
                    </a:lnTo>
                    <a:close/>
                  </a:path>
                </a:pathLst>
              </a:custGeom>
              <a:solidFill>
                <a:schemeClr val="accent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0"/>
              <p:cNvSpPr/>
              <p:nvPr/>
            </p:nvSpPr>
            <p:spPr>
              <a:xfrm>
                <a:off x="3029050" y="3016525"/>
                <a:ext cx="596800" cy="352825"/>
              </a:xfrm>
              <a:custGeom>
                <a:avLst/>
                <a:gdLst/>
                <a:ahLst/>
                <a:cxnLst/>
                <a:rect l="l" t="t" r="r" b="b"/>
                <a:pathLst>
                  <a:path w="23872" h="14113" extrusionOk="0">
                    <a:moveTo>
                      <a:pt x="19714" y="1"/>
                    </a:moveTo>
                    <a:lnTo>
                      <a:pt x="0" y="10249"/>
                    </a:lnTo>
                    <a:cubicBezTo>
                      <a:pt x="2423" y="12780"/>
                      <a:pt x="5714" y="14113"/>
                      <a:pt x="9052" y="14113"/>
                    </a:cubicBezTo>
                    <a:cubicBezTo>
                      <a:pt x="11016" y="14113"/>
                      <a:pt x="12997" y="13651"/>
                      <a:pt x="14826" y="12700"/>
                    </a:cubicBezTo>
                    <a:lnTo>
                      <a:pt x="23872" y="7999"/>
                    </a:lnTo>
                    <a:lnTo>
                      <a:pt x="19714" y="1"/>
                    </a:lnTo>
                    <a:close/>
                  </a:path>
                </a:pathLst>
              </a:custGeom>
              <a:solidFill>
                <a:schemeClr val="accent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0"/>
              <p:cNvSpPr/>
              <p:nvPr/>
            </p:nvSpPr>
            <p:spPr>
              <a:xfrm>
                <a:off x="3560800" y="2996475"/>
                <a:ext cx="1775175" cy="1111100"/>
              </a:xfrm>
              <a:custGeom>
                <a:avLst/>
                <a:gdLst/>
                <a:ahLst/>
                <a:cxnLst/>
                <a:rect l="l" t="t" r="r" b="b"/>
                <a:pathLst>
                  <a:path w="71007" h="44444" extrusionOk="0">
                    <a:moveTo>
                      <a:pt x="65944" y="0"/>
                    </a:moveTo>
                    <a:lnTo>
                      <a:pt x="1" y="34278"/>
                    </a:lnTo>
                    <a:lnTo>
                      <a:pt x="2857" y="39771"/>
                    </a:lnTo>
                    <a:cubicBezTo>
                      <a:pt x="4401" y="42741"/>
                      <a:pt x="7424" y="44443"/>
                      <a:pt x="10556" y="44443"/>
                    </a:cubicBezTo>
                    <a:cubicBezTo>
                      <a:pt x="11903" y="44443"/>
                      <a:pt x="13269" y="44129"/>
                      <a:pt x="14547" y="43465"/>
                    </a:cubicBezTo>
                    <a:lnTo>
                      <a:pt x="65105" y="17184"/>
                    </a:lnTo>
                    <a:cubicBezTo>
                      <a:pt x="69354" y="14976"/>
                      <a:pt x="71007" y="9743"/>
                      <a:pt x="68799" y="5494"/>
                    </a:cubicBezTo>
                    <a:lnTo>
                      <a:pt x="6594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0"/>
              <p:cNvSpPr/>
              <p:nvPr/>
            </p:nvSpPr>
            <p:spPr>
              <a:xfrm>
                <a:off x="2287850" y="547325"/>
                <a:ext cx="2921650" cy="3305875"/>
              </a:xfrm>
              <a:custGeom>
                <a:avLst/>
                <a:gdLst/>
                <a:ahLst/>
                <a:cxnLst/>
                <a:rect l="l" t="t" r="r" b="b"/>
                <a:pathLst>
                  <a:path w="116866" h="132235" extrusionOk="0">
                    <a:moveTo>
                      <a:pt x="65940" y="0"/>
                    </a:moveTo>
                    <a:lnTo>
                      <a:pt x="0" y="34282"/>
                    </a:lnTo>
                    <a:lnTo>
                      <a:pt x="50925" y="132234"/>
                    </a:lnTo>
                    <a:lnTo>
                      <a:pt x="116865" y="97951"/>
                    </a:lnTo>
                    <a:lnTo>
                      <a:pt x="6594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0"/>
              <p:cNvSpPr/>
              <p:nvPr/>
            </p:nvSpPr>
            <p:spPr>
              <a:xfrm>
                <a:off x="2387300" y="647025"/>
                <a:ext cx="2722650" cy="3107000"/>
              </a:xfrm>
              <a:custGeom>
                <a:avLst/>
                <a:gdLst/>
                <a:ahLst/>
                <a:cxnLst/>
                <a:rect l="l" t="t" r="r" b="b"/>
                <a:pathLst>
                  <a:path w="108906" h="124280" extrusionOk="0">
                    <a:moveTo>
                      <a:pt x="60710" y="1"/>
                    </a:moveTo>
                    <a:lnTo>
                      <a:pt x="0" y="31558"/>
                    </a:lnTo>
                    <a:lnTo>
                      <a:pt x="48197" y="124279"/>
                    </a:lnTo>
                    <a:lnTo>
                      <a:pt x="108906" y="92722"/>
                    </a:lnTo>
                    <a:lnTo>
                      <a:pt x="6071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0"/>
              <p:cNvSpPr/>
              <p:nvPr/>
            </p:nvSpPr>
            <p:spPr>
              <a:xfrm>
                <a:off x="2187350" y="343625"/>
                <a:ext cx="1749125" cy="1060950"/>
              </a:xfrm>
              <a:custGeom>
                <a:avLst/>
                <a:gdLst/>
                <a:ahLst/>
                <a:cxnLst/>
                <a:rect l="l" t="t" r="r" b="b"/>
                <a:pathLst>
                  <a:path w="69965" h="42438" extrusionOk="0">
                    <a:moveTo>
                      <a:pt x="60453" y="0"/>
                    </a:moveTo>
                    <a:cubicBezTo>
                      <a:pt x="59106" y="0"/>
                      <a:pt x="57739" y="315"/>
                      <a:pt x="56461" y="979"/>
                    </a:cubicBezTo>
                    <a:lnTo>
                      <a:pt x="5902" y="27260"/>
                    </a:lnTo>
                    <a:cubicBezTo>
                      <a:pt x="1654" y="29468"/>
                      <a:pt x="0" y="34702"/>
                      <a:pt x="2209" y="38950"/>
                    </a:cubicBezTo>
                    <a:lnTo>
                      <a:pt x="4022" y="42438"/>
                    </a:lnTo>
                    <a:lnTo>
                      <a:pt x="69964" y="8160"/>
                    </a:lnTo>
                    <a:lnTo>
                      <a:pt x="68151" y="4673"/>
                    </a:lnTo>
                    <a:cubicBezTo>
                      <a:pt x="66607" y="1702"/>
                      <a:pt x="63584" y="0"/>
                      <a:pt x="6045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0"/>
              <p:cNvSpPr/>
              <p:nvPr/>
            </p:nvSpPr>
            <p:spPr>
              <a:xfrm>
                <a:off x="2891850" y="714450"/>
                <a:ext cx="425150" cy="246050"/>
              </a:xfrm>
              <a:custGeom>
                <a:avLst/>
                <a:gdLst/>
                <a:ahLst/>
                <a:cxnLst/>
                <a:rect l="l" t="t" r="r" b="b"/>
                <a:pathLst>
                  <a:path w="17006" h="9842" extrusionOk="0">
                    <a:moveTo>
                      <a:pt x="15603" y="0"/>
                    </a:moveTo>
                    <a:cubicBezTo>
                      <a:pt x="15416" y="0"/>
                      <a:pt x="15226" y="43"/>
                      <a:pt x="15048" y="134"/>
                    </a:cubicBezTo>
                    <a:lnTo>
                      <a:pt x="830" y="7525"/>
                    </a:lnTo>
                    <a:cubicBezTo>
                      <a:pt x="232" y="7840"/>
                      <a:pt x="1" y="8579"/>
                      <a:pt x="313" y="9178"/>
                    </a:cubicBezTo>
                    <a:cubicBezTo>
                      <a:pt x="531" y="9599"/>
                      <a:pt x="960" y="9841"/>
                      <a:pt x="1404" y="9841"/>
                    </a:cubicBezTo>
                    <a:cubicBezTo>
                      <a:pt x="1593" y="9841"/>
                      <a:pt x="1784" y="9798"/>
                      <a:pt x="1963" y="9706"/>
                    </a:cubicBezTo>
                    <a:lnTo>
                      <a:pt x="1963" y="9705"/>
                    </a:lnTo>
                    <a:lnTo>
                      <a:pt x="16182" y="2315"/>
                    </a:lnTo>
                    <a:cubicBezTo>
                      <a:pt x="16777" y="1998"/>
                      <a:pt x="17006" y="1261"/>
                      <a:pt x="16695" y="662"/>
                    </a:cubicBezTo>
                    <a:cubicBezTo>
                      <a:pt x="16476" y="242"/>
                      <a:pt x="16048" y="0"/>
                      <a:pt x="156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30"/>
              <p:cNvSpPr/>
              <p:nvPr/>
            </p:nvSpPr>
            <p:spPr>
              <a:xfrm>
                <a:off x="2792350" y="951775"/>
                <a:ext cx="64725" cy="61475"/>
              </a:xfrm>
              <a:custGeom>
                <a:avLst/>
                <a:gdLst/>
                <a:ahLst/>
                <a:cxnLst/>
                <a:rect l="l" t="t" r="r" b="b"/>
                <a:pathLst>
                  <a:path w="2589" h="2459" extrusionOk="0">
                    <a:moveTo>
                      <a:pt x="1322" y="0"/>
                    </a:moveTo>
                    <a:cubicBezTo>
                      <a:pt x="965" y="0"/>
                      <a:pt x="618" y="156"/>
                      <a:pt x="380" y="439"/>
                    </a:cubicBezTo>
                    <a:cubicBezTo>
                      <a:pt x="60" y="820"/>
                      <a:pt x="1" y="1355"/>
                      <a:pt x="231" y="1797"/>
                    </a:cubicBezTo>
                    <a:cubicBezTo>
                      <a:pt x="449" y="2217"/>
                      <a:pt x="878" y="2459"/>
                      <a:pt x="1321" y="2459"/>
                    </a:cubicBezTo>
                    <a:cubicBezTo>
                      <a:pt x="1512" y="2459"/>
                      <a:pt x="1706" y="2414"/>
                      <a:pt x="1887" y="2320"/>
                    </a:cubicBezTo>
                    <a:cubicBezTo>
                      <a:pt x="2328" y="2091"/>
                      <a:pt x="2588" y="1619"/>
                      <a:pt x="2545" y="1123"/>
                    </a:cubicBezTo>
                    <a:cubicBezTo>
                      <a:pt x="2502" y="628"/>
                      <a:pt x="2166" y="208"/>
                      <a:pt x="1691" y="57"/>
                    </a:cubicBezTo>
                    <a:cubicBezTo>
                      <a:pt x="1569" y="19"/>
                      <a:pt x="1445" y="0"/>
                      <a:pt x="13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0"/>
              <p:cNvSpPr/>
              <p:nvPr/>
            </p:nvSpPr>
            <p:spPr>
              <a:xfrm>
                <a:off x="4233575" y="3422800"/>
                <a:ext cx="466300" cy="318325"/>
              </a:xfrm>
              <a:custGeom>
                <a:avLst/>
                <a:gdLst/>
                <a:ahLst/>
                <a:cxnLst/>
                <a:rect l="l" t="t" r="r" b="b"/>
                <a:pathLst>
                  <a:path w="18652" h="12733" extrusionOk="0">
                    <a:moveTo>
                      <a:pt x="14382" y="0"/>
                    </a:moveTo>
                    <a:cubicBezTo>
                      <a:pt x="13802" y="0"/>
                      <a:pt x="13212" y="136"/>
                      <a:pt x="12662" y="422"/>
                    </a:cubicBezTo>
                    <a:lnTo>
                      <a:pt x="2544" y="5682"/>
                    </a:lnTo>
                    <a:cubicBezTo>
                      <a:pt x="713" y="6633"/>
                      <a:pt x="1" y="8889"/>
                      <a:pt x="951" y="10720"/>
                    </a:cubicBezTo>
                    <a:cubicBezTo>
                      <a:pt x="1617" y="11999"/>
                      <a:pt x="2920" y="12733"/>
                      <a:pt x="4270" y="12733"/>
                    </a:cubicBezTo>
                    <a:cubicBezTo>
                      <a:pt x="4850" y="12733"/>
                      <a:pt x="5439" y="12597"/>
                      <a:pt x="5989" y="12311"/>
                    </a:cubicBezTo>
                    <a:lnTo>
                      <a:pt x="16107" y="7051"/>
                    </a:lnTo>
                    <a:cubicBezTo>
                      <a:pt x="17938" y="6100"/>
                      <a:pt x="18651" y="3843"/>
                      <a:pt x="17699" y="2014"/>
                    </a:cubicBezTo>
                    <a:cubicBezTo>
                      <a:pt x="17034" y="733"/>
                      <a:pt x="15731" y="0"/>
                      <a:pt x="1438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0"/>
              <p:cNvSpPr/>
              <p:nvPr/>
            </p:nvSpPr>
            <p:spPr>
              <a:xfrm>
                <a:off x="4267250" y="3452325"/>
                <a:ext cx="398925" cy="259300"/>
              </a:xfrm>
              <a:custGeom>
                <a:avLst/>
                <a:gdLst/>
                <a:ahLst/>
                <a:cxnLst/>
                <a:rect l="l" t="t" r="r" b="b"/>
                <a:pathLst>
                  <a:path w="15957" h="10372" extrusionOk="0">
                    <a:moveTo>
                      <a:pt x="13034" y="0"/>
                    </a:moveTo>
                    <a:cubicBezTo>
                      <a:pt x="12637" y="0"/>
                      <a:pt x="12235" y="93"/>
                      <a:pt x="11859" y="288"/>
                    </a:cubicBezTo>
                    <a:lnTo>
                      <a:pt x="1740" y="5548"/>
                    </a:lnTo>
                    <a:cubicBezTo>
                      <a:pt x="489" y="6197"/>
                      <a:pt x="0" y="7744"/>
                      <a:pt x="651" y="8994"/>
                    </a:cubicBezTo>
                    <a:cubicBezTo>
                      <a:pt x="1106" y="9869"/>
                      <a:pt x="1999" y="10371"/>
                      <a:pt x="2923" y="10371"/>
                    </a:cubicBezTo>
                    <a:cubicBezTo>
                      <a:pt x="3320" y="10371"/>
                      <a:pt x="3722" y="10279"/>
                      <a:pt x="4097" y="10083"/>
                    </a:cubicBezTo>
                    <a:lnTo>
                      <a:pt x="14217" y="4824"/>
                    </a:lnTo>
                    <a:cubicBezTo>
                      <a:pt x="15467" y="4173"/>
                      <a:pt x="15956" y="2628"/>
                      <a:pt x="15306" y="1377"/>
                    </a:cubicBezTo>
                    <a:cubicBezTo>
                      <a:pt x="14850" y="502"/>
                      <a:pt x="13957" y="0"/>
                      <a:pt x="130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30"/>
              <p:cNvSpPr/>
              <p:nvPr/>
            </p:nvSpPr>
            <p:spPr>
              <a:xfrm>
                <a:off x="3098975" y="1119800"/>
                <a:ext cx="931950" cy="511425"/>
              </a:xfrm>
              <a:custGeom>
                <a:avLst/>
                <a:gdLst/>
                <a:ahLst/>
                <a:cxnLst/>
                <a:rect l="l" t="t" r="r" b="b"/>
                <a:pathLst>
                  <a:path w="37278" h="20457" extrusionOk="0">
                    <a:moveTo>
                      <a:pt x="35759" y="1"/>
                    </a:moveTo>
                    <a:cubicBezTo>
                      <a:pt x="35553" y="1"/>
                      <a:pt x="35343" y="49"/>
                      <a:pt x="35147" y="151"/>
                    </a:cubicBezTo>
                    <a:lnTo>
                      <a:pt x="916" y="17944"/>
                    </a:lnTo>
                    <a:cubicBezTo>
                      <a:pt x="259" y="18279"/>
                      <a:pt x="0" y="19086"/>
                      <a:pt x="341" y="19740"/>
                    </a:cubicBezTo>
                    <a:cubicBezTo>
                      <a:pt x="578" y="20196"/>
                      <a:pt x="1041" y="20456"/>
                      <a:pt x="1520" y="20456"/>
                    </a:cubicBezTo>
                    <a:cubicBezTo>
                      <a:pt x="1730" y="20456"/>
                      <a:pt x="1943" y="20407"/>
                      <a:pt x="2141" y="20301"/>
                    </a:cubicBezTo>
                    <a:lnTo>
                      <a:pt x="36373" y="2509"/>
                    </a:lnTo>
                    <a:cubicBezTo>
                      <a:pt x="37023" y="2170"/>
                      <a:pt x="37277" y="1368"/>
                      <a:pt x="36939" y="717"/>
                    </a:cubicBezTo>
                    <a:cubicBezTo>
                      <a:pt x="36702" y="262"/>
                      <a:pt x="36239" y="1"/>
                      <a:pt x="357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30"/>
              <p:cNvSpPr/>
              <p:nvPr/>
            </p:nvSpPr>
            <p:spPr>
              <a:xfrm>
                <a:off x="2620925" y="1463425"/>
                <a:ext cx="369575" cy="323675"/>
              </a:xfrm>
              <a:custGeom>
                <a:avLst/>
                <a:gdLst/>
                <a:ahLst/>
                <a:cxnLst/>
                <a:rect l="l" t="t" r="r" b="b"/>
                <a:pathLst>
                  <a:path w="14783" h="12947" extrusionOk="0">
                    <a:moveTo>
                      <a:pt x="7387" y="1"/>
                    </a:moveTo>
                    <a:cubicBezTo>
                      <a:pt x="6381" y="1"/>
                      <a:pt x="5360" y="236"/>
                      <a:pt x="4406" y="732"/>
                    </a:cubicBezTo>
                    <a:cubicBezTo>
                      <a:pt x="1236" y="2380"/>
                      <a:pt x="1" y="6287"/>
                      <a:pt x="1649" y="9458"/>
                    </a:cubicBezTo>
                    <a:cubicBezTo>
                      <a:pt x="2802" y="11676"/>
                      <a:pt x="5059" y="12946"/>
                      <a:pt x="7397" y="12946"/>
                    </a:cubicBezTo>
                    <a:cubicBezTo>
                      <a:pt x="8403" y="12946"/>
                      <a:pt x="9423" y="12711"/>
                      <a:pt x="10377" y="12216"/>
                    </a:cubicBezTo>
                    <a:cubicBezTo>
                      <a:pt x="13547" y="10567"/>
                      <a:pt x="14782" y="6660"/>
                      <a:pt x="13133" y="3488"/>
                    </a:cubicBezTo>
                    <a:cubicBezTo>
                      <a:pt x="11981" y="1271"/>
                      <a:pt x="9724" y="1"/>
                      <a:pt x="73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0"/>
              <p:cNvSpPr/>
              <p:nvPr/>
            </p:nvSpPr>
            <p:spPr>
              <a:xfrm>
                <a:off x="2817025" y="1674850"/>
                <a:ext cx="942525" cy="941950"/>
              </a:xfrm>
              <a:custGeom>
                <a:avLst/>
                <a:gdLst/>
                <a:ahLst/>
                <a:cxnLst/>
                <a:rect l="l" t="t" r="r" b="b"/>
                <a:pathLst>
                  <a:path w="37701" h="37678" extrusionOk="0">
                    <a:moveTo>
                      <a:pt x="24777" y="0"/>
                    </a:moveTo>
                    <a:cubicBezTo>
                      <a:pt x="24765" y="0"/>
                      <a:pt x="24754" y="3"/>
                      <a:pt x="24743" y="9"/>
                    </a:cubicBezTo>
                    <a:lnTo>
                      <a:pt x="52" y="12846"/>
                    </a:lnTo>
                    <a:cubicBezTo>
                      <a:pt x="15" y="12865"/>
                      <a:pt x="0" y="12909"/>
                      <a:pt x="20" y="12947"/>
                    </a:cubicBezTo>
                    <a:lnTo>
                      <a:pt x="12856" y="37637"/>
                    </a:lnTo>
                    <a:cubicBezTo>
                      <a:pt x="12870" y="37663"/>
                      <a:pt x="12896" y="37677"/>
                      <a:pt x="12923" y="37677"/>
                    </a:cubicBezTo>
                    <a:cubicBezTo>
                      <a:pt x="12935" y="37677"/>
                      <a:pt x="12947" y="37675"/>
                      <a:pt x="12958" y="37669"/>
                    </a:cubicBezTo>
                    <a:lnTo>
                      <a:pt x="37648" y="24833"/>
                    </a:lnTo>
                    <a:cubicBezTo>
                      <a:pt x="37686" y="24814"/>
                      <a:pt x="37700" y="24768"/>
                      <a:pt x="37681" y="24731"/>
                    </a:cubicBezTo>
                    <a:lnTo>
                      <a:pt x="24844" y="41"/>
                    </a:lnTo>
                    <a:cubicBezTo>
                      <a:pt x="24831" y="15"/>
                      <a:pt x="24804" y="0"/>
                      <a:pt x="247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0"/>
              <p:cNvSpPr/>
              <p:nvPr/>
            </p:nvSpPr>
            <p:spPr>
              <a:xfrm>
                <a:off x="3497325" y="1321150"/>
                <a:ext cx="942525" cy="941975"/>
              </a:xfrm>
              <a:custGeom>
                <a:avLst/>
                <a:gdLst/>
                <a:ahLst/>
                <a:cxnLst/>
                <a:rect l="l" t="t" r="r" b="b"/>
                <a:pathLst>
                  <a:path w="37701" h="37679" extrusionOk="0">
                    <a:moveTo>
                      <a:pt x="24777" y="1"/>
                    </a:moveTo>
                    <a:cubicBezTo>
                      <a:pt x="24765" y="1"/>
                      <a:pt x="24754" y="4"/>
                      <a:pt x="24743" y="9"/>
                    </a:cubicBezTo>
                    <a:lnTo>
                      <a:pt x="52" y="12846"/>
                    </a:lnTo>
                    <a:cubicBezTo>
                      <a:pt x="15" y="12865"/>
                      <a:pt x="0" y="12911"/>
                      <a:pt x="20" y="12949"/>
                    </a:cubicBezTo>
                    <a:lnTo>
                      <a:pt x="12856" y="37638"/>
                    </a:lnTo>
                    <a:cubicBezTo>
                      <a:pt x="12870" y="37664"/>
                      <a:pt x="12896" y="37679"/>
                      <a:pt x="12923" y="37679"/>
                    </a:cubicBezTo>
                    <a:cubicBezTo>
                      <a:pt x="12935" y="37679"/>
                      <a:pt x="12947" y="37676"/>
                      <a:pt x="12958" y="37670"/>
                    </a:cubicBezTo>
                    <a:lnTo>
                      <a:pt x="37648" y="24834"/>
                    </a:lnTo>
                    <a:cubicBezTo>
                      <a:pt x="37686" y="24814"/>
                      <a:pt x="37700" y="24770"/>
                      <a:pt x="37681" y="24732"/>
                    </a:cubicBezTo>
                    <a:lnTo>
                      <a:pt x="24844" y="42"/>
                    </a:lnTo>
                    <a:cubicBezTo>
                      <a:pt x="24831" y="16"/>
                      <a:pt x="24804" y="1"/>
                      <a:pt x="247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0"/>
              <p:cNvSpPr/>
              <p:nvPr/>
            </p:nvSpPr>
            <p:spPr>
              <a:xfrm>
                <a:off x="3188400" y="2361350"/>
                <a:ext cx="942475" cy="941975"/>
              </a:xfrm>
              <a:custGeom>
                <a:avLst/>
                <a:gdLst/>
                <a:ahLst/>
                <a:cxnLst/>
                <a:rect l="l" t="t" r="r" b="b"/>
                <a:pathLst>
                  <a:path w="37699" h="37679" extrusionOk="0">
                    <a:moveTo>
                      <a:pt x="24776" y="0"/>
                    </a:moveTo>
                    <a:cubicBezTo>
                      <a:pt x="24764" y="0"/>
                      <a:pt x="24752" y="3"/>
                      <a:pt x="24741" y="9"/>
                    </a:cubicBezTo>
                    <a:lnTo>
                      <a:pt x="51" y="12846"/>
                    </a:lnTo>
                    <a:cubicBezTo>
                      <a:pt x="14" y="12865"/>
                      <a:pt x="0" y="12911"/>
                      <a:pt x="19" y="12947"/>
                    </a:cubicBezTo>
                    <a:lnTo>
                      <a:pt x="12856" y="37638"/>
                    </a:lnTo>
                    <a:cubicBezTo>
                      <a:pt x="12870" y="37664"/>
                      <a:pt x="12895" y="37679"/>
                      <a:pt x="12923" y="37679"/>
                    </a:cubicBezTo>
                    <a:cubicBezTo>
                      <a:pt x="12934" y="37679"/>
                      <a:pt x="12946" y="37676"/>
                      <a:pt x="12957" y="37670"/>
                    </a:cubicBezTo>
                    <a:lnTo>
                      <a:pt x="37648" y="24833"/>
                    </a:lnTo>
                    <a:cubicBezTo>
                      <a:pt x="37684" y="24814"/>
                      <a:pt x="37699" y="24768"/>
                      <a:pt x="37679" y="24732"/>
                    </a:cubicBezTo>
                    <a:lnTo>
                      <a:pt x="24842" y="41"/>
                    </a:lnTo>
                    <a:cubicBezTo>
                      <a:pt x="24829" y="15"/>
                      <a:pt x="24803" y="0"/>
                      <a:pt x="247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0"/>
              <p:cNvSpPr/>
              <p:nvPr/>
            </p:nvSpPr>
            <p:spPr>
              <a:xfrm>
                <a:off x="3868675" y="2007675"/>
                <a:ext cx="942500" cy="941975"/>
              </a:xfrm>
              <a:custGeom>
                <a:avLst/>
                <a:gdLst/>
                <a:ahLst/>
                <a:cxnLst/>
                <a:rect l="l" t="t" r="r" b="b"/>
                <a:pathLst>
                  <a:path w="37700" h="37679" extrusionOk="0">
                    <a:moveTo>
                      <a:pt x="24778" y="1"/>
                    </a:moveTo>
                    <a:cubicBezTo>
                      <a:pt x="24766" y="1"/>
                      <a:pt x="24754" y="4"/>
                      <a:pt x="24742" y="10"/>
                    </a:cubicBezTo>
                    <a:lnTo>
                      <a:pt x="52" y="12845"/>
                    </a:lnTo>
                    <a:cubicBezTo>
                      <a:pt x="15" y="12865"/>
                      <a:pt x="1" y="12910"/>
                      <a:pt x="20" y="12948"/>
                    </a:cubicBezTo>
                    <a:lnTo>
                      <a:pt x="12857" y="37637"/>
                    </a:lnTo>
                    <a:cubicBezTo>
                      <a:pt x="12871" y="37663"/>
                      <a:pt x="12896" y="37678"/>
                      <a:pt x="12924" y="37678"/>
                    </a:cubicBezTo>
                    <a:cubicBezTo>
                      <a:pt x="12935" y="37678"/>
                      <a:pt x="12947" y="37675"/>
                      <a:pt x="12958" y="37670"/>
                    </a:cubicBezTo>
                    <a:lnTo>
                      <a:pt x="37649" y="24833"/>
                    </a:lnTo>
                    <a:cubicBezTo>
                      <a:pt x="37685" y="24814"/>
                      <a:pt x="37699" y="24769"/>
                      <a:pt x="37680" y="24732"/>
                    </a:cubicBezTo>
                    <a:lnTo>
                      <a:pt x="24843" y="41"/>
                    </a:lnTo>
                    <a:cubicBezTo>
                      <a:pt x="24830" y="15"/>
                      <a:pt x="24805" y="1"/>
                      <a:pt x="247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0"/>
              <p:cNvSpPr/>
              <p:nvPr/>
            </p:nvSpPr>
            <p:spPr>
              <a:xfrm>
                <a:off x="4203375" y="2307875"/>
                <a:ext cx="449575" cy="374100"/>
              </a:xfrm>
              <a:custGeom>
                <a:avLst/>
                <a:gdLst/>
                <a:ahLst/>
                <a:cxnLst/>
                <a:rect l="l" t="t" r="r" b="b"/>
                <a:pathLst>
                  <a:path w="17983" h="14964" extrusionOk="0">
                    <a:moveTo>
                      <a:pt x="9611" y="0"/>
                    </a:moveTo>
                    <a:cubicBezTo>
                      <a:pt x="8286" y="0"/>
                      <a:pt x="6971" y="318"/>
                      <a:pt x="5761" y="946"/>
                    </a:cubicBezTo>
                    <a:lnTo>
                      <a:pt x="5554" y="1054"/>
                    </a:lnTo>
                    <a:cubicBezTo>
                      <a:pt x="1563" y="3124"/>
                      <a:pt x="0" y="8053"/>
                      <a:pt x="2070" y="12043"/>
                    </a:cubicBezTo>
                    <a:lnTo>
                      <a:pt x="3583" y="14963"/>
                    </a:lnTo>
                    <a:lnTo>
                      <a:pt x="15890" y="8929"/>
                    </a:lnTo>
                    <a:lnTo>
                      <a:pt x="15902" y="8923"/>
                    </a:lnTo>
                    <a:cubicBezTo>
                      <a:pt x="17397" y="8147"/>
                      <a:pt x="17982" y="6299"/>
                      <a:pt x="17208" y="4804"/>
                    </a:cubicBezTo>
                    <a:lnTo>
                      <a:pt x="17065" y="4531"/>
                    </a:lnTo>
                    <a:cubicBezTo>
                      <a:pt x="16034" y="2542"/>
                      <a:pt x="14290" y="1073"/>
                      <a:pt x="12155" y="396"/>
                    </a:cubicBezTo>
                    <a:cubicBezTo>
                      <a:pt x="11320" y="131"/>
                      <a:pt x="10463" y="0"/>
                      <a:pt x="96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0"/>
              <p:cNvSpPr/>
              <p:nvPr/>
            </p:nvSpPr>
            <p:spPr>
              <a:xfrm>
                <a:off x="4159575" y="2310500"/>
                <a:ext cx="424350" cy="376200"/>
              </a:xfrm>
              <a:custGeom>
                <a:avLst/>
                <a:gdLst/>
                <a:ahLst/>
                <a:cxnLst/>
                <a:rect l="l" t="t" r="r" b="b"/>
                <a:pathLst>
                  <a:path w="16974" h="15048" extrusionOk="0">
                    <a:moveTo>
                      <a:pt x="10297" y="1"/>
                    </a:moveTo>
                    <a:cubicBezTo>
                      <a:pt x="9799" y="1"/>
                      <a:pt x="9302" y="74"/>
                      <a:pt x="8815" y="146"/>
                    </a:cubicBezTo>
                    <a:cubicBezTo>
                      <a:pt x="8541" y="185"/>
                      <a:pt x="8280" y="224"/>
                      <a:pt x="8024" y="248"/>
                    </a:cubicBezTo>
                    <a:cubicBezTo>
                      <a:pt x="7778" y="272"/>
                      <a:pt x="7521" y="283"/>
                      <a:pt x="7252" y="295"/>
                    </a:cubicBezTo>
                    <a:cubicBezTo>
                      <a:pt x="6441" y="329"/>
                      <a:pt x="5523" y="367"/>
                      <a:pt x="4687" y="801"/>
                    </a:cubicBezTo>
                    <a:cubicBezTo>
                      <a:pt x="3851" y="1235"/>
                      <a:pt x="3291" y="1962"/>
                      <a:pt x="2796" y="2604"/>
                    </a:cubicBezTo>
                    <a:cubicBezTo>
                      <a:pt x="2629" y="2820"/>
                      <a:pt x="2474" y="3022"/>
                      <a:pt x="2312" y="3210"/>
                    </a:cubicBezTo>
                    <a:cubicBezTo>
                      <a:pt x="2144" y="3405"/>
                      <a:pt x="1963" y="3596"/>
                      <a:pt x="1773" y="3797"/>
                    </a:cubicBezTo>
                    <a:cubicBezTo>
                      <a:pt x="1183" y="4419"/>
                      <a:pt x="572" y="5062"/>
                      <a:pt x="286" y="5913"/>
                    </a:cubicBezTo>
                    <a:cubicBezTo>
                      <a:pt x="1" y="6769"/>
                      <a:pt x="109" y="7630"/>
                      <a:pt x="214" y="8463"/>
                    </a:cubicBezTo>
                    <a:cubicBezTo>
                      <a:pt x="248" y="8731"/>
                      <a:pt x="280" y="8984"/>
                      <a:pt x="298" y="9235"/>
                    </a:cubicBezTo>
                    <a:cubicBezTo>
                      <a:pt x="316" y="9476"/>
                      <a:pt x="320" y="9725"/>
                      <a:pt x="325" y="9990"/>
                    </a:cubicBezTo>
                    <a:cubicBezTo>
                      <a:pt x="339" y="10790"/>
                      <a:pt x="355" y="11697"/>
                      <a:pt x="780" y="12516"/>
                    </a:cubicBezTo>
                    <a:cubicBezTo>
                      <a:pt x="1204" y="13337"/>
                      <a:pt x="1937" y="13871"/>
                      <a:pt x="2582" y="14344"/>
                    </a:cubicBezTo>
                    <a:cubicBezTo>
                      <a:pt x="2797" y="14500"/>
                      <a:pt x="2999" y="14648"/>
                      <a:pt x="3185" y="14800"/>
                    </a:cubicBezTo>
                    <a:lnTo>
                      <a:pt x="3486" y="15047"/>
                    </a:lnTo>
                    <a:lnTo>
                      <a:pt x="16920" y="8081"/>
                    </a:lnTo>
                    <a:cubicBezTo>
                      <a:pt x="16920" y="8081"/>
                      <a:pt x="16973" y="7148"/>
                      <a:pt x="16968" y="6883"/>
                    </a:cubicBezTo>
                    <a:cubicBezTo>
                      <a:pt x="16955" y="6083"/>
                      <a:pt x="16938" y="5177"/>
                      <a:pt x="16514" y="4357"/>
                    </a:cubicBezTo>
                    <a:cubicBezTo>
                      <a:pt x="16089" y="3538"/>
                      <a:pt x="15357" y="3002"/>
                      <a:pt x="14711" y="2531"/>
                    </a:cubicBezTo>
                    <a:cubicBezTo>
                      <a:pt x="14496" y="2374"/>
                      <a:pt x="14294" y="2226"/>
                      <a:pt x="14108" y="2073"/>
                    </a:cubicBezTo>
                    <a:cubicBezTo>
                      <a:pt x="13915" y="1914"/>
                      <a:pt x="13725" y="1742"/>
                      <a:pt x="13525" y="1559"/>
                    </a:cubicBezTo>
                    <a:cubicBezTo>
                      <a:pt x="12905" y="994"/>
                      <a:pt x="12264" y="408"/>
                      <a:pt x="11400" y="150"/>
                    </a:cubicBezTo>
                    <a:cubicBezTo>
                      <a:pt x="11034" y="41"/>
                      <a:pt x="10665" y="1"/>
                      <a:pt x="1029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0"/>
              <p:cNvSpPr/>
              <p:nvPr/>
            </p:nvSpPr>
            <p:spPr>
              <a:xfrm>
                <a:off x="4276725" y="2310500"/>
                <a:ext cx="307200" cy="288425"/>
              </a:xfrm>
              <a:custGeom>
                <a:avLst/>
                <a:gdLst/>
                <a:ahLst/>
                <a:cxnLst/>
                <a:rect l="l" t="t" r="r" b="b"/>
                <a:pathLst>
                  <a:path w="12288" h="11537" extrusionOk="0">
                    <a:moveTo>
                      <a:pt x="5611" y="1"/>
                    </a:moveTo>
                    <a:cubicBezTo>
                      <a:pt x="5113" y="1"/>
                      <a:pt x="4616" y="74"/>
                      <a:pt x="4129" y="146"/>
                    </a:cubicBezTo>
                    <a:cubicBezTo>
                      <a:pt x="3855" y="185"/>
                      <a:pt x="3594" y="224"/>
                      <a:pt x="3338" y="248"/>
                    </a:cubicBezTo>
                    <a:cubicBezTo>
                      <a:pt x="3092" y="272"/>
                      <a:pt x="2835" y="283"/>
                      <a:pt x="2566" y="295"/>
                    </a:cubicBezTo>
                    <a:cubicBezTo>
                      <a:pt x="1755" y="329"/>
                      <a:pt x="837" y="367"/>
                      <a:pt x="1" y="801"/>
                    </a:cubicBezTo>
                    <a:lnTo>
                      <a:pt x="5569" y="11537"/>
                    </a:lnTo>
                    <a:lnTo>
                      <a:pt x="12233" y="8081"/>
                    </a:lnTo>
                    <a:cubicBezTo>
                      <a:pt x="12233" y="8081"/>
                      <a:pt x="12287" y="7148"/>
                      <a:pt x="12282" y="6883"/>
                    </a:cubicBezTo>
                    <a:cubicBezTo>
                      <a:pt x="12268" y="6083"/>
                      <a:pt x="12252" y="5177"/>
                      <a:pt x="11827" y="4357"/>
                    </a:cubicBezTo>
                    <a:cubicBezTo>
                      <a:pt x="11403" y="3537"/>
                      <a:pt x="10671" y="3002"/>
                      <a:pt x="10025" y="2531"/>
                    </a:cubicBezTo>
                    <a:cubicBezTo>
                      <a:pt x="9810" y="2374"/>
                      <a:pt x="9608" y="2226"/>
                      <a:pt x="9422" y="2073"/>
                    </a:cubicBezTo>
                    <a:cubicBezTo>
                      <a:pt x="9229" y="1914"/>
                      <a:pt x="9039" y="1742"/>
                      <a:pt x="8839" y="1559"/>
                    </a:cubicBezTo>
                    <a:cubicBezTo>
                      <a:pt x="8219" y="994"/>
                      <a:pt x="7578" y="408"/>
                      <a:pt x="6714" y="150"/>
                    </a:cubicBezTo>
                    <a:cubicBezTo>
                      <a:pt x="6348" y="41"/>
                      <a:pt x="5979" y="1"/>
                      <a:pt x="561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0"/>
              <p:cNvSpPr/>
              <p:nvPr/>
            </p:nvSpPr>
            <p:spPr>
              <a:xfrm>
                <a:off x="4144275" y="2373975"/>
                <a:ext cx="449975" cy="353475"/>
              </a:xfrm>
              <a:custGeom>
                <a:avLst/>
                <a:gdLst/>
                <a:ahLst/>
                <a:cxnLst/>
                <a:rect l="l" t="t" r="r" b="b"/>
                <a:pathLst>
                  <a:path w="17999" h="14139" extrusionOk="0">
                    <a:moveTo>
                      <a:pt x="9559" y="1"/>
                    </a:moveTo>
                    <a:cubicBezTo>
                      <a:pt x="8261" y="1"/>
                      <a:pt x="6943" y="303"/>
                      <a:pt x="5713" y="941"/>
                    </a:cubicBezTo>
                    <a:cubicBezTo>
                      <a:pt x="1608" y="3070"/>
                      <a:pt x="1" y="8141"/>
                      <a:pt x="2129" y="12246"/>
                    </a:cubicBezTo>
                    <a:lnTo>
                      <a:pt x="3110" y="14138"/>
                    </a:lnTo>
                    <a:lnTo>
                      <a:pt x="17998" y="6416"/>
                    </a:lnTo>
                    <a:lnTo>
                      <a:pt x="17017" y="4525"/>
                    </a:lnTo>
                    <a:cubicBezTo>
                      <a:pt x="15527" y="1651"/>
                      <a:pt x="12593" y="1"/>
                      <a:pt x="955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0"/>
              <p:cNvSpPr/>
              <p:nvPr/>
            </p:nvSpPr>
            <p:spPr>
              <a:xfrm>
                <a:off x="4287100" y="2374000"/>
                <a:ext cx="307150" cy="256925"/>
              </a:xfrm>
              <a:custGeom>
                <a:avLst/>
                <a:gdLst/>
                <a:ahLst/>
                <a:cxnLst/>
                <a:rect l="l" t="t" r="r" b="b"/>
                <a:pathLst>
                  <a:path w="12286" h="10277" extrusionOk="0">
                    <a:moveTo>
                      <a:pt x="3846" y="0"/>
                    </a:moveTo>
                    <a:cubicBezTo>
                      <a:pt x="2548" y="0"/>
                      <a:pt x="1231" y="302"/>
                      <a:pt x="0" y="940"/>
                    </a:cubicBezTo>
                    <a:lnTo>
                      <a:pt x="4842" y="10276"/>
                    </a:lnTo>
                    <a:lnTo>
                      <a:pt x="12285" y="6416"/>
                    </a:lnTo>
                    <a:lnTo>
                      <a:pt x="11305" y="4525"/>
                    </a:lnTo>
                    <a:cubicBezTo>
                      <a:pt x="9814" y="1650"/>
                      <a:pt x="6881" y="0"/>
                      <a:pt x="38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0"/>
              <p:cNvSpPr/>
              <p:nvPr/>
            </p:nvSpPr>
            <p:spPr>
              <a:xfrm>
                <a:off x="4269125" y="2554275"/>
                <a:ext cx="39775" cy="39775"/>
              </a:xfrm>
              <a:custGeom>
                <a:avLst/>
                <a:gdLst/>
                <a:ahLst/>
                <a:cxnLst/>
                <a:rect l="l" t="t" r="r" b="b"/>
                <a:pathLst>
                  <a:path w="1591" h="1591" extrusionOk="0">
                    <a:moveTo>
                      <a:pt x="1047" y="1"/>
                    </a:moveTo>
                    <a:lnTo>
                      <a:pt x="0" y="543"/>
                    </a:lnTo>
                    <a:lnTo>
                      <a:pt x="543" y="1591"/>
                    </a:lnTo>
                    <a:lnTo>
                      <a:pt x="1590" y="1047"/>
                    </a:lnTo>
                    <a:lnTo>
                      <a:pt x="104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0"/>
              <p:cNvSpPr/>
              <p:nvPr/>
            </p:nvSpPr>
            <p:spPr>
              <a:xfrm>
                <a:off x="4410450" y="2480975"/>
                <a:ext cx="39775" cy="39775"/>
              </a:xfrm>
              <a:custGeom>
                <a:avLst/>
                <a:gdLst/>
                <a:ahLst/>
                <a:cxnLst/>
                <a:rect l="l" t="t" r="r" b="b"/>
                <a:pathLst>
                  <a:path w="1591" h="1591" extrusionOk="0">
                    <a:moveTo>
                      <a:pt x="1047" y="0"/>
                    </a:moveTo>
                    <a:lnTo>
                      <a:pt x="1" y="544"/>
                    </a:lnTo>
                    <a:lnTo>
                      <a:pt x="544" y="1591"/>
                    </a:lnTo>
                    <a:lnTo>
                      <a:pt x="1591" y="1047"/>
                    </a:lnTo>
                    <a:lnTo>
                      <a:pt x="10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0"/>
              <p:cNvSpPr/>
              <p:nvPr/>
            </p:nvSpPr>
            <p:spPr>
              <a:xfrm>
                <a:off x="4315650" y="2471100"/>
                <a:ext cx="39775" cy="39775"/>
              </a:xfrm>
              <a:custGeom>
                <a:avLst/>
                <a:gdLst/>
                <a:ahLst/>
                <a:cxnLst/>
                <a:rect l="l" t="t" r="r" b="b"/>
                <a:pathLst>
                  <a:path w="1591" h="1591" extrusionOk="0">
                    <a:moveTo>
                      <a:pt x="1048" y="0"/>
                    </a:moveTo>
                    <a:lnTo>
                      <a:pt x="0" y="544"/>
                    </a:lnTo>
                    <a:lnTo>
                      <a:pt x="544" y="1590"/>
                    </a:lnTo>
                    <a:lnTo>
                      <a:pt x="1590" y="1047"/>
                    </a:lnTo>
                    <a:lnTo>
                      <a:pt x="104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0"/>
              <p:cNvSpPr/>
              <p:nvPr/>
            </p:nvSpPr>
            <p:spPr>
              <a:xfrm>
                <a:off x="4328750" y="2471100"/>
                <a:ext cx="26675" cy="32975"/>
              </a:xfrm>
              <a:custGeom>
                <a:avLst/>
                <a:gdLst/>
                <a:ahLst/>
                <a:cxnLst/>
                <a:rect l="l" t="t" r="r" b="b"/>
                <a:pathLst>
                  <a:path w="1067" h="1319" extrusionOk="0">
                    <a:moveTo>
                      <a:pt x="523" y="0"/>
                    </a:moveTo>
                    <a:lnTo>
                      <a:pt x="0" y="271"/>
                    </a:lnTo>
                    <a:lnTo>
                      <a:pt x="544" y="1318"/>
                    </a:lnTo>
                    <a:lnTo>
                      <a:pt x="1066" y="1047"/>
                    </a:lnTo>
                    <a:lnTo>
                      <a:pt x="52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0"/>
              <p:cNvSpPr/>
              <p:nvPr/>
            </p:nvSpPr>
            <p:spPr>
              <a:xfrm>
                <a:off x="3823525" y="1789950"/>
                <a:ext cx="408300" cy="276175"/>
              </a:xfrm>
              <a:custGeom>
                <a:avLst/>
                <a:gdLst/>
                <a:ahLst/>
                <a:cxnLst/>
                <a:rect l="l" t="t" r="r" b="b"/>
                <a:pathLst>
                  <a:path w="16332" h="11047" extrusionOk="0">
                    <a:moveTo>
                      <a:pt x="14504" y="1"/>
                    </a:moveTo>
                    <a:lnTo>
                      <a:pt x="0" y="7521"/>
                    </a:lnTo>
                    <a:lnTo>
                      <a:pt x="1829" y="11046"/>
                    </a:lnTo>
                    <a:lnTo>
                      <a:pt x="16332" y="3525"/>
                    </a:lnTo>
                    <a:lnTo>
                      <a:pt x="1450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0"/>
              <p:cNvSpPr/>
              <p:nvPr/>
            </p:nvSpPr>
            <p:spPr>
              <a:xfrm>
                <a:off x="4004825" y="1789950"/>
                <a:ext cx="227000" cy="182175"/>
              </a:xfrm>
              <a:custGeom>
                <a:avLst/>
                <a:gdLst/>
                <a:ahLst/>
                <a:cxnLst/>
                <a:rect l="l" t="t" r="r" b="b"/>
                <a:pathLst>
                  <a:path w="9080" h="7287" extrusionOk="0">
                    <a:moveTo>
                      <a:pt x="7251" y="1"/>
                    </a:moveTo>
                    <a:lnTo>
                      <a:pt x="0" y="3760"/>
                    </a:lnTo>
                    <a:lnTo>
                      <a:pt x="1827" y="7286"/>
                    </a:lnTo>
                    <a:lnTo>
                      <a:pt x="9080" y="3525"/>
                    </a:lnTo>
                    <a:lnTo>
                      <a:pt x="725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0"/>
              <p:cNvSpPr/>
              <p:nvPr/>
            </p:nvSpPr>
            <p:spPr>
              <a:xfrm>
                <a:off x="3719800" y="1578750"/>
                <a:ext cx="448575" cy="366000"/>
              </a:xfrm>
              <a:custGeom>
                <a:avLst/>
                <a:gdLst/>
                <a:ahLst/>
                <a:cxnLst/>
                <a:rect l="l" t="t" r="r" b="b"/>
                <a:pathLst>
                  <a:path w="17943" h="14640" extrusionOk="0">
                    <a:moveTo>
                      <a:pt x="9277" y="1"/>
                    </a:moveTo>
                    <a:cubicBezTo>
                      <a:pt x="8016" y="1"/>
                      <a:pt x="6738" y="294"/>
                      <a:pt x="5544" y="913"/>
                    </a:cubicBezTo>
                    <a:cubicBezTo>
                      <a:pt x="1560" y="2978"/>
                      <a:pt x="0" y="7900"/>
                      <a:pt x="2065" y="11883"/>
                    </a:cubicBezTo>
                    <a:lnTo>
                      <a:pt x="3495" y="14639"/>
                    </a:lnTo>
                    <a:lnTo>
                      <a:pt x="17942" y="7148"/>
                    </a:lnTo>
                    <a:lnTo>
                      <a:pt x="16512" y="4390"/>
                    </a:lnTo>
                    <a:cubicBezTo>
                      <a:pt x="15067" y="1601"/>
                      <a:pt x="12220" y="1"/>
                      <a:pt x="92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0"/>
              <p:cNvSpPr/>
              <p:nvPr/>
            </p:nvSpPr>
            <p:spPr>
              <a:xfrm>
                <a:off x="3858375" y="1578750"/>
                <a:ext cx="310025" cy="272350"/>
              </a:xfrm>
              <a:custGeom>
                <a:avLst/>
                <a:gdLst/>
                <a:ahLst/>
                <a:cxnLst/>
                <a:rect l="l" t="t" r="r" b="b"/>
                <a:pathLst>
                  <a:path w="12401" h="10894" extrusionOk="0">
                    <a:moveTo>
                      <a:pt x="3734" y="1"/>
                    </a:moveTo>
                    <a:cubicBezTo>
                      <a:pt x="2473" y="1"/>
                      <a:pt x="1195" y="294"/>
                      <a:pt x="1" y="913"/>
                    </a:cubicBezTo>
                    <a:lnTo>
                      <a:pt x="5176" y="10894"/>
                    </a:lnTo>
                    <a:lnTo>
                      <a:pt x="12401" y="7148"/>
                    </a:lnTo>
                    <a:lnTo>
                      <a:pt x="10971" y="4390"/>
                    </a:lnTo>
                    <a:cubicBezTo>
                      <a:pt x="9524" y="1601"/>
                      <a:pt x="6678" y="1"/>
                      <a:pt x="37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0"/>
              <p:cNvSpPr/>
              <p:nvPr/>
            </p:nvSpPr>
            <p:spPr>
              <a:xfrm>
                <a:off x="3742250" y="1689100"/>
                <a:ext cx="481275" cy="305050"/>
              </a:xfrm>
              <a:custGeom>
                <a:avLst/>
                <a:gdLst/>
                <a:ahLst/>
                <a:cxnLst/>
                <a:rect l="l" t="t" r="r" b="b"/>
                <a:pathLst>
                  <a:path w="19251" h="12202" extrusionOk="0">
                    <a:moveTo>
                      <a:pt x="16138" y="0"/>
                    </a:moveTo>
                    <a:cubicBezTo>
                      <a:pt x="15717" y="0"/>
                      <a:pt x="15290" y="98"/>
                      <a:pt x="14890" y="305"/>
                    </a:cubicBezTo>
                    <a:lnTo>
                      <a:pt x="1855" y="7065"/>
                    </a:lnTo>
                    <a:cubicBezTo>
                      <a:pt x="522" y="7756"/>
                      <a:pt x="1" y="9401"/>
                      <a:pt x="691" y="10734"/>
                    </a:cubicBezTo>
                    <a:cubicBezTo>
                      <a:pt x="1175" y="11666"/>
                      <a:pt x="2127" y="12202"/>
                      <a:pt x="3111" y="12202"/>
                    </a:cubicBezTo>
                    <a:cubicBezTo>
                      <a:pt x="3533" y="12202"/>
                      <a:pt x="3960" y="12104"/>
                      <a:pt x="4359" y="11896"/>
                    </a:cubicBezTo>
                    <a:lnTo>
                      <a:pt x="17396" y="5137"/>
                    </a:lnTo>
                    <a:cubicBezTo>
                      <a:pt x="18728" y="4445"/>
                      <a:pt x="19250" y="2800"/>
                      <a:pt x="18559" y="1469"/>
                    </a:cubicBezTo>
                    <a:cubicBezTo>
                      <a:pt x="18075" y="536"/>
                      <a:pt x="17123" y="0"/>
                      <a:pt x="1613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0"/>
              <p:cNvSpPr/>
              <p:nvPr/>
            </p:nvSpPr>
            <p:spPr>
              <a:xfrm>
                <a:off x="3951525" y="1689075"/>
                <a:ext cx="272000" cy="212925"/>
              </a:xfrm>
              <a:custGeom>
                <a:avLst/>
                <a:gdLst/>
                <a:ahLst/>
                <a:cxnLst/>
                <a:rect l="l" t="t" r="r" b="b"/>
                <a:pathLst>
                  <a:path w="10880" h="8517" extrusionOk="0">
                    <a:moveTo>
                      <a:pt x="7768" y="1"/>
                    </a:moveTo>
                    <a:cubicBezTo>
                      <a:pt x="7347" y="1"/>
                      <a:pt x="6919" y="99"/>
                      <a:pt x="6519" y="306"/>
                    </a:cubicBezTo>
                    <a:lnTo>
                      <a:pt x="1" y="3686"/>
                    </a:lnTo>
                    <a:lnTo>
                      <a:pt x="2507" y="8517"/>
                    </a:lnTo>
                    <a:lnTo>
                      <a:pt x="9025" y="5137"/>
                    </a:lnTo>
                    <a:cubicBezTo>
                      <a:pt x="10356" y="4446"/>
                      <a:pt x="10879" y="2801"/>
                      <a:pt x="10188" y="1468"/>
                    </a:cubicBezTo>
                    <a:cubicBezTo>
                      <a:pt x="9704" y="536"/>
                      <a:pt x="8753" y="1"/>
                      <a:pt x="776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0"/>
              <p:cNvSpPr/>
              <p:nvPr/>
            </p:nvSpPr>
            <p:spPr>
              <a:xfrm>
                <a:off x="4025950" y="1713575"/>
                <a:ext cx="97625" cy="111100"/>
              </a:xfrm>
              <a:custGeom>
                <a:avLst/>
                <a:gdLst/>
                <a:ahLst/>
                <a:cxnLst/>
                <a:rect l="l" t="t" r="r" b="b"/>
                <a:pathLst>
                  <a:path w="3905" h="4444" extrusionOk="0">
                    <a:moveTo>
                      <a:pt x="2234" y="1"/>
                    </a:moveTo>
                    <a:lnTo>
                      <a:pt x="1" y="1159"/>
                    </a:lnTo>
                    <a:lnTo>
                      <a:pt x="1351" y="3764"/>
                    </a:lnTo>
                    <a:cubicBezTo>
                      <a:pt x="1576" y="4196"/>
                      <a:pt x="2015" y="4443"/>
                      <a:pt x="2470" y="4443"/>
                    </a:cubicBezTo>
                    <a:cubicBezTo>
                      <a:pt x="2665" y="4443"/>
                      <a:pt x="2862" y="4398"/>
                      <a:pt x="3047" y="4302"/>
                    </a:cubicBezTo>
                    <a:cubicBezTo>
                      <a:pt x="3664" y="3982"/>
                      <a:pt x="3905" y="3223"/>
                      <a:pt x="3585" y="2606"/>
                    </a:cubicBezTo>
                    <a:lnTo>
                      <a:pt x="223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0"/>
              <p:cNvSpPr/>
              <p:nvPr/>
            </p:nvSpPr>
            <p:spPr>
              <a:xfrm>
                <a:off x="3853950" y="1844425"/>
                <a:ext cx="43800" cy="105375"/>
              </a:xfrm>
              <a:custGeom>
                <a:avLst/>
                <a:gdLst/>
                <a:ahLst/>
                <a:cxnLst/>
                <a:rect l="l" t="t" r="r" b="b"/>
                <a:pathLst>
                  <a:path w="1752" h="4215" extrusionOk="0">
                    <a:moveTo>
                      <a:pt x="1751" y="1"/>
                    </a:moveTo>
                    <a:lnTo>
                      <a:pt x="473" y="663"/>
                    </a:lnTo>
                    <a:lnTo>
                      <a:pt x="1" y="4215"/>
                    </a:lnTo>
                    <a:lnTo>
                      <a:pt x="1279" y="3552"/>
                    </a:lnTo>
                    <a:lnTo>
                      <a:pt x="17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0"/>
              <p:cNvSpPr/>
              <p:nvPr/>
            </p:nvSpPr>
            <p:spPr>
              <a:xfrm>
                <a:off x="3961000" y="1788925"/>
                <a:ext cx="43775" cy="105375"/>
              </a:xfrm>
              <a:custGeom>
                <a:avLst/>
                <a:gdLst/>
                <a:ahLst/>
                <a:cxnLst/>
                <a:rect l="l" t="t" r="r" b="b"/>
                <a:pathLst>
                  <a:path w="1751" h="4215" extrusionOk="0">
                    <a:moveTo>
                      <a:pt x="1751" y="1"/>
                    </a:moveTo>
                    <a:lnTo>
                      <a:pt x="472" y="663"/>
                    </a:lnTo>
                    <a:lnTo>
                      <a:pt x="0" y="4214"/>
                    </a:lnTo>
                    <a:lnTo>
                      <a:pt x="1277" y="3552"/>
                    </a:lnTo>
                    <a:lnTo>
                      <a:pt x="17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0"/>
              <p:cNvSpPr/>
              <p:nvPr/>
            </p:nvSpPr>
            <p:spPr>
              <a:xfrm>
                <a:off x="3971025" y="1788925"/>
                <a:ext cx="33750" cy="75525"/>
              </a:xfrm>
              <a:custGeom>
                <a:avLst/>
                <a:gdLst/>
                <a:ahLst/>
                <a:cxnLst/>
                <a:rect l="l" t="t" r="r" b="b"/>
                <a:pathLst>
                  <a:path w="1350" h="3021" extrusionOk="0">
                    <a:moveTo>
                      <a:pt x="1350" y="1"/>
                    </a:moveTo>
                    <a:lnTo>
                      <a:pt x="71" y="663"/>
                    </a:lnTo>
                    <a:lnTo>
                      <a:pt x="0" y="1196"/>
                    </a:lnTo>
                    <a:lnTo>
                      <a:pt x="947" y="3021"/>
                    </a:lnTo>
                    <a:lnTo>
                      <a:pt x="135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0"/>
              <p:cNvSpPr/>
              <p:nvPr/>
            </p:nvSpPr>
            <p:spPr>
              <a:xfrm>
                <a:off x="4053875" y="1713575"/>
                <a:ext cx="69700" cy="107550"/>
              </a:xfrm>
              <a:custGeom>
                <a:avLst/>
                <a:gdLst/>
                <a:ahLst/>
                <a:cxnLst/>
                <a:rect l="l" t="t" r="r" b="b"/>
                <a:pathLst>
                  <a:path w="2788" h="4302" extrusionOk="0">
                    <a:moveTo>
                      <a:pt x="0" y="579"/>
                    </a:moveTo>
                    <a:lnTo>
                      <a:pt x="0" y="580"/>
                    </a:lnTo>
                    <a:lnTo>
                      <a:pt x="1" y="580"/>
                    </a:lnTo>
                    <a:lnTo>
                      <a:pt x="0" y="579"/>
                    </a:lnTo>
                    <a:close/>
                    <a:moveTo>
                      <a:pt x="1117" y="1"/>
                    </a:moveTo>
                    <a:lnTo>
                      <a:pt x="1" y="580"/>
                    </a:lnTo>
                    <a:lnTo>
                      <a:pt x="1930" y="4301"/>
                    </a:lnTo>
                    <a:cubicBezTo>
                      <a:pt x="2547" y="3982"/>
                      <a:pt x="2788" y="3222"/>
                      <a:pt x="2468" y="2605"/>
                    </a:cubicBezTo>
                    <a:lnTo>
                      <a:pt x="111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0"/>
              <p:cNvSpPr/>
              <p:nvPr/>
            </p:nvSpPr>
            <p:spPr>
              <a:xfrm>
                <a:off x="3028200" y="1978900"/>
                <a:ext cx="332225" cy="383625"/>
              </a:xfrm>
              <a:custGeom>
                <a:avLst/>
                <a:gdLst/>
                <a:ahLst/>
                <a:cxnLst/>
                <a:rect l="l" t="t" r="r" b="b"/>
                <a:pathLst>
                  <a:path w="13289" h="15345" extrusionOk="0">
                    <a:moveTo>
                      <a:pt x="3165" y="1"/>
                    </a:moveTo>
                    <a:lnTo>
                      <a:pt x="2916" y="391"/>
                    </a:lnTo>
                    <a:cubicBezTo>
                      <a:pt x="0" y="4964"/>
                      <a:pt x="447" y="10911"/>
                      <a:pt x="4016" y="14996"/>
                    </a:cubicBezTo>
                    <a:lnTo>
                      <a:pt x="4320" y="15344"/>
                    </a:lnTo>
                    <a:lnTo>
                      <a:pt x="13289" y="10693"/>
                    </a:lnTo>
                    <a:lnTo>
                      <a:pt x="8715" y="1876"/>
                    </a:lnTo>
                    <a:lnTo>
                      <a:pt x="31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0"/>
              <p:cNvSpPr/>
              <p:nvPr/>
            </p:nvSpPr>
            <p:spPr>
              <a:xfrm>
                <a:off x="3028200" y="1978900"/>
                <a:ext cx="173275" cy="383625"/>
              </a:xfrm>
              <a:custGeom>
                <a:avLst/>
                <a:gdLst/>
                <a:ahLst/>
                <a:cxnLst/>
                <a:rect l="l" t="t" r="r" b="b"/>
                <a:pathLst>
                  <a:path w="6931" h="15345" extrusionOk="0">
                    <a:moveTo>
                      <a:pt x="3165" y="1"/>
                    </a:moveTo>
                    <a:lnTo>
                      <a:pt x="2916" y="391"/>
                    </a:lnTo>
                    <a:cubicBezTo>
                      <a:pt x="0" y="4964"/>
                      <a:pt x="447" y="10911"/>
                      <a:pt x="4016" y="14996"/>
                    </a:cubicBezTo>
                    <a:lnTo>
                      <a:pt x="4320" y="15344"/>
                    </a:lnTo>
                    <a:lnTo>
                      <a:pt x="6931" y="13990"/>
                    </a:lnTo>
                    <a:cubicBezTo>
                      <a:pt x="4078" y="10204"/>
                      <a:pt x="3670" y="5103"/>
                      <a:pt x="5870" y="915"/>
                    </a:cubicBezTo>
                    <a:lnTo>
                      <a:pt x="31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0"/>
              <p:cNvSpPr/>
              <p:nvPr/>
            </p:nvSpPr>
            <p:spPr>
              <a:xfrm>
                <a:off x="3189650" y="2158375"/>
                <a:ext cx="97275" cy="92375"/>
              </a:xfrm>
              <a:custGeom>
                <a:avLst/>
                <a:gdLst/>
                <a:ahLst/>
                <a:cxnLst/>
                <a:rect l="l" t="t" r="r" b="b"/>
                <a:pathLst>
                  <a:path w="3891" h="3695" extrusionOk="0">
                    <a:moveTo>
                      <a:pt x="1904" y="0"/>
                    </a:moveTo>
                    <a:cubicBezTo>
                      <a:pt x="1618" y="0"/>
                      <a:pt x="1328" y="67"/>
                      <a:pt x="1056" y="207"/>
                    </a:cubicBezTo>
                    <a:cubicBezTo>
                      <a:pt x="392" y="551"/>
                      <a:pt x="1" y="1260"/>
                      <a:pt x="64" y="2006"/>
                    </a:cubicBezTo>
                    <a:cubicBezTo>
                      <a:pt x="130" y="2750"/>
                      <a:pt x="635" y="3383"/>
                      <a:pt x="1347" y="3608"/>
                    </a:cubicBezTo>
                    <a:cubicBezTo>
                      <a:pt x="1531" y="3667"/>
                      <a:pt x="1720" y="3695"/>
                      <a:pt x="1906" y="3695"/>
                    </a:cubicBezTo>
                    <a:cubicBezTo>
                      <a:pt x="2442" y="3695"/>
                      <a:pt x="2962" y="3461"/>
                      <a:pt x="3319" y="3037"/>
                    </a:cubicBezTo>
                    <a:cubicBezTo>
                      <a:pt x="3800" y="2465"/>
                      <a:pt x="3890" y="1660"/>
                      <a:pt x="3546" y="996"/>
                    </a:cubicBezTo>
                    <a:cubicBezTo>
                      <a:pt x="3217" y="363"/>
                      <a:pt x="2572" y="0"/>
                      <a:pt x="190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0"/>
              <p:cNvSpPr/>
              <p:nvPr/>
            </p:nvSpPr>
            <p:spPr>
              <a:xfrm>
                <a:off x="3216000" y="2158350"/>
                <a:ext cx="74050" cy="87225"/>
              </a:xfrm>
              <a:custGeom>
                <a:avLst/>
                <a:gdLst/>
                <a:ahLst/>
                <a:cxnLst/>
                <a:rect l="l" t="t" r="r" b="b"/>
                <a:pathLst>
                  <a:path w="2962" h="3489" extrusionOk="0">
                    <a:moveTo>
                      <a:pt x="850" y="0"/>
                    </a:moveTo>
                    <a:cubicBezTo>
                      <a:pt x="564" y="0"/>
                      <a:pt x="273" y="67"/>
                      <a:pt x="1" y="208"/>
                    </a:cubicBezTo>
                    <a:lnTo>
                      <a:pt x="1703" y="3489"/>
                    </a:lnTo>
                    <a:cubicBezTo>
                      <a:pt x="2609" y="3019"/>
                      <a:pt x="2962" y="1903"/>
                      <a:pt x="2492" y="997"/>
                    </a:cubicBezTo>
                    <a:cubicBezTo>
                      <a:pt x="2163" y="363"/>
                      <a:pt x="1518" y="0"/>
                      <a:pt x="8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0"/>
              <p:cNvSpPr/>
              <p:nvPr/>
            </p:nvSpPr>
            <p:spPr>
              <a:xfrm>
                <a:off x="3229075" y="2020050"/>
                <a:ext cx="343625" cy="308425"/>
              </a:xfrm>
              <a:custGeom>
                <a:avLst/>
                <a:gdLst/>
                <a:ahLst/>
                <a:cxnLst/>
                <a:rect l="l" t="t" r="r" b="b"/>
                <a:pathLst>
                  <a:path w="13745" h="12337" extrusionOk="0">
                    <a:moveTo>
                      <a:pt x="1" y="0"/>
                    </a:moveTo>
                    <a:lnTo>
                      <a:pt x="4811" y="9276"/>
                    </a:lnTo>
                    <a:lnTo>
                      <a:pt x="6300" y="8504"/>
                    </a:lnTo>
                    <a:lnTo>
                      <a:pt x="7936" y="11658"/>
                    </a:lnTo>
                    <a:cubicBezTo>
                      <a:pt x="8159" y="12089"/>
                      <a:pt x="8598" y="12336"/>
                      <a:pt x="9052" y="12336"/>
                    </a:cubicBezTo>
                    <a:cubicBezTo>
                      <a:pt x="9247" y="12336"/>
                      <a:pt x="9445" y="12291"/>
                      <a:pt x="9631" y="12195"/>
                    </a:cubicBezTo>
                    <a:cubicBezTo>
                      <a:pt x="10247" y="11874"/>
                      <a:pt x="10488" y="11115"/>
                      <a:pt x="10169" y="10499"/>
                    </a:cubicBezTo>
                    <a:lnTo>
                      <a:pt x="8533" y="7346"/>
                    </a:lnTo>
                    <a:lnTo>
                      <a:pt x="13744" y="4644"/>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0"/>
              <p:cNvSpPr/>
              <p:nvPr/>
            </p:nvSpPr>
            <p:spPr>
              <a:xfrm>
                <a:off x="3290100" y="2046300"/>
                <a:ext cx="152175" cy="95600"/>
              </a:xfrm>
              <a:custGeom>
                <a:avLst/>
                <a:gdLst/>
                <a:ahLst/>
                <a:cxnLst/>
                <a:rect l="l" t="t" r="r" b="b"/>
                <a:pathLst>
                  <a:path w="6087" h="3824" extrusionOk="0">
                    <a:moveTo>
                      <a:pt x="489" y="1"/>
                    </a:moveTo>
                    <a:lnTo>
                      <a:pt x="489" y="1"/>
                    </a:lnTo>
                    <a:cubicBezTo>
                      <a:pt x="0" y="1546"/>
                      <a:pt x="855" y="3195"/>
                      <a:pt x="2401" y="3686"/>
                    </a:cubicBezTo>
                    <a:cubicBezTo>
                      <a:pt x="2696" y="3779"/>
                      <a:pt x="2994" y="3823"/>
                      <a:pt x="3288" y="3823"/>
                    </a:cubicBezTo>
                    <a:cubicBezTo>
                      <a:pt x="4533" y="3823"/>
                      <a:pt x="5689" y="3025"/>
                      <a:pt x="6086" y="1775"/>
                    </a:cubicBezTo>
                    <a:lnTo>
                      <a:pt x="4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0"/>
              <p:cNvSpPr/>
              <p:nvPr/>
            </p:nvSpPr>
            <p:spPr>
              <a:xfrm>
                <a:off x="3501175" y="2738200"/>
                <a:ext cx="350525" cy="311550"/>
              </a:xfrm>
              <a:custGeom>
                <a:avLst/>
                <a:gdLst/>
                <a:ahLst/>
                <a:cxnLst/>
                <a:rect l="l" t="t" r="r" b="b"/>
                <a:pathLst>
                  <a:path w="14021" h="12462" extrusionOk="0">
                    <a:moveTo>
                      <a:pt x="7364" y="0"/>
                    </a:moveTo>
                    <a:cubicBezTo>
                      <a:pt x="6364" y="0"/>
                      <a:pt x="5349" y="233"/>
                      <a:pt x="4401" y="724"/>
                    </a:cubicBezTo>
                    <a:cubicBezTo>
                      <a:pt x="1239" y="2364"/>
                      <a:pt x="1" y="6271"/>
                      <a:pt x="1640" y="9433"/>
                    </a:cubicBezTo>
                    <a:cubicBezTo>
                      <a:pt x="2356" y="10815"/>
                      <a:pt x="3547" y="11890"/>
                      <a:pt x="4995" y="12461"/>
                    </a:cubicBezTo>
                    <a:lnTo>
                      <a:pt x="13653" y="7972"/>
                    </a:lnTo>
                    <a:cubicBezTo>
                      <a:pt x="14020" y="6460"/>
                      <a:pt x="13828" y="4866"/>
                      <a:pt x="13111" y="3485"/>
                    </a:cubicBezTo>
                    <a:cubicBezTo>
                      <a:pt x="11962" y="1271"/>
                      <a:pt x="9702" y="0"/>
                      <a:pt x="73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0"/>
              <p:cNvSpPr/>
              <p:nvPr/>
            </p:nvSpPr>
            <p:spPr>
              <a:xfrm>
                <a:off x="3611200" y="2738200"/>
                <a:ext cx="240500" cy="255400"/>
              </a:xfrm>
              <a:custGeom>
                <a:avLst/>
                <a:gdLst/>
                <a:ahLst/>
                <a:cxnLst/>
                <a:rect l="l" t="t" r="r" b="b"/>
                <a:pathLst>
                  <a:path w="9620" h="10216" extrusionOk="0">
                    <a:moveTo>
                      <a:pt x="2963" y="0"/>
                    </a:moveTo>
                    <a:cubicBezTo>
                      <a:pt x="1963" y="0"/>
                      <a:pt x="948" y="233"/>
                      <a:pt x="0" y="724"/>
                    </a:cubicBezTo>
                    <a:lnTo>
                      <a:pt x="4924" y="10216"/>
                    </a:lnTo>
                    <a:lnTo>
                      <a:pt x="9252" y="7972"/>
                    </a:lnTo>
                    <a:cubicBezTo>
                      <a:pt x="9619" y="6460"/>
                      <a:pt x="9427" y="4866"/>
                      <a:pt x="8710" y="3485"/>
                    </a:cubicBezTo>
                    <a:cubicBezTo>
                      <a:pt x="7561" y="1271"/>
                      <a:pt x="5301" y="0"/>
                      <a:pt x="29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0"/>
              <p:cNvSpPr/>
              <p:nvPr/>
            </p:nvSpPr>
            <p:spPr>
              <a:xfrm>
                <a:off x="3568175" y="2796875"/>
                <a:ext cx="222800" cy="196925"/>
              </a:xfrm>
              <a:custGeom>
                <a:avLst/>
                <a:gdLst/>
                <a:ahLst/>
                <a:cxnLst/>
                <a:rect l="l" t="t" r="r" b="b"/>
                <a:pathLst>
                  <a:path w="8912" h="7877" extrusionOk="0">
                    <a:moveTo>
                      <a:pt x="4688" y="1"/>
                    </a:moveTo>
                    <a:cubicBezTo>
                      <a:pt x="4051" y="1"/>
                      <a:pt x="3405" y="149"/>
                      <a:pt x="2802" y="461"/>
                    </a:cubicBezTo>
                    <a:cubicBezTo>
                      <a:pt x="789" y="1506"/>
                      <a:pt x="1" y="3992"/>
                      <a:pt x="1044" y="6005"/>
                    </a:cubicBezTo>
                    <a:cubicBezTo>
                      <a:pt x="1477" y="6840"/>
                      <a:pt x="2183" y="7500"/>
                      <a:pt x="3044" y="7876"/>
                    </a:cubicBezTo>
                    <a:lnTo>
                      <a:pt x="8723" y="4932"/>
                    </a:lnTo>
                    <a:cubicBezTo>
                      <a:pt x="8912" y="4010"/>
                      <a:pt x="8778" y="3053"/>
                      <a:pt x="8346" y="2219"/>
                    </a:cubicBezTo>
                    <a:cubicBezTo>
                      <a:pt x="7614" y="809"/>
                      <a:pt x="6176" y="1"/>
                      <a:pt x="46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0"/>
              <p:cNvSpPr/>
              <p:nvPr/>
            </p:nvSpPr>
            <p:spPr>
              <a:xfrm>
                <a:off x="3638200" y="2796875"/>
                <a:ext cx="152775" cy="160100"/>
              </a:xfrm>
              <a:custGeom>
                <a:avLst/>
                <a:gdLst/>
                <a:ahLst/>
                <a:cxnLst/>
                <a:rect l="l" t="t" r="r" b="b"/>
                <a:pathLst>
                  <a:path w="6111" h="6404" extrusionOk="0">
                    <a:moveTo>
                      <a:pt x="1887" y="1"/>
                    </a:moveTo>
                    <a:cubicBezTo>
                      <a:pt x="1250" y="1"/>
                      <a:pt x="604" y="149"/>
                      <a:pt x="1" y="461"/>
                    </a:cubicBezTo>
                    <a:lnTo>
                      <a:pt x="3082" y="6404"/>
                    </a:lnTo>
                    <a:lnTo>
                      <a:pt x="5922" y="4932"/>
                    </a:lnTo>
                    <a:cubicBezTo>
                      <a:pt x="6111" y="4010"/>
                      <a:pt x="5977" y="3053"/>
                      <a:pt x="5545" y="2219"/>
                    </a:cubicBezTo>
                    <a:cubicBezTo>
                      <a:pt x="4813" y="809"/>
                      <a:pt x="3375" y="1"/>
                      <a:pt x="18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0"/>
              <p:cNvSpPr/>
              <p:nvPr/>
            </p:nvSpPr>
            <p:spPr>
              <a:xfrm>
                <a:off x="3701400" y="2629925"/>
                <a:ext cx="132350" cy="218350"/>
              </a:xfrm>
              <a:custGeom>
                <a:avLst/>
                <a:gdLst/>
                <a:ahLst/>
                <a:cxnLst/>
                <a:rect l="l" t="t" r="r" b="b"/>
                <a:pathLst>
                  <a:path w="5294" h="8734" extrusionOk="0">
                    <a:moveTo>
                      <a:pt x="1047" y="1"/>
                    </a:moveTo>
                    <a:lnTo>
                      <a:pt x="0" y="543"/>
                    </a:lnTo>
                    <a:lnTo>
                      <a:pt x="4247" y="8733"/>
                    </a:lnTo>
                    <a:lnTo>
                      <a:pt x="5293" y="8190"/>
                    </a:lnTo>
                    <a:lnTo>
                      <a:pt x="10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0"/>
              <p:cNvSpPr/>
              <p:nvPr/>
            </p:nvSpPr>
            <p:spPr>
              <a:xfrm>
                <a:off x="3413050" y="2615250"/>
                <a:ext cx="339325" cy="195125"/>
              </a:xfrm>
              <a:custGeom>
                <a:avLst/>
                <a:gdLst/>
                <a:ahLst/>
                <a:cxnLst/>
                <a:rect l="l" t="t" r="r" b="b"/>
                <a:pathLst>
                  <a:path w="13573" h="7805" extrusionOk="0">
                    <a:moveTo>
                      <a:pt x="13029" y="1"/>
                    </a:moveTo>
                    <a:lnTo>
                      <a:pt x="1" y="6757"/>
                    </a:lnTo>
                    <a:lnTo>
                      <a:pt x="544" y="7805"/>
                    </a:lnTo>
                    <a:lnTo>
                      <a:pt x="13572" y="1048"/>
                    </a:lnTo>
                    <a:lnTo>
                      <a:pt x="1302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0"/>
              <p:cNvSpPr/>
              <p:nvPr/>
            </p:nvSpPr>
            <p:spPr>
              <a:xfrm>
                <a:off x="3388350" y="2612150"/>
                <a:ext cx="364075" cy="111825"/>
              </a:xfrm>
              <a:custGeom>
                <a:avLst/>
                <a:gdLst/>
                <a:ahLst/>
                <a:cxnLst/>
                <a:rect l="l" t="t" r="r" b="b"/>
                <a:pathLst>
                  <a:path w="14563" h="4473" extrusionOk="0">
                    <a:moveTo>
                      <a:pt x="14295" y="1"/>
                    </a:moveTo>
                    <a:lnTo>
                      <a:pt x="1" y="3325"/>
                    </a:lnTo>
                    <a:lnTo>
                      <a:pt x="133" y="3898"/>
                    </a:lnTo>
                    <a:lnTo>
                      <a:pt x="267" y="4473"/>
                    </a:lnTo>
                    <a:lnTo>
                      <a:pt x="14563" y="1149"/>
                    </a:lnTo>
                    <a:lnTo>
                      <a:pt x="14429" y="575"/>
                    </a:lnTo>
                    <a:lnTo>
                      <a:pt x="1429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0"/>
              <p:cNvSpPr/>
              <p:nvPr/>
            </p:nvSpPr>
            <p:spPr>
              <a:xfrm>
                <a:off x="3499100" y="2807875"/>
                <a:ext cx="419525" cy="281075"/>
              </a:xfrm>
              <a:custGeom>
                <a:avLst/>
                <a:gdLst/>
                <a:ahLst/>
                <a:cxnLst/>
                <a:rect l="l" t="t" r="r" b="b"/>
                <a:pathLst>
                  <a:path w="16781" h="11243" extrusionOk="0">
                    <a:moveTo>
                      <a:pt x="15192" y="1"/>
                    </a:moveTo>
                    <a:lnTo>
                      <a:pt x="0" y="7878"/>
                    </a:lnTo>
                    <a:lnTo>
                      <a:pt x="55" y="7983"/>
                    </a:lnTo>
                    <a:cubicBezTo>
                      <a:pt x="1128" y="10054"/>
                      <a:pt x="3242" y="11242"/>
                      <a:pt x="5427" y="11242"/>
                    </a:cubicBezTo>
                    <a:cubicBezTo>
                      <a:pt x="6363" y="11242"/>
                      <a:pt x="7312" y="11024"/>
                      <a:pt x="8198" y="10565"/>
                    </a:cubicBezTo>
                    <a:lnTo>
                      <a:pt x="12665" y="8249"/>
                    </a:lnTo>
                    <a:cubicBezTo>
                      <a:pt x="15622" y="6716"/>
                      <a:pt x="16780" y="3063"/>
                      <a:pt x="15247" y="106"/>
                    </a:cubicBezTo>
                    <a:lnTo>
                      <a:pt x="1519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0"/>
              <p:cNvSpPr/>
              <p:nvPr/>
            </p:nvSpPr>
            <p:spPr>
              <a:xfrm>
                <a:off x="3689025" y="2807875"/>
                <a:ext cx="229600" cy="235175"/>
              </a:xfrm>
              <a:custGeom>
                <a:avLst/>
                <a:gdLst/>
                <a:ahLst/>
                <a:cxnLst/>
                <a:rect l="l" t="t" r="r" b="b"/>
                <a:pathLst>
                  <a:path w="9184" h="9407" extrusionOk="0">
                    <a:moveTo>
                      <a:pt x="0" y="3939"/>
                    </a:moveTo>
                    <a:lnTo>
                      <a:pt x="0" y="3940"/>
                    </a:lnTo>
                    <a:lnTo>
                      <a:pt x="1" y="3940"/>
                    </a:lnTo>
                    <a:lnTo>
                      <a:pt x="1" y="3940"/>
                    </a:lnTo>
                    <a:lnTo>
                      <a:pt x="0" y="3939"/>
                    </a:lnTo>
                    <a:close/>
                    <a:moveTo>
                      <a:pt x="7595" y="1"/>
                    </a:moveTo>
                    <a:lnTo>
                      <a:pt x="1" y="3940"/>
                    </a:lnTo>
                    <a:lnTo>
                      <a:pt x="1" y="3940"/>
                    </a:lnTo>
                    <a:lnTo>
                      <a:pt x="2835" y="9407"/>
                    </a:lnTo>
                    <a:lnTo>
                      <a:pt x="5068" y="8249"/>
                    </a:lnTo>
                    <a:cubicBezTo>
                      <a:pt x="8025" y="6716"/>
                      <a:pt x="9183" y="3063"/>
                      <a:pt x="7650" y="106"/>
                    </a:cubicBezTo>
                    <a:lnTo>
                      <a:pt x="75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0"/>
              <p:cNvSpPr/>
              <p:nvPr/>
            </p:nvSpPr>
            <p:spPr>
              <a:xfrm>
                <a:off x="3460225" y="2780100"/>
                <a:ext cx="460275" cy="257850"/>
              </a:xfrm>
              <a:custGeom>
                <a:avLst/>
                <a:gdLst/>
                <a:ahLst/>
                <a:cxnLst/>
                <a:rect l="l" t="t" r="r" b="b"/>
                <a:pathLst>
                  <a:path w="18411" h="10314" extrusionOk="0">
                    <a:moveTo>
                      <a:pt x="17868" y="0"/>
                    </a:moveTo>
                    <a:lnTo>
                      <a:pt x="0" y="9265"/>
                    </a:lnTo>
                    <a:lnTo>
                      <a:pt x="544" y="10313"/>
                    </a:lnTo>
                    <a:lnTo>
                      <a:pt x="18411" y="1047"/>
                    </a:lnTo>
                    <a:lnTo>
                      <a:pt x="178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0"/>
              <p:cNvSpPr/>
              <p:nvPr/>
            </p:nvSpPr>
            <p:spPr>
              <a:xfrm>
                <a:off x="3683550" y="2780100"/>
                <a:ext cx="236950" cy="142000"/>
              </a:xfrm>
              <a:custGeom>
                <a:avLst/>
                <a:gdLst/>
                <a:ahLst/>
                <a:cxnLst/>
                <a:rect l="l" t="t" r="r" b="b"/>
                <a:pathLst>
                  <a:path w="9478" h="5680" extrusionOk="0">
                    <a:moveTo>
                      <a:pt x="8935" y="0"/>
                    </a:moveTo>
                    <a:lnTo>
                      <a:pt x="1" y="4633"/>
                    </a:lnTo>
                    <a:lnTo>
                      <a:pt x="544" y="5680"/>
                    </a:lnTo>
                    <a:lnTo>
                      <a:pt x="9478" y="1047"/>
                    </a:lnTo>
                    <a:lnTo>
                      <a:pt x="893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0"/>
              <p:cNvSpPr/>
              <p:nvPr/>
            </p:nvSpPr>
            <p:spPr>
              <a:xfrm>
                <a:off x="3551025" y="3240350"/>
                <a:ext cx="307700" cy="307725"/>
              </a:xfrm>
              <a:custGeom>
                <a:avLst/>
                <a:gdLst/>
                <a:ahLst/>
                <a:cxnLst/>
                <a:rect l="l" t="t" r="r" b="b"/>
                <a:pathLst>
                  <a:path w="12308" h="12309" extrusionOk="0">
                    <a:moveTo>
                      <a:pt x="6154" y="1"/>
                    </a:moveTo>
                    <a:cubicBezTo>
                      <a:pt x="4521" y="1"/>
                      <a:pt x="2957" y="649"/>
                      <a:pt x="1802" y="1803"/>
                    </a:cubicBezTo>
                    <a:cubicBezTo>
                      <a:pt x="648" y="2957"/>
                      <a:pt x="0" y="4523"/>
                      <a:pt x="0" y="6154"/>
                    </a:cubicBezTo>
                    <a:cubicBezTo>
                      <a:pt x="0" y="7787"/>
                      <a:pt x="648" y="9353"/>
                      <a:pt x="1802" y="10505"/>
                    </a:cubicBezTo>
                    <a:cubicBezTo>
                      <a:pt x="2957" y="11659"/>
                      <a:pt x="4521" y="12309"/>
                      <a:pt x="6154" y="12309"/>
                    </a:cubicBezTo>
                    <a:cubicBezTo>
                      <a:pt x="7786" y="12309"/>
                      <a:pt x="9351" y="11659"/>
                      <a:pt x="10505" y="10505"/>
                    </a:cubicBezTo>
                    <a:cubicBezTo>
                      <a:pt x="11659" y="9353"/>
                      <a:pt x="12307" y="7787"/>
                      <a:pt x="12307" y="6154"/>
                    </a:cubicBezTo>
                    <a:cubicBezTo>
                      <a:pt x="12307" y="4523"/>
                      <a:pt x="11659" y="2957"/>
                      <a:pt x="10505" y="1803"/>
                    </a:cubicBezTo>
                    <a:cubicBezTo>
                      <a:pt x="9351" y="649"/>
                      <a:pt x="7786" y="1"/>
                      <a:pt x="615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0"/>
              <p:cNvSpPr/>
              <p:nvPr/>
            </p:nvSpPr>
            <p:spPr>
              <a:xfrm>
                <a:off x="3877800" y="3059100"/>
                <a:ext cx="351400" cy="307800"/>
              </a:xfrm>
              <a:custGeom>
                <a:avLst/>
                <a:gdLst/>
                <a:ahLst/>
                <a:cxnLst/>
                <a:rect l="l" t="t" r="r" b="b"/>
                <a:pathLst>
                  <a:path w="14056" h="12312" extrusionOk="0">
                    <a:moveTo>
                      <a:pt x="7023" y="1"/>
                    </a:moveTo>
                    <a:cubicBezTo>
                      <a:pt x="6067" y="1"/>
                      <a:pt x="5097" y="225"/>
                      <a:pt x="4190" y="696"/>
                    </a:cubicBezTo>
                    <a:cubicBezTo>
                      <a:pt x="1174" y="2264"/>
                      <a:pt x="1" y="5979"/>
                      <a:pt x="1568" y="8994"/>
                    </a:cubicBezTo>
                    <a:cubicBezTo>
                      <a:pt x="2664" y="11103"/>
                      <a:pt x="4811" y="12311"/>
                      <a:pt x="7034" y="12311"/>
                    </a:cubicBezTo>
                    <a:cubicBezTo>
                      <a:pt x="7990" y="12311"/>
                      <a:pt x="8959" y="12088"/>
                      <a:pt x="9866" y="11616"/>
                    </a:cubicBezTo>
                    <a:cubicBezTo>
                      <a:pt x="12882" y="10049"/>
                      <a:pt x="14056" y="6333"/>
                      <a:pt x="12488" y="3318"/>
                    </a:cubicBezTo>
                    <a:cubicBezTo>
                      <a:pt x="11393" y="1209"/>
                      <a:pt x="9246" y="1"/>
                      <a:pt x="702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0"/>
              <p:cNvSpPr/>
              <p:nvPr/>
            </p:nvSpPr>
            <p:spPr>
              <a:xfrm>
                <a:off x="4248275" y="2877900"/>
                <a:ext cx="307725" cy="307725"/>
              </a:xfrm>
              <a:custGeom>
                <a:avLst/>
                <a:gdLst/>
                <a:ahLst/>
                <a:cxnLst/>
                <a:rect l="l" t="t" r="r" b="b"/>
                <a:pathLst>
                  <a:path w="12309" h="12309" extrusionOk="0">
                    <a:moveTo>
                      <a:pt x="6155" y="1"/>
                    </a:moveTo>
                    <a:cubicBezTo>
                      <a:pt x="4523" y="1"/>
                      <a:pt x="2957" y="650"/>
                      <a:pt x="1803" y="1804"/>
                    </a:cubicBezTo>
                    <a:cubicBezTo>
                      <a:pt x="649" y="2958"/>
                      <a:pt x="0" y="4523"/>
                      <a:pt x="0" y="6155"/>
                    </a:cubicBezTo>
                    <a:cubicBezTo>
                      <a:pt x="0" y="7786"/>
                      <a:pt x="649" y="9353"/>
                      <a:pt x="1803" y="10507"/>
                    </a:cubicBezTo>
                    <a:cubicBezTo>
                      <a:pt x="2957" y="11661"/>
                      <a:pt x="4523" y="12309"/>
                      <a:pt x="6155" y="12309"/>
                    </a:cubicBezTo>
                    <a:cubicBezTo>
                      <a:pt x="7786" y="12309"/>
                      <a:pt x="9352" y="11661"/>
                      <a:pt x="10506" y="10507"/>
                    </a:cubicBezTo>
                    <a:cubicBezTo>
                      <a:pt x="11660" y="9353"/>
                      <a:pt x="12308" y="7786"/>
                      <a:pt x="12308" y="6155"/>
                    </a:cubicBezTo>
                    <a:cubicBezTo>
                      <a:pt x="12308" y="4523"/>
                      <a:pt x="11660" y="2958"/>
                      <a:pt x="10506" y="1804"/>
                    </a:cubicBezTo>
                    <a:cubicBezTo>
                      <a:pt x="9352" y="650"/>
                      <a:pt x="7786" y="1"/>
                      <a:pt x="615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0"/>
              <p:cNvSpPr/>
              <p:nvPr/>
            </p:nvSpPr>
            <p:spPr>
              <a:xfrm>
                <a:off x="4575075" y="2696675"/>
                <a:ext cx="351425" cy="307775"/>
              </a:xfrm>
              <a:custGeom>
                <a:avLst/>
                <a:gdLst/>
                <a:ahLst/>
                <a:cxnLst/>
                <a:rect l="l" t="t" r="r" b="b"/>
                <a:pathLst>
                  <a:path w="14057" h="12311" extrusionOk="0">
                    <a:moveTo>
                      <a:pt x="7023" y="0"/>
                    </a:moveTo>
                    <a:cubicBezTo>
                      <a:pt x="6067" y="0"/>
                      <a:pt x="5097" y="224"/>
                      <a:pt x="4190" y="695"/>
                    </a:cubicBezTo>
                    <a:cubicBezTo>
                      <a:pt x="1175" y="2262"/>
                      <a:pt x="0" y="5978"/>
                      <a:pt x="1567" y="8993"/>
                    </a:cubicBezTo>
                    <a:cubicBezTo>
                      <a:pt x="2663" y="11102"/>
                      <a:pt x="4810" y="12310"/>
                      <a:pt x="7033" y="12310"/>
                    </a:cubicBezTo>
                    <a:cubicBezTo>
                      <a:pt x="7989" y="12310"/>
                      <a:pt x="8959" y="12087"/>
                      <a:pt x="9866" y="11615"/>
                    </a:cubicBezTo>
                    <a:cubicBezTo>
                      <a:pt x="12882" y="10048"/>
                      <a:pt x="14056" y="6332"/>
                      <a:pt x="12488" y="3317"/>
                    </a:cubicBezTo>
                    <a:cubicBezTo>
                      <a:pt x="11392" y="1208"/>
                      <a:pt x="9246" y="0"/>
                      <a:pt x="702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0"/>
              <p:cNvSpPr/>
              <p:nvPr/>
            </p:nvSpPr>
            <p:spPr>
              <a:xfrm>
                <a:off x="3728825" y="1553175"/>
                <a:ext cx="2939575" cy="3923400"/>
              </a:xfrm>
              <a:custGeom>
                <a:avLst/>
                <a:gdLst/>
                <a:ahLst/>
                <a:cxnLst/>
                <a:rect l="l" t="t" r="r" b="b"/>
                <a:pathLst>
                  <a:path w="117583" h="156936" extrusionOk="0">
                    <a:moveTo>
                      <a:pt x="29283" y="1"/>
                    </a:moveTo>
                    <a:lnTo>
                      <a:pt x="49955" y="39769"/>
                    </a:lnTo>
                    <a:lnTo>
                      <a:pt x="50300" y="45191"/>
                    </a:lnTo>
                    <a:cubicBezTo>
                      <a:pt x="50548" y="49116"/>
                      <a:pt x="49623" y="53026"/>
                      <a:pt x="47639" y="56422"/>
                    </a:cubicBezTo>
                    <a:cubicBezTo>
                      <a:pt x="45896" y="59406"/>
                      <a:pt x="42737" y="61123"/>
                      <a:pt x="39451" y="61123"/>
                    </a:cubicBezTo>
                    <a:cubicBezTo>
                      <a:pt x="38294" y="61123"/>
                      <a:pt x="37121" y="60910"/>
                      <a:pt x="35988" y="60465"/>
                    </a:cubicBezTo>
                    <a:lnTo>
                      <a:pt x="33530" y="59500"/>
                    </a:lnTo>
                    <a:cubicBezTo>
                      <a:pt x="30457" y="58293"/>
                      <a:pt x="27888" y="56074"/>
                      <a:pt x="26248" y="53209"/>
                    </a:cubicBezTo>
                    <a:lnTo>
                      <a:pt x="26108" y="52963"/>
                    </a:lnTo>
                    <a:cubicBezTo>
                      <a:pt x="24768" y="50625"/>
                      <a:pt x="22803" y="48705"/>
                      <a:pt x="20434" y="47421"/>
                    </a:cubicBezTo>
                    <a:cubicBezTo>
                      <a:pt x="17335" y="45742"/>
                      <a:pt x="13921" y="44904"/>
                      <a:pt x="10509" y="44904"/>
                    </a:cubicBezTo>
                    <a:cubicBezTo>
                      <a:pt x="6875" y="44904"/>
                      <a:pt x="3243" y="45855"/>
                      <a:pt x="1" y="47750"/>
                    </a:cubicBezTo>
                    <a:lnTo>
                      <a:pt x="27487" y="71780"/>
                    </a:lnTo>
                    <a:lnTo>
                      <a:pt x="39212" y="89578"/>
                    </a:lnTo>
                    <a:cubicBezTo>
                      <a:pt x="42619" y="94749"/>
                      <a:pt x="47346" y="98916"/>
                      <a:pt x="52905" y="101646"/>
                    </a:cubicBezTo>
                    <a:lnTo>
                      <a:pt x="69094" y="109597"/>
                    </a:lnTo>
                    <a:lnTo>
                      <a:pt x="81269" y="156936"/>
                    </a:lnTo>
                    <a:lnTo>
                      <a:pt x="117582" y="138060"/>
                    </a:lnTo>
                    <a:lnTo>
                      <a:pt x="96516" y="83303"/>
                    </a:lnTo>
                    <a:lnTo>
                      <a:pt x="63838" y="42200"/>
                    </a:lnTo>
                    <a:lnTo>
                      <a:pt x="41607" y="4943"/>
                    </a:lnTo>
                    <a:lnTo>
                      <a:pt x="29283" y="1"/>
                    </a:lnTo>
                    <a:close/>
                  </a:path>
                </a:pathLst>
              </a:custGeom>
              <a:solidFill>
                <a:schemeClr val="accent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0"/>
              <p:cNvSpPr/>
              <p:nvPr/>
            </p:nvSpPr>
            <p:spPr>
              <a:xfrm>
                <a:off x="2262950" y="3080400"/>
                <a:ext cx="577900" cy="577900"/>
              </a:xfrm>
              <a:custGeom>
                <a:avLst/>
                <a:gdLst/>
                <a:ahLst/>
                <a:cxnLst/>
                <a:rect l="l" t="t" r="r" b="b"/>
                <a:pathLst>
                  <a:path w="23116" h="23116" extrusionOk="0">
                    <a:moveTo>
                      <a:pt x="2656" y="1"/>
                    </a:moveTo>
                    <a:cubicBezTo>
                      <a:pt x="1184" y="1"/>
                      <a:pt x="0" y="1185"/>
                      <a:pt x="0" y="2657"/>
                    </a:cubicBezTo>
                    <a:lnTo>
                      <a:pt x="0" y="20460"/>
                    </a:lnTo>
                    <a:cubicBezTo>
                      <a:pt x="0" y="21930"/>
                      <a:pt x="1184" y="23116"/>
                      <a:pt x="2656" y="23116"/>
                    </a:cubicBezTo>
                    <a:lnTo>
                      <a:pt x="20459" y="23116"/>
                    </a:lnTo>
                    <a:cubicBezTo>
                      <a:pt x="21930" y="23116"/>
                      <a:pt x="23115" y="21930"/>
                      <a:pt x="23115" y="20460"/>
                    </a:cubicBezTo>
                    <a:lnTo>
                      <a:pt x="23115" y="2657"/>
                    </a:lnTo>
                    <a:cubicBezTo>
                      <a:pt x="23115" y="1185"/>
                      <a:pt x="21930" y="1"/>
                      <a:pt x="204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0"/>
              <p:cNvSpPr/>
              <p:nvPr/>
            </p:nvSpPr>
            <p:spPr>
              <a:xfrm>
                <a:off x="2383650" y="3201125"/>
                <a:ext cx="336475" cy="336475"/>
              </a:xfrm>
              <a:custGeom>
                <a:avLst/>
                <a:gdLst/>
                <a:ahLst/>
                <a:cxnLst/>
                <a:rect l="l" t="t" r="r" b="b"/>
                <a:pathLst>
                  <a:path w="13459" h="13459" extrusionOk="0">
                    <a:moveTo>
                      <a:pt x="6730" y="0"/>
                    </a:moveTo>
                    <a:cubicBezTo>
                      <a:pt x="4944" y="0"/>
                      <a:pt x="3232" y="708"/>
                      <a:pt x="1971" y="1971"/>
                    </a:cubicBezTo>
                    <a:cubicBezTo>
                      <a:pt x="709" y="3232"/>
                      <a:pt x="0" y="4944"/>
                      <a:pt x="0" y="6729"/>
                    </a:cubicBezTo>
                    <a:cubicBezTo>
                      <a:pt x="0" y="8513"/>
                      <a:pt x="709" y="10225"/>
                      <a:pt x="1971" y="11488"/>
                    </a:cubicBezTo>
                    <a:cubicBezTo>
                      <a:pt x="3232" y="12749"/>
                      <a:pt x="4944" y="13459"/>
                      <a:pt x="6730" y="13459"/>
                    </a:cubicBezTo>
                    <a:cubicBezTo>
                      <a:pt x="8514" y="13459"/>
                      <a:pt x="10226" y="12749"/>
                      <a:pt x="11488" y="11488"/>
                    </a:cubicBezTo>
                    <a:cubicBezTo>
                      <a:pt x="12749" y="10225"/>
                      <a:pt x="13459" y="8513"/>
                      <a:pt x="13459" y="6729"/>
                    </a:cubicBezTo>
                    <a:cubicBezTo>
                      <a:pt x="13459" y="4944"/>
                      <a:pt x="12749" y="3232"/>
                      <a:pt x="11488" y="1971"/>
                    </a:cubicBezTo>
                    <a:cubicBezTo>
                      <a:pt x="10226" y="708"/>
                      <a:pt x="8514" y="0"/>
                      <a:pt x="67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0"/>
              <p:cNvSpPr/>
              <p:nvPr/>
            </p:nvSpPr>
            <p:spPr>
              <a:xfrm>
                <a:off x="5147150" y="1406650"/>
                <a:ext cx="577900" cy="577900"/>
              </a:xfrm>
              <a:custGeom>
                <a:avLst/>
                <a:gdLst/>
                <a:ahLst/>
                <a:cxnLst/>
                <a:rect l="l" t="t" r="r" b="b"/>
                <a:pathLst>
                  <a:path w="23116" h="23116" extrusionOk="0">
                    <a:moveTo>
                      <a:pt x="2657" y="1"/>
                    </a:moveTo>
                    <a:cubicBezTo>
                      <a:pt x="1185" y="1"/>
                      <a:pt x="1" y="1185"/>
                      <a:pt x="1" y="2657"/>
                    </a:cubicBezTo>
                    <a:lnTo>
                      <a:pt x="1" y="20460"/>
                    </a:lnTo>
                    <a:cubicBezTo>
                      <a:pt x="1" y="21930"/>
                      <a:pt x="1185" y="23116"/>
                      <a:pt x="2657" y="23116"/>
                    </a:cubicBezTo>
                    <a:lnTo>
                      <a:pt x="20459" y="23116"/>
                    </a:lnTo>
                    <a:cubicBezTo>
                      <a:pt x="21930" y="23116"/>
                      <a:pt x="23116" y="21930"/>
                      <a:pt x="23116" y="20460"/>
                    </a:cubicBezTo>
                    <a:lnTo>
                      <a:pt x="23116" y="2657"/>
                    </a:lnTo>
                    <a:cubicBezTo>
                      <a:pt x="23116" y="1185"/>
                      <a:pt x="21930" y="1"/>
                      <a:pt x="204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0"/>
              <p:cNvSpPr/>
              <p:nvPr/>
            </p:nvSpPr>
            <p:spPr>
              <a:xfrm>
                <a:off x="5267875" y="1527375"/>
                <a:ext cx="336475" cy="336475"/>
              </a:xfrm>
              <a:custGeom>
                <a:avLst/>
                <a:gdLst/>
                <a:ahLst/>
                <a:cxnLst/>
                <a:rect l="l" t="t" r="r" b="b"/>
                <a:pathLst>
                  <a:path w="13459" h="13459" extrusionOk="0">
                    <a:moveTo>
                      <a:pt x="6729" y="0"/>
                    </a:moveTo>
                    <a:cubicBezTo>
                      <a:pt x="4944" y="0"/>
                      <a:pt x="3232" y="708"/>
                      <a:pt x="1971" y="1971"/>
                    </a:cubicBezTo>
                    <a:cubicBezTo>
                      <a:pt x="708" y="3232"/>
                      <a:pt x="0" y="4944"/>
                      <a:pt x="0" y="6729"/>
                    </a:cubicBezTo>
                    <a:cubicBezTo>
                      <a:pt x="0" y="8513"/>
                      <a:pt x="708" y="10225"/>
                      <a:pt x="1971" y="11487"/>
                    </a:cubicBezTo>
                    <a:cubicBezTo>
                      <a:pt x="3232" y="12749"/>
                      <a:pt x="4944" y="13459"/>
                      <a:pt x="6729" y="13459"/>
                    </a:cubicBezTo>
                    <a:cubicBezTo>
                      <a:pt x="8513" y="13459"/>
                      <a:pt x="10225" y="12749"/>
                      <a:pt x="11488" y="11487"/>
                    </a:cubicBezTo>
                    <a:cubicBezTo>
                      <a:pt x="12749" y="10225"/>
                      <a:pt x="13458" y="8513"/>
                      <a:pt x="13458" y="6729"/>
                    </a:cubicBezTo>
                    <a:cubicBezTo>
                      <a:pt x="13458" y="4944"/>
                      <a:pt x="12749" y="3232"/>
                      <a:pt x="11488" y="1971"/>
                    </a:cubicBezTo>
                    <a:cubicBezTo>
                      <a:pt x="10225" y="708"/>
                      <a:pt x="8513" y="0"/>
                      <a:pt x="6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0"/>
              <p:cNvSpPr/>
              <p:nvPr/>
            </p:nvSpPr>
            <p:spPr>
              <a:xfrm>
                <a:off x="4206600" y="642725"/>
                <a:ext cx="780600" cy="286200"/>
              </a:xfrm>
              <a:custGeom>
                <a:avLst/>
                <a:gdLst/>
                <a:ahLst/>
                <a:cxnLst/>
                <a:rect l="l" t="t" r="r" b="b"/>
                <a:pathLst>
                  <a:path w="31224" h="11448" extrusionOk="0">
                    <a:moveTo>
                      <a:pt x="0" y="1"/>
                    </a:moveTo>
                    <a:lnTo>
                      <a:pt x="12913" y="10244"/>
                    </a:lnTo>
                    <a:lnTo>
                      <a:pt x="13507" y="10715"/>
                    </a:lnTo>
                    <a:cubicBezTo>
                      <a:pt x="14124" y="11203"/>
                      <a:pt x="14868" y="11448"/>
                      <a:pt x="15612" y="11448"/>
                    </a:cubicBezTo>
                    <a:cubicBezTo>
                      <a:pt x="16356" y="11448"/>
                      <a:pt x="17100" y="11203"/>
                      <a:pt x="17717" y="10715"/>
                    </a:cubicBezTo>
                    <a:lnTo>
                      <a:pt x="18311" y="10244"/>
                    </a:lnTo>
                    <a:lnTo>
                      <a:pt x="31224" y="2"/>
                    </a:ln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0"/>
              <p:cNvSpPr/>
              <p:nvPr/>
            </p:nvSpPr>
            <p:spPr>
              <a:xfrm>
                <a:off x="4206600" y="642725"/>
                <a:ext cx="322825" cy="512125"/>
              </a:xfrm>
              <a:custGeom>
                <a:avLst/>
                <a:gdLst/>
                <a:ahLst/>
                <a:cxnLst/>
                <a:rect l="l" t="t" r="r" b="b"/>
                <a:pathLst>
                  <a:path w="12913" h="20485" extrusionOk="0">
                    <a:moveTo>
                      <a:pt x="0" y="1"/>
                    </a:moveTo>
                    <a:lnTo>
                      <a:pt x="0" y="20485"/>
                    </a:lnTo>
                    <a:lnTo>
                      <a:pt x="12913" y="10243"/>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0"/>
              <p:cNvSpPr/>
              <p:nvPr/>
            </p:nvSpPr>
            <p:spPr>
              <a:xfrm>
                <a:off x="4206600" y="898800"/>
                <a:ext cx="780600" cy="256050"/>
              </a:xfrm>
              <a:custGeom>
                <a:avLst/>
                <a:gdLst/>
                <a:ahLst/>
                <a:cxnLst/>
                <a:rect l="l" t="t" r="r" b="b"/>
                <a:pathLst>
                  <a:path w="31224" h="10242" extrusionOk="0">
                    <a:moveTo>
                      <a:pt x="12913" y="1"/>
                    </a:moveTo>
                    <a:lnTo>
                      <a:pt x="0" y="10242"/>
                    </a:lnTo>
                    <a:lnTo>
                      <a:pt x="31224" y="10242"/>
                    </a:lnTo>
                    <a:lnTo>
                      <a:pt x="18311" y="1"/>
                    </a:lnTo>
                    <a:lnTo>
                      <a:pt x="17717" y="471"/>
                    </a:lnTo>
                    <a:cubicBezTo>
                      <a:pt x="17100" y="960"/>
                      <a:pt x="16356" y="1204"/>
                      <a:pt x="15612" y="1204"/>
                    </a:cubicBezTo>
                    <a:cubicBezTo>
                      <a:pt x="14868" y="1204"/>
                      <a:pt x="14124" y="960"/>
                      <a:pt x="13507" y="471"/>
                    </a:cubicBezTo>
                    <a:lnTo>
                      <a:pt x="129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0"/>
              <p:cNvSpPr/>
              <p:nvPr/>
            </p:nvSpPr>
            <p:spPr>
              <a:xfrm>
                <a:off x="4664350" y="642725"/>
                <a:ext cx="322850" cy="512125"/>
              </a:xfrm>
              <a:custGeom>
                <a:avLst/>
                <a:gdLst/>
                <a:ahLst/>
                <a:cxnLst/>
                <a:rect l="l" t="t" r="r" b="b"/>
                <a:pathLst>
                  <a:path w="12914" h="20485" extrusionOk="0">
                    <a:moveTo>
                      <a:pt x="12914" y="1"/>
                    </a:moveTo>
                    <a:lnTo>
                      <a:pt x="1" y="10243"/>
                    </a:lnTo>
                    <a:lnTo>
                      <a:pt x="12914" y="20485"/>
                    </a:lnTo>
                    <a:lnTo>
                      <a:pt x="129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0"/>
              <p:cNvSpPr/>
              <p:nvPr/>
            </p:nvSpPr>
            <p:spPr>
              <a:xfrm>
                <a:off x="1763725" y="1903150"/>
                <a:ext cx="575550" cy="752650"/>
              </a:xfrm>
              <a:custGeom>
                <a:avLst/>
                <a:gdLst/>
                <a:ahLst/>
                <a:cxnLst/>
                <a:rect l="l" t="t" r="r" b="b"/>
                <a:pathLst>
                  <a:path w="23022" h="30106" extrusionOk="0">
                    <a:moveTo>
                      <a:pt x="1" y="1"/>
                    </a:moveTo>
                    <a:lnTo>
                      <a:pt x="1" y="30105"/>
                    </a:lnTo>
                    <a:lnTo>
                      <a:pt x="23022" y="30105"/>
                    </a:lnTo>
                    <a:lnTo>
                      <a:pt x="23022" y="4834"/>
                    </a:lnTo>
                    <a:lnTo>
                      <a:pt x="181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0"/>
              <p:cNvSpPr/>
              <p:nvPr/>
            </p:nvSpPr>
            <p:spPr>
              <a:xfrm>
                <a:off x="1713850" y="1853250"/>
                <a:ext cx="575550" cy="752675"/>
              </a:xfrm>
              <a:custGeom>
                <a:avLst/>
                <a:gdLst/>
                <a:ahLst/>
                <a:cxnLst/>
                <a:rect l="l" t="t" r="r" b="b"/>
                <a:pathLst>
                  <a:path w="23022" h="30107" extrusionOk="0">
                    <a:moveTo>
                      <a:pt x="1" y="1"/>
                    </a:moveTo>
                    <a:lnTo>
                      <a:pt x="1" y="30106"/>
                    </a:lnTo>
                    <a:lnTo>
                      <a:pt x="23022" y="30106"/>
                    </a:lnTo>
                    <a:lnTo>
                      <a:pt x="23022" y="4835"/>
                    </a:lnTo>
                    <a:lnTo>
                      <a:pt x="1818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0"/>
              <p:cNvSpPr/>
              <p:nvPr/>
            </p:nvSpPr>
            <p:spPr>
              <a:xfrm>
                <a:off x="2168525" y="1853250"/>
                <a:ext cx="120875" cy="120900"/>
              </a:xfrm>
              <a:custGeom>
                <a:avLst/>
                <a:gdLst/>
                <a:ahLst/>
                <a:cxnLst/>
                <a:rect l="l" t="t" r="r" b="b"/>
                <a:pathLst>
                  <a:path w="4835" h="4836" extrusionOk="0">
                    <a:moveTo>
                      <a:pt x="1" y="1"/>
                    </a:moveTo>
                    <a:lnTo>
                      <a:pt x="1" y="4835"/>
                    </a:lnTo>
                    <a:lnTo>
                      <a:pt x="4835" y="4835"/>
                    </a:lnTo>
                    <a:lnTo>
                      <a:pt x="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0"/>
              <p:cNvSpPr/>
              <p:nvPr/>
            </p:nvSpPr>
            <p:spPr>
              <a:xfrm>
                <a:off x="1763725" y="1900425"/>
                <a:ext cx="244900" cy="26575"/>
              </a:xfrm>
              <a:custGeom>
                <a:avLst/>
                <a:gdLst/>
                <a:ahLst/>
                <a:cxnLst/>
                <a:rect l="l" t="t" r="r" b="b"/>
                <a:pathLst>
                  <a:path w="9796" h="1063" extrusionOk="0">
                    <a:moveTo>
                      <a:pt x="1" y="0"/>
                    </a:moveTo>
                    <a:lnTo>
                      <a:pt x="1" y="1063"/>
                    </a:lnTo>
                    <a:lnTo>
                      <a:pt x="9796" y="1063"/>
                    </a:lnTo>
                    <a:lnTo>
                      <a:pt x="97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0"/>
              <p:cNvSpPr/>
              <p:nvPr/>
            </p:nvSpPr>
            <p:spPr>
              <a:xfrm>
                <a:off x="1763725" y="1955375"/>
                <a:ext cx="156600" cy="26600"/>
              </a:xfrm>
              <a:custGeom>
                <a:avLst/>
                <a:gdLst/>
                <a:ahLst/>
                <a:cxnLst/>
                <a:rect l="l" t="t" r="r" b="b"/>
                <a:pathLst>
                  <a:path w="6264" h="1064" extrusionOk="0">
                    <a:moveTo>
                      <a:pt x="1" y="1"/>
                    </a:moveTo>
                    <a:lnTo>
                      <a:pt x="1" y="1063"/>
                    </a:lnTo>
                    <a:lnTo>
                      <a:pt x="6264" y="1063"/>
                    </a:lnTo>
                    <a:lnTo>
                      <a:pt x="6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0"/>
              <p:cNvSpPr/>
              <p:nvPr/>
            </p:nvSpPr>
            <p:spPr>
              <a:xfrm>
                <a:off x="1763725" y="2052775"/>
                <a:ext cx="475775" cy="26600"/>
              </a:xfrm>
              <a:custGeom>
                <a:avLst/>
                <a:gdLst/>
                <a:ahLst/>
                <a:cxnLst/>
                <a:rect l="l" t="t" r="r" b="b"/>
                <a:pathLst>
                  <a:path w="19031" h="1064" extrusionOk="0">
                    <a:moveTo>
                      <a:pt x="1" y="1"/>
                    </a:moveTo>
                    <a:lnTo>
                      <a:pt x="1" y="1063"/>
                    </a:lnTo>
                    <a:lnTo>
                      <a:pt x="19031" y="1063"/>
                    </a:lnTo>
                    <a:lnTo>
                      <a:pt x="190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0"/>
              <p:cNvSpPr/>
              <p:nvPr/>
            </p:nvSpPr>
            <p:spPr>
              <a:xfrm>
                <a:off x="1763725" y="2128050"/>
                <a:ext cx="475775" cy="26575"/>
              </a:xfrm>
              <a:custGeom>
                <a:avLst/>
                <a:gdLst/>
                <a:ahLst/>
                <a:cxnLst/>
                <a:rect l="l" t="t" r="r" b="b"/>
                <a:pathLst>
                  <a:path w="19031" h="1063" extrusionOk="0">
                    <a:moveTo>
                      <a:pt x="1" y="0"/>
                    </a:moveTo>
                    <a:lnTo>
                      <a:pt x="1" y="1063"/>
                    </a:lnTo>
                    <a:lnTo>
                      <a:pt x="19031" y="1063"/>
                    </a:lnTo>
                    <a:lnTo>
                      <a:pt x="190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0"/>
              <p:cNvSpPr/>
              <p:nvPr/>
            </p:nvSpPr>
            <p:spPr>
              <a:xfrm>
                <a:off x="1763725" y="2203300"/>
                <a:ext cx="475775" cy="26575"/>
              </a:xfrm>
              <a:custGeom>
                <a:avLst/>
                <a:gdLst/>
                <a:ahLst/>
                <a:cxnLst/>
                <a:rect l="l" t="t" r="r" b="b"/>
                <a:pathLst>
                  <a:path w="19031" h="1063" extrusionOk="0">
                    <a:moveTo>
                      <a:pt x="1" y="0"/>
                    </a:moveTo>
                    <a:lnTo>
                      <a:pt x="1" y="1063"/>
                    </a:lnTo>
                    <a:lnTo>
                      <a:pt x="19031" y="1063"/>
                    </a:lnTo>
                    <a:lnTo>
                      <a:pt x="190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0"/>
              <p:cNvSpPr/>
              <p:nvPr/>
            </p:nvSpPr>
            <p:spPr>
              <a:xfrm>
                <a:off x="1763725" y="2278550"/>
                <a:ext cx="475775" cy="26600"/>
              </a:xfrm>
              <a:custGeom>
                <a:avLst/>
                <a:gdLst/>
                <a:ahLst/>
                <a:cxnLst/>
                <a:rect l="l" t="t" r="r" b="b"/>
                <a:pathLst>
                  <a:path w="19031" h="1064" extrusionOk="0">
                    <a:moveTo>
                      <a:pt x="1" y="1"/>
                    </a:moveTo>
                    <a:lnTo>
                      <a:pt x="1" y="1063"/>
                    </a:lnTo>
                    <a:lnTo>
                      <a:pt x="19031" y="1063"/>
                    </a:lnTo>
                    <a:lnTo>
                      <a:pt x="190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0"/>
              <p:cNvSpPr/>
              <p:nvPr/>
            </p:nvSpPr>
            <p:spPr>
              <a:xfrm>
                <a:off x="1763725" y="2353850"/>
                <a:ext cx="475775" cy="26600"/>
              </a:xfrm>
              <a:custGeom>
                <a:avLst/>
                <a:gdLst/>
                <a:ahLst/>
                <a:cxnLst/>
                <a:rect l="l" t="t" r="r" b="b"/>
                <a:pathLst>
                  <a:path w="19031" h="1064" extrusionOk="0">
                    <a:moveTo>
                      <a:pt x="1" y="1"/>
                    </a:moveTo>
                    <a:lnTo>
                      <a:pt x="1" y="1063"/>
                    </a:lnTo>
                    <a:lnTo>
                      <a:pt x="19031" y="1063"/>
                    </a:lnTo>
                    <a:lnTo>
                      <a:pt x="190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0"/>
              <p:cNvSpPr/>
              <p:nvPr/>
            </p:nvSpPr>
            <p:spPr>
              <a:xfrm>
                <a:off x="1763725" y="2429100"/>
                <a:ext cx="475775" cy="26600"/>
              </a:xfrm>
              <a:custGeom>
                <a:avLst/>
                <a:gdLst/>
                <a:ahLst/>
                <a:cxnLst/>
                <a:rect l="l" t="t" r="r" b="b"/>
                <a:pathLst>
                  <a:path w="19031" h="1064" extrusionOk="0">
                    <a:moveTo>
                      <a:pt x="1" y="1"/>
                    </a:moveTo>
                    <a:lnTo>
                      <a:pt x="1" y="1063"/>
                    </a:lnTo>
                    <a:lnTo>
                      <a:pt x="19031" y="1063"/>
                    </a:lnTo>
                    <a:lnTo>
                      <a:pt x="190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0"/>
              <p:cNvSpPr/>
              <p:nvPr/>
            </p:nvSpPr>
            <p:spPr>
              <a:xfrm>
                <a:off x="1763725" y="2504350"/>
                <a:ext cx="274900" cy="26575"/>
              </a:xfrm>
              <a:custGeom>
                <a:avLst/>
                <a:gdLst/>
                <a:ahLst/>
                <a:cxnLst/>
                <a:rect l="l" t="t" r="r" b="b"/>
                <a:pathLst>
                  <a:path w="10996" h="1063" extrusionOk="0">
                    <a:moveTo>
                      <a:pt x="1" y="0"/>
                    </a:moveTo>
                    <a:lnTo>
                      <a:pt x="1" y="1063"/>
                    </a:lnTo>
                    <a:lnTo>
                      <a:pt x="10996" y="1063"/>
                    </a:lnTo>
                    <a:lnTo>
                      <a:pt x="109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0"/>
              <p:cNvSpPr/>
              <p:nvPr/>
            </p:nvSpPr>
            <p:spPr>
              <a:xfrm>
                <a:off x="2275850" y="264375"/>
                <a:ext cx="702625" cy="600125"/>
              </a:xfrm>
              <a:custGeom>
                <a:avLst/>
                <a:gdLst/>
                <a:ahLst/>
                <a:cxnLst/>
                <a:rect l="l" t="t" r="r" b="b"/>
                <a:pathLst>
                  <a:path w="28105" h="24005" extrusionOk="0">
                    <a:moveTo>
                      <a:pt x="2052" y="0"/>
                    </a:moveTo>
                    <a:cubicBezTo>
                      <a:pt x="919" y="0"/>
                      <a:pt x="1" y="918"/>
                      <a:pt x="1" y="2052"/>
                    </a:cubicBezTo>
                    <a:lnTo>
                      <a:pt x="1" y="15485"/>
                    </a:lnTo>
                    <a:cubicBezTo>
                      <a:pt x="1" y="16619"/>
                      <a:pt x="919" y="17537"/>
                      <a:pt x="2052" y="17537"/>
                    </a:cubicBezTo>
                    <a:lnTo>
                      <a:pt x="18239" y="17537"/>
                    </a:lnTo>
                    <a:lnTo>
                      <a:pt x="24707" y="24004"/>
                    </a:lnTo>
                    <a:lnTo>
                      <a:pt x="24707" y="17537"/>
                    </a:lnTo>
                    <a:lnTo>
                      <a:pt x="26053" y="17537"/>
                    </a:lnTo>
                    <a:cubicBezTo>
                      <a:pt x="27185" y="17537"/>
                      <a:pt x="28103" y="16619"/>
                      <a:pt x="28103" y="15485"/>
                    </a:cubicBezTo>
                    <a:lnTo>
                      <a:pt x="28103" y="2052"/>
                    </a:lnTo>
                    <a:cubicBezTo>
                      <a:pt x="28104" y="918"/>
                      <a:pt x="27185" y="0"/>
                      <a:pt x="26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0"/>
              <p:cNvSpPr/>
              <p:nvPr/>
            </p:nvSpPr>
            <p:spPr>
              <a:xfrm>
                <a:off x="2337200" y="341000"/>
                <a:ext cx="581250" cy="28825"/>
              </a:xfrm>
              <a:custGeom>
                <a:avLst/>
                <a:gdLst/>
                <a:ahLst/>
                <a:cxnLst/>
                <a:rect l="l" t="t" r="r" b="b"/>
                <a:pathLst>
                  <a:path w="23250" h="1153" extrusionOk="0">
                    <a:moveTo>
                      <a:pt x="1" y="0"/>
                    </a:moveTo>
                    <a:lnTo>
                      <a:pt x="1" y="1153"/>
                    </a:lnTo>
                    <a:lnTo>
                      <a:pt x="23249" y="1153"/>
                    </a:lnTo>
                    <a:lnTo>
                      <a:pt x="2324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0"/>
              <p:cNvSpPr/>
              <p:nvPr/>
            </p:nvSpPr>
            <p:spPr>
              <a:xfrm>
                <a:off x="2337200" y="401050"/>
                <a:ext cx="581250" cy="28850"/>
              </a:xfrm>
              <a:custGeom>
                <a:avLst/>
                <a:gdLst/>
                <a:ahLst/>
                <a:cxnLst/>
                <a:rect l="l" t="t" r="r" b="b"/>
                <a:pathLst>
                  <a:path w="23250" h="1154" extrusionOk="0">
                    <a:moveTo>
                      <a:pt x="1" y="0"/>
                    </a:moveTo>
                    <a:lnTo>
                      <a:pt x="1" y="1153"/>
                    </a:lnTo>
                    <a:lnTo>
                      <a:pt x="23249" y="1153"/>
                    </a:lnTo>
                    <a:lnTo>
                      <a:pt x="2324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0"/>
              <p:cNvSpPr/>
              <p:nvPr/>
            </p:nvSpPr>
            <p:spPr>
              <a:xfrm>
                <a:off x="2337200" y="461100"/>
                <a:ext cx="581250" cy="28875"/>
              </a:xfrm>
              <a:custGeom>
                <a:avLst/>
                <a:gdLst/>
                <a:ahLst/>
                <a:cxnLst/>
                <a:rect l="l" t="t" r="r" b="b"/>
                <a:pathLst>
                  <a:path w="23250" h="1155" extrusionOk="0">
                    <a:moveTo>
                      <a:pt x="1" y="0"/>
                    </a:moveTo>
                    <a:lnTo>
                      <a:pt x="1" y="1154"/>
                    </a:lnTo>
                    <a:lnTo>
                      <a:pt x="23249" y="1154"/>
                    </a:lnTo>
                    <a:lnTo>
                      <a:pt x="2324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0"/>
              <p:cNvSpPr/>
              <p:nvPr/>
            </p:nvSpPr>
            <p:spPr>
              <a:xfrm>
                <a:off x="2337200" y="521175"/>
                <a:ext cx="581250" cy="28850"/>
              </a:xfrm>
              <a:custGeom>
                <a:avLst/>
                <a:gdLst/>
                <a:ahLst/>
                <a:cxnLst/>
                <a:rect l="l" t="t" r="r" b="b"/>
                <a:pathLst>
                  <a:path w="23250" h="1154" extrusionOk="0">
                    <a:moveTo>
                      <a:pt x="1" y="1"/>
                    </a:moveTo>
                    <a:lnTo>
                      <a:pt x="1" y="1153"/>
                    </a:lnTo>
                    <a:lnTo>
                      <a:pt x="23249" y="1153"/>
                    </a:lnTo>
                    <a:lnTo>
                      <a:pt x="2324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0"/>
              <p:cNvSpPr/>
              <p:nvPr/>
            </p:nvSpPr>
            <p:spPr>
              <a:xfrm>
                <a:off x="2337200" y="581225"/>
                <a:ext cx="290625" cy="28850"/>
              </a:xfrm>
              <a:custGeom>
                <a:avLst/>
                <a:gdLst/>
                <a:ahLst/>
                <a:cxnLst/>
                <a:rect l="l" t="t" r="r" b="b"/>
                <a:pathLst>
                  <a:path w="11625" h="1154" extrusionOk="0">
                    <a:moveTo>
                      <a:pt x="1" y="1"/>
                    </a:moveTo>
                    <a:lnTo>
                      <a:pt x="1" y="1154"/>
                    </a:lnTo>
                    <a:lnTo>
                      <a:pt x="11625" y="1154"/>
                    </a:lnTo>
                    <a:lnTo>
                      <a:pt x="1162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0"/>
              <p:cNvSpPr/>
              <p:nvPr/>
            </p:nvSpPr>
            <p:spPr>
              <a:xfrm>
                <a:off x="5549575" y="2338200"/>
                <a:ext cx="724525" cy="485125"/>
              </a:xfrm>
              <a:custGeom>
                <a:avLst/>
                <a:gdLst/>
                <a:ahLst/>
                <a:cxnLst/>
                <a:rect l="l" t="t" r="r" b="b"/>
                <a:pathLst>
                  <a:path w="28981" h="19405" extrusionOk="0">
                    <a:moveTo>
                      <a:pt x="2657" y="0"/>
                    </a:moveTo>
                    <a:cubicBezTo>
                      <a:pt x="1189" y="0"/>
                      <a:pt x="0" y="1189"/>
                      <a:pt x="0" y="2656"/>
                    </a:cubicBezTo>
                    <a:lnTo>
                      <a:pt x="0" y="16748"/>
                    </a:lnTo>
                    <a:cubicBezTo>
                      <a:pt x="0" y="18216"/>
                      <a:pt x="1189" y="19405"/>
                      <a:pt x="2657" y="19405"/>
                    </a:cubicBezTo>
                    <a:lnTo>
                      <a:pt x="26325" y="19405"/>
                    </a:lnTo>
                    <a:cubicBezTo>
                      <a:pt x="27791" y="19405"/>
                      <a:pt x="28981" y="18216"/>
                      <a:pt x="28981" y="16748"/>
                    </a:cubicBezTo>
                    <a:lnTo>
                      <a:pt x="28981" y="2656"/>
                    </a:lnTo>
                    <a:cubicBezTo>
                      <a:pt x="28981" y="1189"/>
                      <a:pt x="27791" y="0"/>
                      <a:pt x="263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0"/>
              <p:cNvSpPr/>
              <p:nvPr/>
            </p:nvSpPr>
            <p:spPr>
              <a:xfrm>
                <a:off x="5489925" y="2278500"/>
                <a:ext cx="724500" cy="350525"/>
              </a:xfrm>
              <a:custGeom>
                <a:avLst/>
                <a:gdLst/>
                <a:ahLst/>
                <a:cxnLst/>
                <a:rect l="l" t="t" r="r" b="b"/>
                <a:pathLst>
                  <a:path w="28980" h="14021" extrusionOk="0">
                    <a:moveTo>
                      <a:pt x="2656" y="0"/>
                    </a:moveTo>
                    <a:cubicBezTo>
                      <a:pt x="1189" y="0"/>
                      <a:pt x="0" y="1189"/>
                      <a:pt x="0" y="2657"/>
                    </a:cubicBezTo>
                    <a:lnTo>
                      <a:pt x="0" y="12904"/>
                    </a:lnTo>
                    <a:lnTo>
                      <a:pt x="5734" y="7169"/>
                    </a:lnTo>
                    <a:cubicBezTo>
                      <a:pt x="6365" y="6539"/>
                      <a:pt x="7192" y="6223"/>
                      <a:pt x="8018" y="6223"/>
                    </a:cubicBezTo>
                    <a:cubicBezTo>
                      <a:pt x="8845" y="6223"/>
                      <a:pt x="9671" y="6539"/>
                      <a:pt x="10301" y="7169"/>
                    </a:cubicBezTo>
                    <a:lnTo>
                      <a:pt x="15098" y="11965"/>
                    </a:lnTo>
                    <a:cubicBezTo>
                      <a:pt x="15729" y="12596"/>
                      <a:pt x="16555" y="12911"/>
                      <a:pt x="17381" y="12911"/>
                    </a:cubicBezTo>
                    <a:cubicBezTo>
                      <a:pt x="18208" y="12911"/>
                      <a:pt x="19034" y="12596"/>
                      <a:pt x="19665" y="11965"/>
                    </a:cubicBezTo>
                    <a:lnTo>
                      <a:pt x="21010" y="10620"/>
                    </a:lnTo>
                    <a:cubicBezTo>
                      <a:pt x="21641" y="9989"/>
                      <a:pt x="22468" y="9674"/>
                      <a:pt x="23294" y="9674"/>
                    </a:cubicBezTo>
                    <a:cubicBezTo>
                      <a:pt x="24121" y="9674"/>
                      <a:pt x="24948" y="9989"/>
                      <a:pt x="25578" y="10620"/>
                    </a:cubicBezTo>
                    <a:lnTo>
                      <a:pt x="28979" y="14020"/>
                    </a:lnTo>
                    <a:lnTo>
                      <a:pt x="28979" y="2657"/>
                    </a:lnTo>
                    <a:cubicBezTo>
                      <a:pt x="28979" y="1189"/>
                      <a:pt x="27790" y="0"/>
                      <a:pt x="2632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0"/>
              <p:cNvSpPr/>
              <p:nvPr/>
            </p:nvSpPr>
            <p:spPr>
              <a:xfrm>
                <a:off x="5489925" y="2434075"/>
                <a:ext cx="724500" cy="329575"/>
              </a:xfrm>
              <a:custGeom>
                <a:avLst/>
                <a:gdLst/>
                <a:ahLst/>
                <a:cxnLst/>
                <a:rect l="l" t="t" r="r" b="b"/>
                <a:pathLst>
                  <a:path w="28980" h="13183" extrusionOk="0">
                    <a:moveTo>
                      <a:pt x="8018" y="0"/>
                    </a:moveTo>
                    <a:cubicBezTo>
                      <a:pt x="7192" y="0"/>
                      <a:pt x="6365" y="316"/>
                      <a:pt x="5734" y="946"/>
                    </a:cubicBezTo>
                    <a:lnTo>
                      <a:pt x="0" y="6681"/>
                    </a:lnTo>
                    <a:lnTo>
                      <a:pt x="0" y="10526"/>
                    </a:lnTo>
                    <a:cubicBezTo>
                      <a:pt x="0" y="11993"/>
                      <a:pt x="1189" y="13182"/>
                      <a:pt x="2656" y="13182"/>
                    </a:cubicBezTo>
                    <a:lnTo>
                      <a:pt x="26323" y="13182"/>
                    </a:lnTo>
                    <a:cubicBezTo>
                      <a:pt x="27790" y="13182"/>
                      <a:pt x="28979" y="11993"/>
                      <a:pt x="28979" y="10526"/>
                    </a:cubicBezTo>
                    <a:lnTo>
                      <a:pt x="28979" y="7797"/>
                    </a:lnTo>
                    <a:lnTo>
                      <a:pt x="25578" y="4397"/>
                    </a:lnTo>
                    <a:cubicBezTo>
                      <a:pt x="24948" y="3766"/>
                      <a:pt x="24121" y="3451"/>
                      <a:pt x="23294" y="3451"/>
                    </a:cubicBezTo>
                    <a:cubicBezTo>
                      <a:pt x="22468" y="3451"/>
                      <a:pt x="21641" y="3766"/>
                      <a:pt x="21010" y="4397"/>
                    </a:cubicBezTo>
                    <a:lnTo>
                      <a:pt x="19665" y="5742"/>
                    </a:lnTo>
                    <a:cubicBezTo>
                      <a:pt x="19034" y="6373"/>
                      <a:pt x="18208" y="6688"/>
                      <a:pt x="17381" y="6688"/>
                    </a:cubicBezTo>
                    <a:cubicBezTo>
                      <a:pt x="16555" y="6688"/>
                      <a:pt x="15729" y="6373"/>
                      <a:pt x="15098" y="5742"/>
                    </a:cubicBezTo>
                    <a:lnTo>
                      <a:pt x="10301" y="946"/>
                    </a:lnTo>
                    <a:cubicBezTo>
                      <a:pt x="9671" y="316"/>
                      <a:pt x="8845" y="0"/>
                      <a:pt x="80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0"/>
              <p:cNvSpPr/>
              <p:nvPr/>
            </p:nvSpPr>
            <p:spPr>
              <a:xfrm>
                <a:off x="5947450" y="2324400"/>
                <a:ext cx="134475" cy="129375"/>
              </a:xfrm>
              <a:custGeom>
                <a:avLst/>
                <a:gdLst/>
                <a:ahLst/>
                <a:cxnLst/>
                <a:rect l="l" t="t" r="r" b="b"/>
                <a:pathLst>
                  <a:path w="5379" h="5175" extrusionOk="0">
                    <a:moveTo>
                      <a:pt x="2791" y="0"/>
                    </a:moveTo>
                    <a:cubicBezTo>
                      <a:pt x="1744" y="0"/>
                      <a:pt x="801" y="630"/>
                      <a:pt x="401" y="1598"/>
                    </a:cubicBezTo>
                    <a:cubicBezTo>
                      <a:pt x="0" y="2564"/>
                      <a:pt x="222" y="3677"/>
                      <a:pt x="961" y="4417"/>
                    </a:cubicBezTo>
                    <a:cubicBezTo>
                      <a:pt x="1457" y="4912"/>
                      <a:pt x="2118" y="5175"/>
                      <a:pt x="2792" y="5175"/>
                    </a:cubicBezTo>
                    <a:cubicBezTo>
                      <a:pt x="3125" y="5175"/>
                      <a:pt x="3461" y="5110"/>
                      <a:pt x="3782" y="4978"/>
                    </a:cubicBezTo>
                    <a:cubicBezTo>
                      <a:pt x="4748" y="4577"/>
                      <a:pt x="5379" y="3634"/>
                      <a:pt x="5379" y="2588"/>
                    </a:cubicBezTo>
                    <a:cubicBezTo>
                      <a:pt x="5378" y="1159"/>
                      <a:pt x="4220" y="0"/>
                      <a:pt x="27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0" name="Google Shape;250;p30"/>
            <p:cNvGrpSpPr/>
            <p:nvPr/>
          </p:nvGrpSpPr>
          <p:grpSpPr>
            <a:xfrm>
              <a:off x="6773374" y="1951292"/>
              <a:ext cx="181100" cy="122950"/>
              <a:chOff x="6780775" y="1951292"/>
              <a:chExt cx="181100" cy="122950"/>
            </a:xfrm>
          </p:grpSpPr>
          <p:sp>
            <p:nvSpPr>
              <p:cNvPr id="251" name="Google Shape;251;p30"/>
              <p:cNvSpPr/>
              <p:nvPr/>
            </p:nvSpPr>
            <p:spPr>
              <a:xfrm>
                <a:off x="6780775" y="2034492"/>
                <a:ext cx="39775" cy="39750"/>
              </a:xfrm>
              <a:custGeom>
                <a:avLst/>
                <a:gdLst/>
                <a:ahLst/>
                <a:cxnLst/>
                <a:rect l="l" t="t" r="r" b="b"/>
                <a:pathLst>
                  <a:path w="1591" h="1590" extrusionOk="0">
                    <a:moveTo>
                      <a:pt x="1047" y="0"/>
                    </a:moveTo>
                    <a:lnTo>
                      <a:pt x="0" y="543"/>
                    </a:lnTo>
                    <a:lnTo>
                      <a:pt x="543" y="1589"/>
                    </a:lnTo>
                    <a:lnTo>
                      <a:pt x="1590" y="1047"/>
                    </a:lnTo>
                    <a:lnTo>
                      <a:pt x="10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0"/>
              <p:cNvSpPr/>
              <p:nvPr/>
            </p:nvSpPr>
            <p:spPr>
              <a:xfrm>
                <a:off x="6922100" y="1961192"/>
                <a:ext cx="39775" cy="39775"/>
              </a:xfrm>
              <a:custGeom>
                <a:avLst/>
                <a:gdLst/>
                <a:ahLst/>
                <a:cxnLst/>
                <a:rect l="l" t="t" r="r" b="b"/>
                <a:pathLst>
                  <a:path w="1591" h="1591" extrusionOk="0">
                    <a:moveTo>
                      <a:pt x="1047" y="0"/>
                    </a:moveTo>
                    <a:lnTo>
                      <a:pt x="1" y="544"/>
                    </a:lnTo>
                    <a:lnTo>
                      <a:pt x="544" y="1590"/>
                    </a:lnTo>
                    <a:lnTo>
                      <a:pt x="1591" y="1047"/>
                    </a:lnTo>
                    <a:lnTo>
                      <a:pt x="10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0"/>
              <p:cNvSpPr/>
              <p:nvPr/>
            </p:nvSpPr>
            <p:spPr>
              <a:xfrm>
                <a:off x="6827300" y="1951292"/>
                <a:ext cx="39775" cy="39775"/>
              </a:xfrm>
              <a:custGeom>
                <a:avLst/>
                <a:gdLst/>
                <a:ahLst/>
                <a:cxnLst/>
                <a:rect l="l" t="t" r="r" b="b"/>
                <a:pathLst>
                  <a:path w="1591" h="1591" extrusionOk="0">
                    <a:moveTo>
                      <a:pt x="1047" y="0"/>
                    </a:moveTo>
                    <a:lnTo>
                      <a:pt x="0" y="543"/>
                    </a:lnTo>
                    <a:lnTo>
                      <a:pt x="544" y="1590"/>
                    </a:lnTo>
                    <a:lnTo>
                      <a:pt x="1590" y="1048"/>
                    </a:lnTo>
                    <a:lnTo>
                      <a:pt x="10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9866675">
            <a:off x="6050174" y="1363512"/>
            <a:ext cx="623400" cy="302661"/>
          </a:xfrm>
          <a:prstGeom prst="rect">
            <a:avLst/>
          </a:prstGeom>
        </p:spPr>
      </p:pic>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4"/>
          <p:cNvSpPr/>
          <p:nvPr/>
        </p:nvSpPr>
        <p:spPr>
          <a:xfrm>
            <a:off x="6211681" y="1435564"/>
            <a:ext cx="2436877" cy="2557989"/>
          </a:xfrm>
          <a:prstGeom prst="ellipse">
            <a:avLst/>
          </a:prstGeom>
          <a:solidFill>
            <a:srgbClr val="FF33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4"/>
          <p:cNvSpPr/>
          <p:nvPr/>
        </p:nvSpPr>
        <p:spPr>
          <a:xfrm>
            <a:off x="6352724" y="1603834"/>
            <a:ext cx="2154790" cy="2266783"/>
          </a:xfrm>
          <a:prstGeom prst="ellipse">
            <a:avLst/>
          </a:prstGeom>
          <a:noFill/>
          <a:ln w="2857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4"/>
          <p:cNvSpPr txBox="1">
            <a:spLocks noGrp="1"/>
          </p:cNvSpPr>
          <p:nvPr>
            <p:ph type="body" idx="2"/>
          </p:nvPr>
        </p:nvSpPr>
        <p:spPr>
          <a:xfrm>
            <a:off x="796050" y="1329008"/>
            <a:ext cx="5415630" cy="2983631"/>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chemeClr val="dk2"/>
              </a:buClr>
              <a:buSzPts val="1400"/>
              <a:buChar char="●"/>
            </a:pPr>
            <a:r>
              <a:rPr lang="en-IN" sz="1600" b="1">
                <a:solidFill>
                  <a:schemeClr val="dk2"/>
                </a:solidFill>
              </a:rPr>
              <a:t>Late Deliveries = Lost Customers.</a:t>
            </a:r>
          </a:p>
          <a:p>
            <a:pPr marL="457200" lvl="0" indent="-317500" algn="l" rtl="0">
              <a:spcBef>
                <a:spcPts val="1000"/>
              </a:spcBef>
              <a:spcAft>
                <a:spcPts val="0"/>
              </a:spcAft>
              <a:buClr>
                <a:schemeClr val="dk2"/>
              </a:buClr>
              <a:buSzPts val="1400"/>
              <a:buChar char="●"/>
            </a:pPr>
            <a:r>
              <a:rPr lang="en-IN" sz="1600" b="1">
                <a:solidFill>
                  <a:schemeClr val="dk2"/>
                </a:solidFill>
              </a:rPr>
              <a:t>Root cause can be less on shift dashers or complex orders.</a:t>
            </a:r>
          </a:p>
          <a:p>
            <a:pPr marL="457200" lvl="0" indent="-317500" algn="l" rtl="0">
              <a:spcBef>
                <a:spcPts val="1000"/>
              </a:spcBef>
              <a:spcAft>
                <a:spcPts val="0"/>
              </a:spcAft>
              <a:buClr>
                <a:schemeClr val="dk2"/>
              </a:buClr>
              <a:buSzPts val="1400"/>
              <a:buChar char="●"/>
            </a:pPr>
            <a:r>
              <a:rPr lang="en-IN" sz="1600" b="1">
                <a:solidFill>
                  <a:schemeClr val="dk2"/>
                </a:solidFill>
              </a:rPr>
              <a:t>We can predict accurate delivery time using ML.</a:t>
            </a:r>
          </a:p>
          <a:p>
            <a:pPr marL="457200" lvl="0" indent="-317500" algn="l" rtl="0">
              <a:spcBef>
                <a:spcPts val="1000"/>
              </a:spcBef>
              <a:spcAft>
                <a:spcPts val="0"/>
              </a:spcAft>
              <a:buClr>
                <a:schemeClr val="dk2"/>
              </a:buClr>
              <a:buSzPts val="1400"/>
              <a:buChar char="●"/>
            </a:pPr>
            <a:r>
              <a:rPr lang="en-IN" sz="1600" b="1">
                <a:solidFill>
                  <a:schemeClr val="dk2"/>
                </a:solidFill>
              </a:rPr>
              <a:t>Save Customers and Profits.</a:t>
            </a:r>
          </a:p>
        </p:txBody>
      </p:sp>
      <p:sp>
        <p:nvSpPr>
          <p:cNvPr id="360" name="Google Shape;360;p34"/>
          <p:cNvSpPr txBox="1">
            <a:spLocks noGrp="1"/>
          </p:cNvSpPr>
          <p:nvPr>
            <p:ph type="title"/>
          </p:nvPr>
        </p:nvSpPr>
        <p:spPr>
          <a:xfrm>
            <a:off x="796050" y="201100"/>
            <a:ext cx="7551900" cy="75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F3309"/>
                </a:solidFill>
              </a:rPr>
              <a:t>Introduction and Motivation</a:t>
            </a:r>
            <a:endParaRPr>
              <a:solidFill>
                <a:srgbClr val="FF3309"/>
              </a:solidFill>
            </a:endParaRPr>
          </a:p>
        </p:txBody>
      </p:sp>
      <p:grpSp>
        <p:nvGrpSpPr>
          <p:cNvPr id="362" name="Google Shape;362;p34"/>
          <p:cNvGrpSpPr/>
          <p:nvPr/>
        </p:nvGrpSpPr>
        <p:grpSpPr>
          <a:xfrm>
            <a:off x="6541333" y="2063627"/>
            <a:ext cx="1574500" cy="1125798"/>
            <a:chOff x="2135100" y="238125"/>
            <a:chExt cx="2240325" cy="1601875"/>
          </a:xfrm>
          <a:solidFill>
            <a:schemeClr val="bg1"/>
          </a:solidFill>
        </p:grpSpPr>
        <p:sp>
          <p:nvSpPr>
            <p:cNvPr id="363" name="Google Shape;363;p34"/>
            <p:cNvSpPr/>
            <p:nvPr/>
          </p:nvSpPr>
          <p:spPr>
            <a:xfrm>
              <a:off x="2135100" y="998650"/>
              <a:ext cx="215350" cy="41450"/>
            </a:xfrm>
            <a:custGeom>
              <a:avLst/>
              <a:gdLst/>
              <a:ahLst/>
              <a:cxnLst/>
              <a:rect l="l" t="t" r="r" b="b"/>
              <a:pathLst>
                <a:path w="8614" h="1658" extrusionOk="0">
                  <a:moveTo>
                    <a:pt x="829" y="1"/>
                  </a:moveTo>
                  <a:cubicBezTo>
                    <a:pt x="371" y="1"/>
                    <a:pt x="1" y="372"/>
                    <a:pt x="1" y="829"/>
                  </a:cubicBezTo>
                  <a:cubicBezTo>
                    <a:pt x="1" y="1286"/>
                    <a:pt x="371" y="1657"/>
                    <a:pt x="829" y="1657"/>
                  </a:cubicBezTo>
                  <a:lnTo>
                    <a:pt x="7785" y="1657"/>
                  </a:lnTo>
                  <a:cubicBezTo>
                    <a:pt x="8242" y="1656"/>
                    <a:pt x="8611" y="1286"/>
                    <a:pt x="8613" y="829"/>
                  </a:cubicBezTo>
                  <a:cubicBezTo>
                    <a:pt x="8611" y="372"/>
                    <a:pt x="8241" y="2"/>
                    <a:pt x="778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4"/>
            <p:cNvSpPr/>
            <p:nvPr/>
          </p:nvSpPr>
          <p:spPr>
            <a:xfrm>
              <a:off x="2281900" y="238125"/>
              <a:ext cx="2093525" cy="1601875"/>
            </a:xfrm>
            <a:custGeom>
              <a:avLst/>
              <a:gdLst/>
              <a:ahLst/>
              <a:cxnLst/>
              <a:rect l="l" t="t" r="r" b="b"/>
              <a:pathLst>
                <a:path w="83741" h="64075" extrusionOk="0">
                  <a:moveTo>
                    <a:pt x="69637" y="51592"/>
                  </a:moveTo>
                  <a:cubicBezTo>
                    <a:pt x="69668" y="51592"/>
                    <a:pt x="69699" y="51592"/>
                    <a:pt x="69729" y="51593"/>
                  </a:cubicBezTo>
                  <a:cubicBezTo>
                    <a:pt x="71553" y="51641"/>
                    <a:pt x="72515" y="53113"/>
                    <a:pt x="71868" y="54882"/>
                  </a:cubicBezTo>
                  <a:cubicBezTo>
                    <a:pt x="71236" y="56615"/>
                    <a:pt x="69290" y="57991"/>
                    <a:pt x="67487" y="57991"/>
                  </a:cubicBezTo>
                  <a:cubicBezTo>
                    <a:pt x="67456" y="57991"/>
                    <a:pt x="67425" y="57990"/>
                    <a:pt x="67395" y="57990"/>
                  </a:cubicBezTo>
                  <a:cubicBezTo>
                    <a:pt x="65568" y="57942"/>
                    <a:pt x="64610" y="56469"/>
                    <a:pt x="65252" y="54701"/>
                  </a:cubicBezTo>
                  <a:cubicBezTo>
                    <a:pt x="65888" y="52968"/>
                    <a:pt x="67835" y="51592"/>
                    <a:pt x="69637" y="51592"/>
                  </a:cubicBezTo>
                  <a:close/>
                  <a:moveTo>
                    <a:pt x="54012" y="0"/>
                  </a:moveTo>
                  <a:cubicBezTo>
                    <a:pt x="49440" y="0"/>
                    <a:pt x="45700" y="3741"/>
                    <a:pt x="45700" y="8312"/>
                  </a:cubicBezTo>
                  <a:cubicBezTo>
                    <a:pt x="45700" y="10834"/>
                    <a:pt x="46842" y="13099"/>
                    <a:pt x="48630" y="14627"/>
                  </a:cubicBezTo>
                  <a:cubicBezTo>
                    <a:pt x="37913" y="14823"/>
                    <a:pt x="31942" y="19434"/>
                    <a:pt x="30204" y="21018"/>
                  </a:cubicBezTo>
                  <a:cubicBezTo>
                    <a:pt x="29521" y="21451"/>
                    <a:pt x="29062" y="22214"/>
                    <a:pt x="29062" y="23081"/>
                  </a:cubicBezTo>
                  <a:lnTo>
                    <a:pt x="29062" y="23257"/>
                  </a:lnTo>
                  <a:cubicBezTo>
                    <a:pt x="29062" y="24599"/>
                    <a:pt x="30156" y="25697"/>
                    <a:pt x="31494" y="25697"/>
                  </a:cubicBezTo>
                  <a:lnTo>
                    <a:pt x="33945" y="25707"/>
                  </a:lnTo>
                  <a:cubicBezTo>
                    <a:pt x="31418" y="28913"/>
                    <a:pt x="29669" y="32039"/>
                    <a:pt x="28656" y="34072"/>
                  </a:cubicBezTo>
                  <a:lnTo>
                    <a:pt x="25659" y="34072"/>
                  </a:lnTo>
                  <a:cubicBezTo>
                    <a:pt x="25743" y="33913"/>
                    <a:pt x="25809" y="33746"/>
                    <a:pt x="25839" y="33570"/>
                  </a:cubicBezTo>
                  <a:lnTo>
                    <a:pt x="28861" y="16124"/>
                  </a:lnTo>
                  <a:cubicBezTo>
                    <a:pt x="29018" y="15219"/>
                    <a:pt x="28355" y="14474"/>
                    <a:pt x="27388" y="14468"/>
                  </a:cubicBezTo>
                  <a:lnTo>
                    <a:pt x="10851" y="14360"/>
                  </a:lnTo>
                  <a:cubicBezTo>
                    <a:pt x="10848" y="14360"/>
                    <a:pt x="10844" y="14360"/>
                    <a:pt x="10841" y="14360"/>
                  </a:cubicBezTo>
                  <a:cubicBezTo>
                    <a:pt x="9877" y="14360"/>
                    <a:pt x="8964" y="15092"/>
                    <a:pt x="8808" y="15993"/>
                  </a:cubicBezTo>
                  <a:lnTo>
                    <a:pt x="5786" y="33442"/>
                  </a:lnTo>
                  <a:cubicBezTo>
                    <a:pt x="5748" y="33651"/>
                    <a:pt x="5758" y="33866"/>
                    <a:pt x="5813" y="34073"/>
                  </a:cubicBezTo>
                  <a:lnTo>
                    <a:pt x="1097" y="34073"/>
                  </a:lnTo>
                  <a:cubicBezTo>
                    <a:pt x="493" y="34074"/>
                    <a:pt x="3" y="34564"/>
                    <a:pt x="1" y="35169"/>
                  </a:cubicBezTo>
                  <a:lnTo>
                    <a:pt x="1" y="35288"/>
                  </a:lnTo>
                  <a:cubicBezTo>
                    <a:pt x="3" y="35892"/>
                    <a:pt x="493" y="36382"/>
                    <a:pt x="1097" y="36384"/>
                  </a:cubicBezTo>
                  <a:lnTo>
                    <a:pt x="11330" y="36384"/>
                  </a:lnTo>
                  <a:cubicBezTo>
                    <a:pt x="11347" y="36385"/>
                    <a:pt x="11362" y="36389"/>
                    <a:pt x="11378" y="36389"/>
                  </a:cubicBezTo>
                  <a:lnTo>
                    <a:pt x="58876" y="36389"/>
                  </a:lnTo>
                  <a:cubicBezTo>
                    <a:pt x="53718" y="32229"/>
                    <a:pt x="48559" y="31554"/>
                    <a:pt x="45756" y="31554"/>
                  </a:cubicBezTo>
                  <a:cubicBezTo>
                    <a:pt x="44410" y="31554"/>
                    <a:pt x="43607" y="31709"/>
                    <a:pt x="43607" y="31709"/>
                  </a:cubicBezTo>
                  <a:cubicBezTo>
                    <a:pt x="43607" y="31709"/>
                    <a:pt x="45300" y="28931"/>
                    <a:pt x="47324" y="25757"/>
                  </a:cubicBezTo>
                  <a:lnTo>
                    <a:pt x="50707" y="25770"/>
                  </a:lnTo>
                  <a:cubicBezTo>
                    <a:pt x="50434" y="26081"/>
                    <a:pt x="50263" y="26484"/>
                    <a:pt x="50263" y="26928"/>
                  </a:cubicBezTo>
                  <a:cubicBezTo>
                    <a:pt x="50263" y="27901"/>
                    <a:pt x="51059" y="28695"/>
                    <a:pt x="52030" y="28695"/>
                  </a:cubicBezTo>
                  <a:lnTo>
                    <a:pt x="60731" y="28695"/>
                  </a:lnTo>
                  <a:cubicBezTo>
                    <a:pt x="60772" y="28998"/>
                    <a:pt x="60858" y="29292"/>
                    <a:pt x="60985" y="29569"/>
                  </a:cubicBezTo>
                  <a:lnTo>
                    <a:pt x="64514" y="37214"/>
                  </a:lnTo>
                  <a:lnTo>
                    <a:pt x="63155" y="38573"/>
                  </a:lnTo>
                  <a:lnTo>
                    <a:pt x="51108" y="38573"/>
                  </a:lnTo>
                  <a:cubicBezTo>
                    <a:pt x="50698" y="38573"/>
                    <a:pt x="50367" y="38905"/>
                    <a:pt x="50367" y="39314"/>
                  </a:cubicBezTo>
                  <a:cubicBezTo>
                    <a:pt x="50367" y="39722"/>
                    <a:pt x="50698" y="40054"/>
                    <a:pt x="51108" y="40054"/>
                  </a:cubicBezTo>
                  <a:lnTo>
                    <a:pt x="62182" y="40054"/>
                  </a:lnTo>
                  <a:cubicBezTo>
                    <a:pt x="62454" y="40121"/>
                    <a:pt x="62645" y="40365"/>
                    <a:pt x="62647" y="40645"/>
                  </a:cubicBezTo>
                  <a:lnTo>
                    <a:pt x="62647" y="40721"/>
                  </a:lnTo>
                  <a:cubicBezTo>
                    <a:pt x="62646" y="40893"/>
                    <a:pt x="62572" y="41057"/>
                    <a:pt x="62442" y="41171"/>
                  </a:cubicBezTo>
                  <a:lnTo>
                    <a:pt x="41945" y="41171"/>
                  </a:lnTo>
                  <a:cubicBezTo>
                    <a:pt x="41941" y="41171"/>
                    <a:pt x="41937" y="41171"/>
                    <a:pt x="41933" y="41171"/>
                  </a:cubicBezTo>
                  <a:cubicBezTo>
                    <a:pt x="41359" y="41171"/>
                    <a:pt x="40894" y="41637"/>
                    <a:pt x="40894" y="42212"/>
                  </a:cubicBezTo>
                  <a:cubicBezTo>
                    <a:pt x="40894" y="42787"/>
                    <a:pt x="41359" y="43251"/>
                    <a:pt x="41933" y="43251"/>
                  </a:cubicBezTo>
                  <a:cubicBezTo>
                    <a:pt x="41937" y="43251"/>
                    <a:pt x="41941" y="43251"/>
                    <a:pt x="41945" y="43251"/>
                  </a:cubicBezTo>
                  <a:lnTo>
                    <a:pt x="58476" y="43251"/>
                  </a:lnTo>
                  <a:lnTo>
                    <a:pt x="58414" y="43314"/>
                  </a:lnTo>
                  <a:lnTo>
                    <a:pt x="58493" y="43314"/>
                  </a:lnTo>
                  <a:cubicBezTo>
                    <a:pt x="58879" y="43316"/>
                    <a:pt x="59190" y="43627"/>
                    <a:pt x="59192" y="44013"/>
                  </a:cubicBezTo>
                  <a:lnTo>
                    <a:pt x="59192" y="44092"/>
                  </a:lnTo>
                  <a:cubicBezTo>
                    <a:pt x="59190" y="44477"/>
                    <a:pt x="58879" y="44789"/>
                    <a:pt x="58493" y="44791"/>
                  </a:cubicBezTo>
                  <a:lnTo>
                    <a:pt x="57914" y="44791"/>
                  </a:lnTo>
                  <a:cubicBezTo>
                    <a:pt x="57839" y="44772"/>
                    <a:pt x="57762" y="44764"/>
                    <a:pt x="57686" y="44764"/>
                  </a:cubicBezTo>
                  <a:lnTo>
                    <a:pt x="36060" y="44764"/>
                  </a:lnTo>
                  <a:cubicBezTo>
                    <a:pt x="35491" y="44770"/>
                    <a:pt x="35032" y="45234"/>
                    <a:pt x="35032" y="45803"/>
                  </a:cubicBezTo>
                  <a:cubicBezTo>
                    <a:pt x="35032" y="46373"/>
                    <a:pt x="35491" y="46837"/>
                    <a:pt x="36060" y="46843"/>
                  </a:cubicBezTo>
                  <a:lnTo>
                    <a:pt x="56524" y="46843"/>
                  </a:lnTo>
                  <a:cubicBezTo>
                    <a:pt x="56777" y="47034"/>
                    <a:pt x="56927" y="47333"/>
                    <a:pt x="56928" y="47652"/>
                  </a:cubicBezTo>
                  <a:lnTo>
                    <a:pt x="56928" y="47664"/>
                  </a:lnTo>
                  <a:cubicBezTo>
                    <a:pt x="56928" y="48227"/>
                    <a:pt x="56471" y="48684"/>
                    <a:pt x="55908" y="48685"/>
                  </a:cubicBezTo>
                  <a:lnTo>
                    <a:pt x="31510" y="48463"/>
                  </a:lnTo>
                  <a:cubicBezTo>
                    <a:pt x="30860" y="48466"/>
                    <a:pt x="30335" y="48991"/>
                    <a:pt x="30333" y="49641"/>
                  </a:cubicBezTo>
                  <a:lnTo>
                    <a:pt x="30333" y="49954"/>
                  </a:lnTo>
                  <a:cubicBezTo>
                    <a:pt x="30335" y="50604"/>
                    <a:pt x="30860" y="51130"/>
                    <a:pt x="31510" y="51132"/>
                  </a:cubicBezTo>
                  <a:lnTo>
                    <a:pt x="52859" y="51132"/>
                  </a:lnTo>
                  <a:cubicBezTo>
                    <a:pt x="52989" y="51131"/>
                    <a:pt x="53118" y="51107"/>
                    <a:pt x="53239" y="51063"/>
                  </a:cubicBezTo>
                  <a:cubicBezTo>
                    <a:pt x="53533" y="51149"/>
                    <a:pt x="53736" y="51419"/>
                    <a:pt x="53737" y="51726"/>
                  </a:cubicBezTo>
                  <a:lnTo>
                    <a:pt x="53737" y="51810"/>
                  </a:lnTo>
                  <a:cubicBezTo>
                    <a:pt x="53736" y="52051"/>
                    <a:pt x="53608" y="52274"/>
                    <a:pt x="53402" y="52399"/>
                  </a:cubicBezTo>
                  <a:lnTo>
                    <a:pt x="28436" y="52399"/>
                  </a:lnTo>
                  <a:cubicBezTo>
                    <a:pt x="28328" y="53058"/>
                    <a:pt x="28149" y="53737"/>
                    <a:pt x="27897" y="54427"/>
                  </a:cubicBezTo>
                  <a:cubicBezTo>
                    <a:pt x="27688" y="54998"/>
                    <a:pt x="27439" y="55554"/>
                    <a:pt x="27151" y="56091"/>
                  </a:cubicBezTo>
                  <a:lnTo>
                    <a:pt x="36591" y="56091"/>
                  </a:lnTo>
                  <a:lnTo>
                    <a:pt x="36540" y="56143"/>
                  </a:lnTo>
                  <a:lnTo>
                    <a:pt x="58525" y="56143"/>
                  </a:lnTo>
                  <a:cubicBezTo>
                    <a:pt x="57723" y="60523"/>
                    <a:pt x="60443" y="63942"/>
                    <a:pt x="65177" y="64071"/>
                  </a:cubicBezTo>
                  <a:cubicBezTo>
                    <a:pt x="65267" y="64073"/>
                    <a:pt x="65356" y="64074"/>
                    <a:pt x="65446" y="64074"/>
                  </a:cubicBezTo>
                  <a:cubicBezTo>
                    <a:pt x="70671" y="64074"/>
                    <a:pt x="76317" y="60086"/>
                    <a:pt x="78156" y="55049"/>
                  </a:cubicBezTo>
                  <a:cubicBezTo>
                    <a:pt x="78797" y="53294"/>
                    <a:pt x="78892" y="51640"/>
                    <a:pt x="78527" y="50218"/>
                  </a:cubicBezTo>
                  <a:lnTo>
                    <a:pt x="83715" y="50218"/>
                  </a:lnTo>
                  <a:cubicBezTo>
                    <a:pt x="83722" y="50043"/>
                    <a:pt x="83741" y="49873"/>
                    <a:pt x="83741" y="49697"/>
                  </a:cubicBezTo>
                  <a:cubicBezTo>
                    <a:pt x="83741" y="43725"/>
                    <a:pt x="78899" y="38884"/>
                    <a:pt x="72928" y="38884"/>
                  </a:cubicBezTo>
                  <a:cubicBezTo>
                    <a:pt x="72673" y="38884"/>
                    <a:pt x="72421" y="38896"/>
                    <a:pt x="72171" y="38913"/>
                  </a:cubicBezTo>
                  <a:lnTo>
                    <a:pt x="66649" y="26954"/>
                  </a:lnTo>
                  <a:cubicBezTo>
                    <a:pt x="66501" y="26635"/>
                    <a:pt x="66300" y="26344"/>
                    <a:pt x="66054" y="26093"/>
                  </a:cubicBezTo>
                  <a:cubicBezTo>
                    <a:pt x="65755" y="25541"/>
                    <a:pt x="65176" y="25160"/>
                    <a:pt x="64507" y="25160"/>
                  </a:cubicBezTo>
                  <a:lnTo>
                    <a:pt x="64098" y="25160"/>
                  </a:lnTo>
                  <a:cubicBezTo>
                    <a:pt x="64002" y="25152"/>
                    <a:pt x="63907" y="25147"/>
                    <a:pt x="63812" y="25147"/>
                  </a:cubicBezTo>
                  <a:cubicBezTo>
                    <a:pt x="63717" y="25147"/>
                    <a:pt x="63621" y="25152"/>
                    <a:pt x="63526" y="25160"/>
                  </a:cubicBezTo>
                  <a:lnTo>
                    <a:pt x="60537" y="25160"/>
                  </a:lnTo>
                  <a:lnTo>
                    <a:pt x="60265" y="23081"/>
                  </a:lnTo>
                  <a:cubicBezTo>
                    <a:pt x="60265" y="21739"/>
                    <a:pt x="59170" y="20641"/>
                    <a:pt x="57833" y="20641"/>
                  </a:cubicBezTo>
                  <a:lnTo>
                    <a:pt x="50680" y="20641"/>
                  </a:lnTo>
                  <a:cubicBezTo>
                    <a:pt x="52173" y="18455"/>
                    <a:pt x="53434" y="16776"/>
                    <a:pt x="53887" y="16618"/>
                  </a:cubicBezTo>
                  <a:cubicBezTo>
                    <a:pt x="53929" y="16618"/>
                    <a:pt x="53970" y="16625"/>
                    <a:pt x="54013" y="16625"/>
                  </a:cubicBezTo>
                  <a:cubicBezTo>
                    <a:pt x="57883" y="16625"/>
                    <a:pt x="61147" y="13940"/>
                    <a:pt x="62062" y="10345"/>
                  </a:cubicBezTo>
                  <a:lnTo>
                    <a:pt x="64456" y="10345"/>
                  </a:lnTo>
                  <a:cubicBezTo>
                    <a:pt x="64196" y="8650"/>
                    <a:pt x="63298" y="7162"/>
                    <a:pt x="62020" y="6126"/>
                  </a:cubicBezTo>
                  <a:cubicBezTo>
                    <a:pt x="61054" y="2607"/>
                    <a:pt x="57826" y="0"/>
                    <a:pt x="5401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4"/>
            <p:cNvSpPr/>
            <p:nvPr/>
          </p:nvSpPr>
          <p:spPr>
            <a:xfrm>
              <a:off x="4032300" y="960675"/>
              <a:ext cx="91000" cy="166400"/>
            </a:xfrm>
            <a:custGeom>
              <a:avLst/>
              <a:gdLst/>
              <a:ahLst/>
              <a:cxnLst/>
              <a:rect l="l" t="t" r="r" b="b"/>
              <a:pathLst>
                <a:path w="3640" h="6656" extrusionOk="0">
                  <a:moveTo>
                    <a:pt x="3120" y="1"/>
                  </a:moveTo>
                  <a:cubicBezTo>
                    <a:pt x="1404" y="1"/>
                    <a:pt x="0" y="1405"/>
                    <a:pt x="0" y="3121"/>
                  </a:cubicBezTo>
                  <a:lnTo>
                    <a:pt x="0" y="3536"/>
                  </a:lnTo>
                  <a:cubicBezTo>
                    <a:pt x="0" y="5251"/>
                    <a:pt x="1404" y="6655"/>
                    <a:pt x="3120" y="6655"/>
                  </a:cubicBezTo>
                  <a:cubicBezTo>
                    <a:pt x="3298" y="6655"/>
                    <a:pt x="3470" y="6631"/>
                    <a:pt x="3639" y="6603"/>
                  </a:cubicBezTo>
                  <a:lnTo>
                    <a:pt x="3639" y="54"/>
                  </a:lnTo>
                  <a:cubicBezTo>
                    <a:pt x="3470" y="25"/>
                    <a:pt x="3298" y="1"/>
                    <a:pt x="312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4"/>
            <p:cNvSpPr/>
            <p:nvPr/>
          </p:nvSpPr>
          <p:spPr>
            <a:xfrm>
              <a:off x="3018625" y="1268700"/>
              <a:ext cx="239800" cy="50700"/>
            </a:xfrm>
            <a:custGeom>
              <a:avLst/>
              <a:gdLst/>
              <a:ahLst/>
              <a:cxnLst/>
              <a:rect l="l" t="t" r="r" b="b"/>
              <a:pathLst>
                <a:path w="9592" h="2028" extrusionOk="0">
                  <a:moveTo>
                    <a:pt x="1015" y="1"/>
                  </a:moveTo>
                  <a:cubicBezTo>
                    <a:pt x="456" y="2"/>
                    <a:pt x="2" y="455"/>
                    <a:pt x="1" y="1015"/>
                  </a:cubicBezTo>
                  <a:cubicBezTo>
                    <a:pt x="2" y="1573"/>
                    <a:pt x="456" y="2026"/>
                    <a:pt x="1015" y="2028"/>
                  </a:cubicBezTo>
                  <a:lnTo>
                    <a:pt x="8578" y="2028"/>
                  </a:lnTo>
                  <a:cubicBezTo>
                    <a:pt x="9136" y="2026"/>
                    <a:pt x="9590" y="1573"/>
                    <a:pt x="9591" y="1015"/>
                  </a:cubicBezTo>
                  <a:cubicBezTo>
                    <a:pt x="9590" y="455"/>
                    <a:pt x="9136" y="2"/>
                    <a:pt x="857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4"/>
            <p:cNvSpPr/>
            <p:nvPr/>
          </p:nvSpPr>
          <p:spPr>
            <a:xfrm>
              <a:off x="3344175" y="1196575"/>
              <a:ext cx="111125" cy="31200"/>
            </a:xfrm>
            <a:custGeom>
              <a:avLst/>
              <a:gdLst/>
              <a:ahLst/>
              <a:cxnLst/>
              <a:rect l="l" t="t" r="r" b="b"/>
              <a:pathLst>
                <a:path w="4445" h="1248" extrusionOk="0">
                  <a:moveTo>
                    <a:pt x="625" y="1"/>
                  </a:moveTo>
                  <a:cubicBezTo>
                    <a:pt x="280" y="1"/>
                    <a:pt x="0" y="279"/>
                    <a:pt x="0" y="624"/>
                  </a:cubicBezTo>
                  <a:cubicBezTo>
                    <a:pt x="0" y="968"/>
                    <a:pt x="280" y="1248"/>
                    <a:pt x="625" y="1248"/>
                  </a:cubicBezTo>
                  <a:lnTo>
                    <a:pt x="3821" y="1248"/>
                  </a:lnTo>
                  <a:cubicBezTo>
                    <a:pt x="4166" y="1248"/>
                    <a:pt x="4444" y="968"/>
                    <a:pt x="4444" y="624"/>
                  </a:cubicBezTo>
                  <a:cubicBezTo>
                    <a:pt x="4444" y="279"/>
                    <a:pt x="4166" y="1"/>
                    <a:pt x="382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4"/>
            <p:cNvSpPr/>
            <p:nvPr/>
          </p:nvSpPr>
          <p:spPr>
            <a:xfrm>
              <a:off x="2296025" y="872325"/>
              <a:ext cx="111125" cy="31225"/>
            </a:xfrm>
            <a:custGeom>
              <a:avLst/>
              <a:gdLst/>
              <a:ahLst/>
              <a:cxnLst/>
              <a:rect l="l" t="t" r="r" b="b"/>
              <a:pathLst>
                <a:path w="4445" h="1249" extrusionOk="0">
                  <a:moveTo>
                    <a:pt x="625" y="0"/>
                  </a:moveTo>
                  <a:cubicBezTo>
                    <a:pt x="280" y="0"/>
                    <a:pt x="1" y="280"/>
                    <a:pt x="1" y="624"/>
                  </a:cubicBezTo>
                  <a:cubicBezTo>
                    <a:pt x="1" y="969"/>
                    <a:pt x="280" y="1247"/>
                    <a:pt x="625" y="1249"/>
                  </a:cubicBezTo>
                  <a:lnTo>
                    <a:pt x="3821" y="1249"/>
                  </a:lnTo>
                  <a:cubicBezTo>
                    <a:pt x="4166" y="1249"/>
                    <a:pt x="4445" y="969"/>
                    <a:pt x="4445" y="624"/>
                  </a:cubicBezTo>
                  <a:cubicBezTo>
                    <a:pt x="4445" y="280"/>
                    <a:pt x="4166" y="0"/>
                    <a:pt x="382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4"/>
            <p:cNvSpPr/>
            <p:nvPr/>
          </p:nvSpPr>
          <p:spPr>
            <a:xfrm>
              <a:off x="2366850" y="1479425"/>
              <a:ext cx="111125" cy="31200"/>
            </a:xfrm>
            <a:custGeom>
              <a:avLst/>
              <a:gdLst/>
              <a:ahLst/>
              <a:cxnLst/>
              <a:rect l="l" t="t" r="r" b="b"/>
              <a:pathLst>
                <a:path w="4445" h="1248" extrusionOk="0">
                  <a:moveTo>
                    <a:pt x="624" y="1"/>
                  </a:moveTo>
                  <a:cubicBezTo>
                    <a:pt x="280" y="1"/>
                    <a:pt x="0" y="281"/>
                    <a:pt x="0" y="624"/>
                  </a:cubicBezTo>
                  <a:cubicBezTo>
                    <a:pt x="0" y="969"/>
                    <a:pt x="280" y="1248"/>
                    <a:pt x="624" y="1248"/>
                  </a:cubicBezTo>
                  <a:lnTo>
                    <a:pt x="3821" y="1248"/>
                  </a:lnTo>
                  <a:cubicBezTo>
                    <a:pt x="4165" y="1248"/>
                    <a:pt x="4444" y="968"/>
                    <a:pt x="4445" y="624"/>
                  </a:cubicBezTo>
                  <a:cubicBezTo>
                    <a:pt x="4444" y="281"/>
                    <a:pt x="4165" y="2"/>
                    <a:pt x="382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4"/>
            <p:cNvSpPr/>
            <p:nvPr/>
          </p:nvSpPr>
          <p:spPr>
            <a:xfrm>
              <a:off x="3054525" y="583875"/>
              <a:ext cx="217525" cy="38775"/>
            </a:xfrm>
            <a:custGeom>
              <a:avLst/>
              <a:gdLst/>
              <a:ahLst/>
              <a:cxnLst/>
              <a:rect l="l" t="t" r="r" b="b"/>
              <a:pathLst>
                <a:path w="8701" h="1551" extrusionOk="0">
                  <a:moveTo>
                    <a:pt x="775" y="0"/>
                  </a:moveTo>
                  <a:cubicBezTo>
                    <a:pt x="346" y="0"/>
                    <a:pt x="0" y="347"/>
                    <a:pt x="0" y="775"/>
                  </a:cubicBezTo>
                  <a:cubicBezTo>
                    <a:pt x="0" y="1204"/>
                    <a:pt x="346" y="1551"/>
                    <a:pt x="775" y="1551"/>
                  </a:cubicBezTo>
                  <a:lnTo>
                    <a:pt x="7924" y="1551"/>
                  </a:lnTo>
                  <a:cubicBezTo>
                    <a:pt x="8353" y="1551"/>
                    <a:pt x="8700" y="1204"/>
                    <a:pt x="8700" y="775"/>
                  </a:cubicBezTo>
                  <a:cubicBezTo>
                    <a:pt x="8700" y="347"/>
                    <a:pt x="8353" y="0"/>
                    <a:pt x="79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4"/>
            <p:cNvSpPr/>
            <p:nvPr/>
          </p:nvSpPr>
          <p:spPr>
            <a:xfrm>
              <a:off x="2744000" y="1276500"/>
              <a:ext cx="210050" cy="39025"/>
            </a:xfrm>
            <a:custGeom>
              <a:avLst/>
              <a:gdLst/>
              <a:ahLst/>
              <a:cxnLst/>
              <a:rect l="l" t="t" r="r" b="b"/>
              <a:pathLst>
                <a:path w="8402" h="1561" extrusionOk="0">
                  <a:moveTo>
                    <a:pt x="771" y="1"/>
                  </a:moveTo>
                  <a:cubicBezTo>
                    <a:pt x="343" y="6"/>
                    <a:pt x="0" y="353"/>
                    <a:pt x="0" y="780"/>
                  </a:cubicBezTo>
                  <a:cubicBezTo>
                    <a:pt x="0" y="1207"/>
                    <a:pt x="343" y="1554"/>
                    <a:pt x="771" y="1560"/>
                  </a:cubicBezTo>
                  <a:lnTo>
                    <a:pt x="7632" y="1560"/>
                  </a:lnTo>
                  <a:cubicBezTo>
                    <a:pt x="8058" y="1554"/>
                    <a:pt x="8401" y="1207"/>
                    <a:pt x="8401" y="780"/>
                  </a:cubicBezTo>
                  <a:cubicBezTo>
                    <a:pt x="8401" y="353"/>
                    <a:pt x="8058" y="6"/>
                    <a:pt x="76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4"/>
            <p:cNvSpPr/>
            <p:nvPr/>
          </p:nvSpPr>
          <p:spPr>
            <a:xfrm>
              <a:off x="2310725" y="1402400"/>
              <a:ext cx="210325" cy="39000"/>
            </a:xfrm>
            <a:custGeom>
              <a:avLst/>
              <a:gdLst/>
              <a:ahLst/>
              <a:cxnLst/>
              <a:rect l="l" t="t" r="r" b="b"/>
              <a:pathLst>
                <a:path w="8413" h="1560" extrusionOk="0">
                  <a:moveTo>
                    <a:pt x="771" y="0"/>
                  </a:moveTo>
                  <a:cubicBezTo>
                    <a:pt x="343" y="5"/>
                    <a:pt x="0" y="353"/>
                    <a:pt x="0" y="780"/>
                  </a:cubicBezTo>
                  <a:cubicBezTo>
                    <a:pt x="0" y="1207"/>
                    <a:pt x="343" y="1554"/>
                    <a:pt x="771" y="1559"/>
                  </a:cubicBezTo>
                  <a:lnTo>
                    <a:pt x="7632" y="1559"/>
                  </a:lnTo>
                  <a:cubicBezTo>
                    <a:pt x="8063" y="1558"/>
                    <a:pt x="8411" y="1210"/>
                    <a:pt x="8412" y="780"/>
                  </a:cubicBezTo>
                  <a:cubicBezTo>
                    <a:pt x="8411" y="349"/>
                    <a:pt x="8062" y="1"/>
                    <a:pt x="763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4"/>
            <p:cNvSpPr/>
            <p:nvPr/>
          </p:nvSpPr>
          <p:spPr>
            <a:xfrm>
              <a:off x="2415825" y="1359275"/>
              <a:ext cx="573275" cy="464075"/>
            </a:xfrm>
            <a:custGeom>
              <a:avLst/>
              <a:gdLst/>
              <a:ahLst/>
              <a:cxnLst/>
              <a:rect l="l" t="t" r="r" b="b"/>
              <a:pathLst>
                <a:path w="22931" h="18563" extrusionOk="0">
                  <a:moveTo>
                    <a:pt x="12072" y="6255"/>
                  </a:moveTo>
                  <a:cubicBezTo>
                    <a:pt x="12102" y="6255"/>
                    <a:pt x="12132" y="6256"/>
                    <a:pt x="12162" y="6256"/>
                  </a:cubicBezTo>
                  <a:cubicBezTo>
                    <a:pt x="13989" y="6309"/>
                    <a:pt x="14947" y="7777"/>
                    <a:pt x="14300" y="9545"/>
                  </a:cubicBezTo>
                  <a:cubicBezTo>
                    <a:pt x="13669" y="11284"/>
                    <a:pt x="11722" y="12654"/>
                    <a:pt x="9920" y="12654"/>
                  </a:cubicBezTo>
                  <a:cubicBezTo>
                    <a:pt x="9889" y="12654"/>
                    <a:pt x="9858" y="12654"/>
                    <a:pt x="9828" y="12653"/>
                  </a:cubicBezTo>
                  <a:cubicBezTo>
                    <a:pt x="8001" y="12605"/>
                    <a:pt x="7043" y="11133"/>
                    <a:pt x="7689" y="9365"/>
                  </a:cubicBezTo>
                  <a:cubicBezTo>
                    <a:pt x="8321" y="7630"/>
                    <a:pt x="10270" y="6255"/>
                    <a:pt x="12072" y="6255"/>
                  </a:cubicBezTo>
                  <a:close/>
                  <a:moveTo>
                    <a:pt x="14576" y="1"/>
                  </a:moveTo>
                  <a:cubicBezTo>
                    <a:pt x="9353" y="1"/>
                    <a:pt x="3707" y="3987"/>
                    <a:pt x="1872" y="9021"/>
                  </a:cubicBezTo>
                  <a:cubicBezTo>
                    <a:pt x="0" y="14145"/>
                    <a:pt x="2782" y="18415"/>
                    <a:pt x="8080" y="18559"/>
                  </a:cubicBezTo>
                  <a:cubicBezTo>
                    <a:pt x="8171" y="18561"/>
                    <a:pt x="8262" y="18562"/>
                    <a:pt x="8353" y="18562"/>
                  </a:cubicBezTo>
                  <a:cubicBezTo>
                    <a:pt x="13577" y="18562"/>
                    <a:pt x="19225" y="14576"/>
                    <a:pt x="21059" y="9541"/>
                  </a:cubicBezTo>
                  <a:cubicBezTo>
                    <a:pt x="22931" y="4417"/>
                    <a:pt x="20150" y="148"/>
                    <a:pt x="14851" y="5"/>
                  </a:cubicBezTo>
                  <a:cubicBezTo>
                    <a:pt x="14759" y="2"/>
                    <a:pt x="14668" y="1"/>
                    <a:pt x="1457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75;p32"/>
          <p:cNvSpPr txBox="1">
            <a:spLocks/>
          </p:cNvSpPr>
          <p:nvPr/>
        </p:nvSpPr>
        <p:spPr>
          <a:xfrm>
            <a:off x="1338565" y="3993553"/>
            <a:ext cx="7404589" cy="638695"/>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b="1">
                <a:solidFill>
                  <a:srgbClr val="FF3309"/>
                </a:solidFill>
                <a:latin typeface="Advent Pro" panose="020B0604020202020204" charset="0"/>
              </a:rPr>
              <a:t>“43% of customers abandon platforms after 2 late deliveries”</a:t>
            </a:r>
          </a:p>
          <a:p>
            <a:r>
              <a:rPr lang="en-US" sz="1600" b="1">
                <a:solidFill>
                  <a:srgbClr val="FF3309"/>
                </a:solidFill>
                <a:latin typeface="Advent Pro" panose="020B0604020202020204" charset="0"/>
              </a:rPr>
              <a:t>                                                                          --</a:t>
            </a:r>
            <a:r>
              <a:rPr lang="en-US" sz="1600" b="1" err="1">
                <a:solidFill>
                  <a:srgbClr val="FF3309"/>
                </a:solidFill>
                <a:latin typeface="Advent Pro" panose="020B0604020202020204" charset="0"/>
              </a:rPr>
              <a:t>Voxware</a:t>
            </a:r>
            <a:r>
              <a:rPr lang="en-US" sz="1600" b="1">
                <a:solidFill>
                  <a:srgbClr val="FF3309"/>
                </a:solidFill>
                <a:latin typeface="Advent Pro" panose="020B0604020202020204" charset="0"/>
              </a:rPr>
              <a:t> Study</a:t>
            </a:r>
          </a:p>
        </p:txBody>
      </p:sp>
    </p:spTree>
    <p:extLst>
      <p:ext uri="{BB962C8B-B14F-4D97-AF65-F5344CB8AC3E}">
        <p14:creationId xmlns:p14="http://schemas.microsoft.com/office/powerpoint/2010/main" val="665427862"/>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2"/>
          <p:cNvSpPr txBox="1">
            <a:spLocks noGrp="1"/>
          </p:cNvSpPr>
          <p:nvPr>
            <p:ph type="title"/>
          </p:nvPr>
        </p:nvSpPr>
        <p:spPr>
          <a:xfrm>
            <a:off x="1186513" y="1874275"/>
            <a:ext cx="1604700" cy="148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F3309"/>
                </a:solidFill>
              </a:rPr>
              <a:t>Imp</a:t>
            </a:r>
            <a:r>
              <a:rPr lang="en" b="0">
                <a:solidFill>
                  <a:srgbClr val="FF3309"/>
                </a:solidFill>
              </a:rPr>
              <a:t>r</a:t>
            </a:r>
            <a:r>
              <a:rPr lang="en">
                <a:solidFill>
                  <a:srgbClr val="FF3309"/>
                </a:solidFill>
              </a:rPr>
              <a:t>ove Accuracy</a:t>
            </a:r>
            <a:endParaRPr>
              <a:solidFill>
                <a:srgbClr val="FF3309"/>
              </a:solidFill>
            </a:endParaRPr>
          </a:p>
        </p:txBody>
      </p:sp>
      <p:sp>
        <p:nvSpPr>
          <p:cNvPr id="266" name="Google Shape;266;p32"/>
          <p:cNvSpPr txBox="1">
            <a:spLocks noGrp="1"/>
          </p:cNvSpPr>
          <p:nvPr>
            <p:ph type="subTitle" idx="1"/>
          </p:nvPr>
        </p:nvSpPr>
        <p:spPr>
          <a:xfrm>
            <a:off x="1251179" y="3291775"/>
            <a:ext cx="1604700" cy="12351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en-US" b="1">
                <a:latin typeface="Advent Pro" panose="020B0604020202020204" charset="0"/>
              </a:rPr>
              <a:t>Enhance </a:t>
            </a:r>
            <a:r>
              <a:rPr lang="en-US" b="1" err="1">
                <a:latin typeface="Advent Pro" panose="020B0604020202020204" charset="0"/>
              </a:rPr>
              <a:t>DoorDash</a:t>
            </a:r>
            <a:r>
              <a:rPr lang="en-US" b="1">
                <a:latin typeface="Advent Pro" panose="020B0604020202020204" charset="0"/>
              </a:rPr>
              <a:t> ETA predictions using machine learning to reduce delivery time errors</a:t>
            </a:r>
            <a:r>
              <a:rPr lang="en-US"/>
              <a:t>.</a:t>
            </a:r>
            <a:endParaRPr/>
          </a:p>
        </p:txBody>
      </p:sp>
      <p:sp>
        <p:nvSpPr>
          <p:cNvPr id="267" name="Google Shape;267;p32"/>
          <p:cNvSpPr txBox="1">
            <a:spLocks noGrp="1"/>
          </p:cNvSpPr>
          <p:nvPr>
            <p:ph type="title" idx="2"/>
          </p:nvPr>
        </p:nvSpPr>
        <p:spPr>
          <a:xfrm>
            <a:off x="2908580" y="1874275"/>
            <a:ext cx="1604722" cy="148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F3309"/>
                </a:solidFill>
              </a:rPr>
              <a:t>Boost Satisfaction</a:t>
            </a:r>
            <a:endParaRPr>
              <a:solidFill>
                <a:srgbClr val="FF3309"/>
              </a:solidFill>
            </a:endParaRPr>
          </a:p>
        </p:txBody>
      </p:sp>
      <p:sp>
        <p:nvSpPr>
          <p:cNvPr id="268" name="Google Shape;268;p32"/>
          <p:cNvSpPr txBox="1">
            <a:spLocks noGrp="1"/>
          </p:cNvSpPr>
          <p:nvPr>
            <p:ph type="subTitle" idx="3"/>
          </p:nvPr>
        </p:nvSpPr>
        <p:spPr>
          <a:xfrm>
            <a:off x="2989879" y="3291775"/>
            <a:ext cx="1604700" cy="12351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en-US" b="1">
                <a:latin typeface="Advent Pro" panose="020B0604020202020204" charset="0"/>
              </a:rPr>
              <a:t>Increase customer trust and retention with reliable delivery estimate</a:t>
            </a:r>
            <a:r>
              <a:rPr lang="en-US" b="1"/>
              <a:t>s.</a:t>
            </a:r>
            <a:endParaRPr b="1"/>
          </a:p>
        </p:txBody>
      </p:sp>
      <p:sp>
        <p:nvSpPr>
          <p:cNvPr id="269" name="Google Shape;269;p32"/>
          <p:cNvSpPr txBox="1">
            <a:spLocks noGrp="1"/>
          </p:cNvSpPr>
          <p:nvPr>
            <p:ph type="title" idx="4"/>
          </p:nvPr>
        </p:nvSpPr>
        <p:spPr>
          <a:xfrm>
            <a:off x="4630692" y="1874275"/>
            <a:ext cx="1604700" cy="148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F3309"/>
                </a:solidFill>
              </a:rPr>
              <a:t>Optimize Operations</a:t>
            </a:r>
            <a:endParaRPr>
              <a:solidFill>
                <a:srgbClr val="FF3309"/>
              </a:solidFill>
            </a:endParaRPr>
          </a:p>
        </p:txBody>
      </p:sp>
      <p:sp>
        <p:nvSpPr>
          <p:cNvPr id="270" name="Google Shape;270;p32"/>
          <p:cNvSpPr txBox="1">
            <a:spLocks noGrp="1"/>
          </p:cNvSpPr>
          <p:nvPr>
            <p:ph type="subTitle" idx="5"/>
          </p:nvPr>
        </p:nvSpPr>
        <p:spPr>
          <a:xfrm>
            <a:off x="4723910" y="3291775"/>
            <a:ext cx="1604700" cy="12351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en-US" b="1">
                <a:latin typeface="Advent Pro" panose="020B0604020202020204" charset="0"/>
              </a:rPr>
              <a:t>Help </a:t>
            </a:r>
            <a:r>
              <a:rPr lang="en-US" b="1" err="1">
                <a:latin typeface="Advent Pro" panose="020B0604020202020204" charset="0"/>
              </a:rPr>
              <a:t>DoorDash</a:t>
            </a:r>
            <a:r>
              <a:rPr lang="en-US" b="1">
                <a:latin typeface="Advent Pro" panose="020B0604020202020204" charset="0"/>
              </a:rPr>
              <a:t> cut costs and improve driver efficiency through data-driven insights</a:t>
            </a:r>
            <a:r>
              <a:rPr lang="en-US"/>
              <a:t>.</a:t>
            </a:r>
            <a:endParaRPr/>
          </a:p>
        </p:txBody>
      </p:sp>
      <p:sp>
        <p:nvSpPr>
          <p:cNvPr id="271" name="Google Shape;271;p32"/>
          <p:cNvSpPr/>
          <p:nvPr/>
        </p:nvSpPr>
        <p:spPr>
          <a:xfrm>
            <a:off x="1514495" y="1290625"/>
            <a:ext cx="1163093" cy="1172775"/>
          </a:xfrm>
          <a:prstGeom prst="rect">
            <a:avLst/>
          </a:prstGeom>
          <a:solidFill>
            <a:srgbClr val="FF33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3309"/>
              </a:solidFill>
            </a:endParaRPr>
          </a:p>
        </p:txBody>
      </p:sp>
      <p:sp>
        <p:nvSpPr>
          <p:cNvPr id="272" name="Google Shape;272;p32"/>
          <p:cNvSpPr/>
          <p:nvPr/>
        </p:nvSpPr>
        <p:spPr>
          <a:xfrm>
            <a:off x="3098810" y="1290625"/>
            <a:ext cx="1183500" cy="1172775"/>
          </a:xfrm>
          <a:prstGeom prst="rect">
            <a:avLst/>
          </a:prstGeom>
          <a:solidFill>
            <a:srgbClr val="FF33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2"/>
          <p:cNvSpPr/>
          <p:nvPr/>
        </p:nvSpPr>
        <p:spPr>
          <a:xfrm>
            <a:off x="4861819" y="1290625"/>
            <a:ext cx="1183500" cy="1172775"/>
          </a:xfrm>
          <a:prstGeom prst="rect">
            <a:avLst/>
          </a:prstGeom>
          <a:solidFill>
            <a:srgbClr val="FF33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2"/>
          <p:cNvSpPr/>
          <p:nvPr/>
        </p:nvSpPr>
        <p:spPr>
          <a:xfrm>
            <a:off x="6583790" y="1290625"/>
            <a:ext cx="1183500" cy="1172775"/>
          </a:xfrm>
          <a:prstGeom prst="rect">
            <a:avLst/>
          </a:prstGeom>
          <a:solidFill>
            <a:srgbClr val="FF33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2"/>
          <p:cNvSpPr txBox="1">
            <a:spLocks noGrp="1"/>
          </p:cNvSpPr>
          <p:nvPr>
            <p:ph type="title" idx="6"/>
          </p:nvPr>
        </p:nvSpPr>
        <p:spPr>
          <a:xfrm>
            <a:off x="1042005" y="831053"/>
            <a:ext cx="7404589" cy="432622"/>
          </a:xfrm>
          <a:prstGeom prst="rect">
            <a:avLst/>
          </a:prstGeom>
        </p:spPr>
        <p:txBody>
          <a:bodyPr spcFirstLastPara="1" wrap="square" lIns="91425" tIns="91425" rIns="91425" bIns="91425" anchor="b" anchorCtr="0">
            <a:noAutofit/>
          </a:bodyPr>
          <a:lstStyle/>
          <a:p>
            <a:pPr lvl="0"/>
            <a:r>
              <a:rPr lang="en-US">
                <a:solidFill>
                  <a:srgbClr val="FF3309"/>
                </a:solidFill>
              </a:rPr>
              <a:t>From Data to Delivery: Smarter ETAs for Happier Customers.</a:t>
            </a:r>
            <a:endParaRPr>
              <a:solidFill>
                <a:srgbClr val="FF3309"/>
              </a:solidFill>
            </a:endParaRPr>
          </a:p>
        </p:txBody>
      </p:sp>
      <p:sp>
        <p:nvSpPr>
          <p:cNvPr id="276" name="Google Shape;276;p32"/>
          <p:cNvSpPr txBox="1">
            <a:spLocks noGrp="1"/>
          </p:cNvSpPr>
          <p:nvPr>
            <p:ph type="subTitle" idx="7"/>
          </p:nvPr>
        </p:nvSpPr>
        <p:spPr>
          <a:xfrm>
            <a:off x="6470194" y="3291775"/>
            <a:ext cx="1604700" cy="12351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en-US" b="1">
                <a:latin typeface="Advent Pro" panose="020B0604020202020204" charset="0"/>
              </a:rPr>
              <a:t>Compare model performance before/after preprocessing to show measurable impact</a:t>
            </a:r>
            <a:r>
              <a:rPr lang="en-US"/>
              <a:t>.</a:t>
            </a:r>
            <a:endParaRPr/>
          </a:p>
        </p:txBody>
      </p:sp>
      <p:sp>
        <p:nvSpPr>
          <p:cNvPr id="277" name="Google Shape;277;p32"/>
          <p:cNvSpPr txBox="1">
            <a:spLocks noGrp="1"/>
          </p:cNvSpPr>
          <p:nvPr>
            <p:ph type="title" idx="8"/>
          </p:nvPr>
        </p:nvSpPr>
        <p:spPr>
          <a:xfrm>
            <a:off x="1054674" y="1138394"/>
            <a:ext cx="2098462" cy="140742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2EAF7"/>
                </a:solidFill>
              </a:rPr>
              <a:t>01</a:t>
            </a:r>
            <a:endParaRPr>
              <a:solidFill>
                <a:srgbClr val="F2EAF7"/>
              </a:solidFill>
            </a:endParaRPr>
          </a:p>
        </p:txBody>
      </p:sp>
      <p:sp>
        <p:nvSpPr>
          <p:cNvPr id="278" name="Google Shape;278;p32"/>
          <p:cNvSpPr txBox="1">
            <a:spLocks noGrp="1"/>
          </p:cNvSpPr>
          <p:nvPr>
            <p:ph type="title" idx="9"/>
          </p:nvPr>
        </p:nvSpPr>
        <p:spPr>
          <a:xfrm>
            <a:off x="2657210" y="1116039"/>
            <a:ext cx="2066700" cy="1406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2EAF7"/>
                </a:solidFill>
              </a:rPr>
              <a:t>02</a:t>
            </a:r>
            <a:endParaRPr>
              <a:solidFill>
                <a:srgbClr val="F2EAF7"/>
              </a:solidFill>
            </a:endParaRPr>
          </a:p>
        </p:txBody>
      </p:sp>
      <p:sp>
        <p:nvSpPr>
          <p:cNvPr id="279" name="Google Shape;279;p32"/>
          <p:cNvSpPr txBox="1">
            <a:spLocks noGrp="1"/>
          </p:cNvSpPr>
          <p:nvPr>
            <p:ph type="title" idx="13"/>
          </p:nvPr>
        </p:nvSpPr>
        <p:spPr>
          <a:xfrm>
            <a:off x="4420219" y="1145625"/>
            <a:ext cx="2066700" cy="1406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2EAF7"/>
                </a:solidFill>
              </a:rPr>
              <a:t>03</a:t>
            </a:r>
            <a:endParaRPr>
              <a:solidFill>
                <a:srgbClr val="F2EAF7"/>
              </a:solidFill>
            </a:endParaRPr>
          </a:p>
        </p:txBody>
      </p:sp>
      <p:sp>
        <p:nvSpPr>
          <p:cNvPr id="280" name="Google Shape;280;p32"/>
          <p:cNvSpPr txBox="1">
            <a:spLocks noGrp="1"/>
          </p:cNvSpPr>
          <p:nvPr>
            <p:ph type="title" idx="14"/>
          </p:nvPr>
        </p:nvSpPr>
        <p:spPr>
          <a:xfrm>
            <a:off x="6153525" y="1174203"/>
            <a:ext cx="2044030" cy="140014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2EAF7"/>
                </a:solidFill>
              </a:rPr>
              <a:t>04</a:t>
            </a:r>
            <a:endParaRPr>
              <a:solidFill>
                <a:srgbClr val="F2EAF7"/>
              </a:solidFill>
            </a:endParaRPr>
          </a:p>
        </p:txBody>
      </p:sp>
      <p:sp>
        <p:nvSpPr>
          <p:cNvPr id="19" name="Google Shape;155;p30"/>
          <p:cNvSpPr txBox="1">
            <a:spLocks/>
          </p:cNvSpPr>
          <p:nvPr/>
        </p:nvSpPr>
        <p:spPr>
          <a:xfrm>
            <a:off x="868588" y="270143"/>
            <a:ext cx="3618000" cy="72072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1pPr>
            <a:lvl2pPr marR="0" lvl="1"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2pPr>
            <a:lvl3pPr marR="0" lvl="2"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3pPr>
            <a:lvl4pPr marR="0" lvl="3"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4pPr>
            <a:lvl5pPr marR="0" lvl="4"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5pPr>
            <a:lvl6pPr marR="0" lvl="5"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6pPr>
            <a:lvl7pPr marR="0" lvl="6"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7pPr>
            <a:lvl8pPr marR="0" lvl="7"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8pPr>
            <a:lvl9pPr marR="0" lvl="8"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9pPr>
          </a:lstStyle>
          <a:p>
            <a:pPr algn="l"/>
            <a:r>
              <a:rPr lang="en-IN" sz="6000">
                <a:solidFill>
                  <a:srgbClr val="FF3309"/>
                </a:solidFill>
              </a:rPr>
              <a:t>Goal</a:t>
            </a:r>
          </a:p>
        </p:txBody>
      </p:sp>
      <p:sp>
        <p:nvSpPr>
          <p:cNvPr id="20" name="Google Shape;267;p32"/>
          <p:cNvSpPr txBox="1">
            <a:spLocks/>
          </p:cNvSpPr>
          <p:nvPr/>
        </p:nvSpPr>
        <p:spPr>
          <a:xfrm>
            <a:off x="6352782" y="1874275"/>
            <a:ext cx="1604722" cy="1482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1pPr>
            <a:lvl2pPr marR="0" lvl="1"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2pPr>
            <a:lvl3pPr marR="0" lvl="2"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3pPr>
            <a:lvl4pPr marR="0" lvl="3"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4pPr>
            <a:lvl5pPr marR="0" lvl="4"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5pPr>
            <a:lvl6pPr marR="0" lvl="5"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6pPr>
            <a:lvl7pPr marR="0" lvl="6"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7pPr>
            <a:lvl8pPr marR="0" lvl="7"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8pPr>
            <a:lvl9pPr marR="0" lvl="8"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9pPr>
          </a:lstStyle>
          <a:p>
            <a:r>
              <a:rPr lang="en-IN">
                <a:solidFill>
                  <a:srgbClr val="FF3309"/>
                </a:solidFill>
              </a:rPr>
              <a:t>Benchmark Success</a:t>
            </a:r>
          </a:p>
        </p:txBody>
      </p:sp>
    </p:spTree>
    <p:extLst>
      <p:ext uri="{BB962C8B-B14F-4D97-AF65-F5344CB8AC3E}">
        <p14:creationId xmlns:p14="http://schemas.microsoft.com/office/powerpoint/2010/main" val="2064537996"/>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3"/>
          <p:cNvSpPr/>
          <p:nvPr/>
        </p:nvSpPr>
        <p:spPr>
          <a:xfrm rot="10800000" flipH="1">
            <a:off x="-905570" y="1593628"/>
            <a:ext cx="5893767" cy="4581960"/>
          </a:xfrm>
          <a:custGeom>
            <a:avLst/>
            <a:gdLst/>
            <a:ahLst/>
            <a:cxnLst/>
            <a:rect l="l" t="t" r="r" b="b"/>
            <a:pathLst>
              <a:path w="186822" h="157985" extrusionOk="0">
                <a:moveTo>
                  <a:pt x="91145" y="1"/>
                </a:moveTo>
                <a:cubicBezTo>
                  <a:pt x="83069" y="1"/>
                  <a:pt x="75289" y="5146"/>
                  <a:pt x="70242" y="11684"/>
                </a:cubicBezTo>
                <a:cubicBezTo>
                  <a:pt x="64470" y="19161"/>
                  <a:pt x="61385" y="28296"/>
                  <a:pt x="57534" y="36921"/>
                </a:cubicBezTo>
                <a:cubicBezTo>
                  <a:pt x="53683" y="45547"/>
                  <a:pt x="48606" y="54190"/>
                  <a:pt x="40421" y="58906"/>
                </a:cubicBezTo>
                <a:cubicBezTo>
                  <a:pt x="32607" y="63409"/>
                  <a:pt x="22888" y="63771"/>
                  <a:pt x="15215" y="68510"/>
                </a:cubicBezTo>
                <a:cubicBezTo>
                  <a:pt x="4141" y="75350"/>
                  <a:pt x="1" y="90547"/>
                  <a:pt x="3903" y="102964"/>
                </a:cubicBezTo>
                <a:cubicBezTo>
                  <a:pt x="7804" y="115382"/>
                  <a:pt x="18408" y="124900"/>
                  <a:pt x="30388" y="129989"/>
                </a:cubicBezTo>
                <a:cubicBezTo>
                  <a:pt x="42021" y="134933"/>
                  <a:pt x="54885" y="136165"/>
                  <a:pt x="67538" y="136165"/>
                </a:cubicBezTo>
                <a:cubicBezTo>
                  <a:pt x="67915" y="136165"/>
                  <a:pt x="68293" y="136164"/>
                  <a:pt x="68670" y="136162"/>
                </a:cubicBezTo>
                <a:cubicBezTo>
                  <a:pt x="71151" y="136148"/>
                  <a:pt x="73662" y="136098"/>
                  <a:pt x="76171" y="136098"/>
                </a:cubicBezTo>
                <a:cubicBezTo>
                  <a:pt x="83592" y="136098"/>
                  <a:pt x="91005" y="136539"/>
                  <a:pt x="97639" y="139671"/>
                </a:cubicBezTo>
                <a:cubicBezTo>
                  <a:pt x="105490" y="143379"/>
                  <a:pt x="111304" y="150460"/>
                  <a:pt x="119003" y="154473"/>
                </a:cubicBezTo>
                <a:cubicBezTo>
                  <a:pt x="123471" y="156801"/>
                  <a:pt x="128510" y="157984"/>
                  <a:pt x="133547" y="157984"/>
                </a:cubicBezTo>
                <a:cubicBezTo>
                  <a:pt x="137128" y="157984"/>
                  <a:pt x="140707" y="157386"/>
                  <a:pt x="144079" y="156175"/>
                </a:cubicBezTo>
                <a:cubicBezTo>
                  <a:pt x="168362" y="147455"/>
                  <a:pt x="180365" y="110227"/>
                  <a:pt x="184842" y="87706"/>
                </a:cubicBezTo>
                <a:cubicBezTo>
                  <a:pt x="186018" y="81789"/>
                  <a:pt x="186821" y="75647"/>
                  <a:pt x="185541" y="69753"/>
                </a:cubicBezTo>
                <a:cubicBezTo>
                  <a:pt x="184259" y="63857"/>
                  <a:pt x="180546" y="58199"/>
                  <a:pt x="174931" y="55993"/>
                </a:cubicBezTo>
                <a:cubicBezTo>
                  <a:pt x="172945" y="55214"/>
                  <a:pt x="170924" y="54904"/>
                  <a:pt x="168876" y="54904"/>
                </a:cubicBezTo>
                <a:cubicBezTo>
                  <a:pt x="160991" y="54904"/>
                  <a:pt x="152710" y="59492"/>
                  <a:pt x="144539" y="59492"/>
                </a:cubicBezTo>
                <a:cubicBezTo>
                  <a:pt x="143674" y="59492"/>
                  <a:pt x="142810" y="59440"/>
                  <a:pt x="141948" y="59327"/>
                </a:cubicBezTo>
                <a:cubicBezTo>
                  <a:pt x="133155" y="58167"/>
                  <a:pt x="126439" y="50691"/>
                  <a:pt x="122614" y="42689"/>
                </a:cubicBezTo>
                <a:cubicBezTo>
                  <a:pt x="118789" y="34689"/>
                  <a:pt x="117040" y="25835"/>
                  <a:pt x="113372" y="17761"/>
                </a:cubicBezTo>
                <a:cubicBezTo>
                  <a:pt x="109704" y="9688"/>
                  <a:pt x="103348" y="2002"/>
                  <a:pt x="94638" y="331"/>
                </a:cubicBezTo>
                <a:cubicBezTo>
                  <a:pt x="93473" y="107"/>
                  <a:pt x="92306" y="1"/>
                  <a:pt x="91145" y="1"/>
                </a:cubicBezTo>
                <a:close/>
              </a:path>
            </a:pathLst>
          </a:custGeom>
          <a:solidFill>
            <a:srgbClr val="FF6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3"/>
          <p:cNvSpPr txBox="1">
            <a:spLocks noGrp="1"/>
          </p:cNvSpPr>
          <p:nvPr>
            <p:ph type="title"/>
          </p:nvPr>
        </p:nvSpPr>
        <p:spPr>
          <a:xfrm>
            <a:off x="796050" y="201100"/>
            <a:ext cx="7551900" cy="75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F3309"/>
                </a:solidFill>
              </a:rPr>
              <a:t>Why ETA prediction matters?</a:t>
            </a:r>
            <a:endParaRPr>
              <a:solidFill>
                <a:srgbClr val="FF3309"/>
              </a:solidFill>
            </a:endParaRPr>
          </a:p>
        </p:txBody>
      </p:sp>
      <p:sp>
        <p:nvSpPr>
          <p:cNvPr id="287" name="Google Shape;287;p33"/>
          <p:cNvSpPr txBox="1">
            <a:spLocks noGrp="1"/>
          </p:cNvSpPr>
          <p:nvPr>
            <p:ph type="body" idx="1"/>
          </p:nvPr>
        </p:nvSpPr>
        <p:spPr>
          <a:xfrm>
            <a:off x="5238280" y="2125700"/>
            <a:ext cx="3550120" cy="190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IN" b="1">
                <a:solidFill>
                  <a:schemeClr val="dk2"/>
                </a:solidFill>
              </a:rPr>
              <a:t>Late Pizzas = Angry Customers</a:t>
            </a:r>
          </a:p>
          <a:p>
            <a:pPr marL="0" lvl="0" indent="0" algn="l" rtl="0">
              <a:spcBef>
                <a:spcPts val="0"/>
              </a:spcBef>
              <a:spcAft>
                <a:spcPts val="0"/>
              </a:spcAft>
              <a:buClr>
                <a:schemeClr val="dk1"/>
              </a:buClr>
              <a:buSzPts val="1100"/>
              <a:buFont typeface="Arial"/>
              <a:buNone/>
            </a:pPr>
            <a:endParaRPr lang="en-IN" b="1">
              <a:solidFill>
                <a:schemeClr val="dk2"/>
              </a:solidFill>
            </a:endParaRPr>
          </a:p>
          <a:p>
            <a:pPr marL="0" lvl="0" indent="0" algn="l" rtl="0">
              <a:spcBef>
                <a:spcPts val="0"/>
              </a:spcBef>
              <a:spcAft>
                <a:spcPts val="0"/>
              </a:spcAft>
              <a:buClr>
                <a:schemeClr val="dk1"/>
              </a:buClr>
              <a:buSzPts val="1100"/>
              <a:buFont typeface="Arial"/>
              <a:buNone/>
            </a:pPr>
            <a:r>
              <a:rPr lang="en-IN" b="1">
                <a:solidFill>
                  <a:schemeClr val="dk2"/>
                </a:solidFill>
              </a:rPr>
              <a:t>On-time Burritos = Repeat Business</a:t>
            </a:r>
          </a:p>
          <a:p>
            <a:pPr marL="0" lvl="0" indent="0" algn="l" rtl="0">
              <a:spcBef>
                <a:spcPts val="1600"/>
              </a:spcBef>
              <a:spcAft>
                <a:spcPts val="1600"/>
              </a:spcAft>
              <a:buNone/>
            </a:pPr>
            <a:endParaRPr b="1"/>
          </a:p>
        </p:txBody>
      </p:sp>
      <p:grpSp>
        <p:nvGrpSpPr>
          <p:cNvPr id="288" name="Google Shape;288;p33"/>
          <p:cNvGrpSpPr/>
          <p:nvPr/>
        </p:nvGrpSpPr>
        <p:grpSpPr>
          <a:xfrm>
            <a:off x="886600" y="1400288"/>
            <a:ext cx="3137921" cy="3359131"/>
            <a:chOff x="886600" y="1400288"/>
            <a:chExt cx="3137921" cy="3359131"/>
          </a:xfrm>
        </p:grpSpPr>
        <p:grpSp>
          <p:nvGrpSpPr>
            <p:cNvPr id="289" name="Google Shape;289;p33"/>
            <p:cNvGrpSpPr/>
            <p:nvPr/>
          </p:nvGrpSpPr>
          <p:grpSpPr>
            <a:xfrm>
              <a:off x="1623201" y="1400288"/>
              <a:ext cx="1658721" cy="1139708"/>
              <a:chOff x="1623201" y="1400288"/>
              <a:chExt cx="1658721" cy="1139708"/>
            </a:xfrm>
          </p:grpSpPr>
          <p:grpSp>
            <p:nvGrpSpPr>
              <p:cNvPr id="290" name="Google Shape;290;p33"/>
              <p:cNvGrpSpPr/>
              <p:nvPr/>
            </p:nvGrpSpPr>
            <p:grpSpPr>
              <a:xfrm>
                <a:off x="1623201" y="1930145"/>
                <a:ext cx="647710" cy="609850"/>
                <a:chOff x="1623201" y="1930145"/>
                <a:chExt cx="647710" cy="609850"/>
              </a:xfrm>
            </p:grpSpPr>
            <p:sp>
              <p:nvSpPr>
                <p:cNvPr id="291" name="Google Shape;291;p33"/>
                <p:cNvSpPr/>
                <p:nvPr/>
              </p:nvSpPr>
              <p:spPr>
                <a:xfrm>
                  <a:off x="1658420" y="1965364"/>
                  <a:ext cx="577249" cy="539433"/>
                </a:xfrm>
                <a:custGeom>
                  <a:avLst/>
                  <a:gdLst/>
                  <a:ahLst/>
                  <a:cxnLst/>
                  <a:rect l="l" t="t" r="r" b="b"/>
                  <a:pathLst>
                    <a:path w="26011" h="24307" extrusionOk="0">
                      <a:moveTo>
                        <a:pt x="1" y="1"/>
                      </a:moveTo>
                      <a:lnTo>
                        <a:pt x="1" y="24306"/>
                      </a:lnTo>
                      <a:lnTo>
                        <a:pt x="26011" y="24306"/>
                      </a:lnTo>
                      <a:lnTo>
                        <a:pt x="260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3"/>
                <p:cNvSpPr/>
                <p:nvPr/>
              </p:nvSpPr>
              <p:spPr>
                <a:xfrm>
                  <a:off x="1740731" y="1965342"/>
                  <a:ext cx="494937" cy="434196"/>
                </a:xfrm>
                <a:custGeom>
                  <a:avLst/>
                  <a:gdLst/>
                  <a:ahLst/>
                  <a:cxnLst/>
                  <a:rect l="l" t="t" r="r" b="b"/>
                  <a:pathLst>
                    <a:path w="22302" h="19565" extrusionOk="0">
                      <a:moveTo>
                        <a:pt x="0" y="1"/>
                      </a:moveTo>
                      <a:cubicBezTo>
                        <a:pt x="2510" y="2314"/>
                        <a:pt x="4480" y="5285"/>
                        <a:pt x="3376" y="8599"/>
                      </a:cubicBezTo>
                      <a:cubicBezTo>
                        <a:pt x="2185" y="11773"/>
                        <a:pt x="200" y="16535"/>
                        <a:pt x="4169" y="18520"/>
                      </a:cubicBezTo>
                      <a:cubicBezTo>
                        <a:pt x="5494" y="19088"/>
                        <a:pt x="7089" y="19565"/>
                        <a:pt x="8611" y="19565"/>
                      </a:cubicBezTo>
                      <a:cubicBezTo>
                        <a:pt x="10280" y="19565"/>
                        <a:pt x="11861" y="18990"/>
                        <a:pt x="12900" y="17329"/>
                      </a:cubicBezTo>
                      <a:cubicBezTo>
                        <a:pt x="14486" y="14155"/>
                        <a:pt x="14090" y="9393"/>
                        <a:pt x="17265" y="7805"/>
                      </a:cubicBezTo>
                      <a:cubicBezTo>
                        <a:pt x="19357" y="6854"/>
                        <a:pt x="20991" y="5444"/>
                        <a:pt x="22302" y="3755"/>
                      </a:cubicBezTo>
                      <a:lnTo>
                        <a:pt x="223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3"/>
                <p:cNvSpPr/>
                <p:nvPr/>
              </p:nvSpPr>
              <p:spPr>
                <a:xfrm>
                  <a:off x="2028363" y="2291632"/>
                  <a:ext cx="207300" cy="213159"/>
                </a:xfrm>
                <a:custGeom>
                  <a:avLst/>
                  <a:gdLst/>
                  <a:ahLst/>
                  <a:cxnLst/>
                  <a:rect l="l" t="t" r="r" b="b"/>
                  <a:pathLst>
                    <a:path w="9341" h="9605" extrusionOk="0">
                      <a:moveTo>
                        <a:pt x="9341" y="1"/>
                      </a:moveTo>
                      <a:cubicBezTo>
                        <a:pt x="4474" y="865"/>
                        <a:pt x="931" y="4927"/>
                        <a:pt x="1" y="9604"/>
                      </a:cubicBezTo>
                      <a:lnTo>
                        <a:pt x="9341" y="9604"/>
                      </a:lnTo>
                      <a:lnTo>
                        <a:pt x="93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3"/>
                <p:cNvSpPr/>
                <p:nvPr/>
              </p:nvSpPr>
              <p:spPr>
                <a:xfrm>
                  <a:off x="1623201" y="1930145"/>
                  <a:ext cx="647710" cy="609850"/>
                </a:xfrm>
                <a:custGeom>
                  <a:avLst/>
                  <a:gdLst/>
                  <a:ahLst/>
                  <a:cxnLst/>
                  <a:rect l="l" t="t" r="r" b="b"/>
                  <a:pathLst>
                    <a:path w="29186" h="27480" extrusionOk="0">
                      <a:moveTo>
                        <a:pt x="26011" y="3174"/>
                      </a:moveTo>
                      <a:lnTo>
                        <a:pt x="26011" y="24305"/>
                      </a:lnTo>
                      <a:lnTo>
                        <a:pt x="3175" y="24305"/>
                      </a:lnTo>
                      <a:lnTo>
                        <a:pt x="3175" y="3174"/>
                      </a:lnTo>
                      <a:close/>
                      <a:moveTo>
                        <a:pt x="1" y="0"/>
                      </a:moveTo>
                      <a:lnTo>
                        <a:pt x="1" y="27480"/>
                      </a:lnTo>
                      <a:lnTo>
                        <a:pt x="29186" y="27480"/>
                      </a:lnTo>
                      <a:lnTo>
                        <a:pt x="2918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 name="Google Shape;295;p33"/>
              <p:cNvGrpSpPr/>
              <p:nvPr/>
            </p:nvGrpSpPr>
            <p:grpSpPr>
              <a:xfrm>
                <a:off x="2402677" y="1400288"/>
                <a:ext cx="879245" cy="826249"/>
                <a:chOff x="2402677" y="1400288"/>
                <a:chExt cx="879245" cy="826249"/>
              </a:xfrm>
            </p:grpSpPr>
            <p:sp>
              <p:nvSpPr>
                <p:cNvPr id="296" name="Google Shape;296;p33"/>
                <p:cNvSpPr/>
                <p:nvPr/>
              </p:nvSpPr>
              <p:spPr>
                <a:xfrm>
                  <a:off x="2437874" y="1435529"/>
                  <a:ext cx="808806" cy="755766"/>
                </a:xfrm>
                <a:custGeom>
                  <a:avLst/>
                  <a:gdLst/>
                  <a:ahLst/>
                  <a:cxnLst/>
                  <a:rect l="l" t="t" r="r" b="b"/>
                  <a:pathLst>
                    <a:path w="36445" h="34055" extrusionOk="0">
                      <a:moveTo>
                        <a:pt x="1" y="1"/>
                      </a:moveTo>
                      <a:lnTo>
                        <a:pt x="1" y="34055"/>
                      </a:lnTo>
                      <a:lnTo>
                        <a:pt x="36445" y="34055"/>
                      </a:lnTo>
                      <a:lnTo>
                        <a:pt x="36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3"/>
                <p:cNvSpPr/>
                <p:nvPr/>
              </p:nvSpPr>
              <p:spPr>
                <a:xfrm>
                  <a:off x="2663612" y="1435529"/>
                  <a:ext cx="583086" cy="601461"/>
                </a:xfrm>
                <a:custGeom>
                  <a:avLst/>
                  <a:gdLst/>
                  <a:ahLst/>
                  <a:cxnLst/>
                  <a:rect l="l" t="t" r="r" b="b"/>
                  <a:pathLst>
                    <a:path w="26274" h="27102" extrusionOk="0">
                      <a:moveTo>
                        <a:pt x="0" y="1"/>
                      </a:moveTo>
                      <a:cubicBezTo>
                        <a:pt x="292" y="3003"/>
                        <a:pt x="1179" y="5759"/>
                        <a:pt x="3060" y="8267"/>
                      </a:cubicBezTo>
                      <a:cubicBezTo>
                        <a:pt x="4507" y="10679"/>
                        <a:pt x="6834" y="11038"/>
                        <a:pt x="9328" y="11038"/>
                      </a:cubicBezTo>
                      <a:cubicBezTo>
                        <a:pt x="10386" y="11038"/>
                        <a:pt x="11473" y="10974"/>
                        <a:pt x="12536" y="10974"/>
                      </a:cubicBezTo>
                      <a:cubicBezTo>
                        <a:pt x="13090" y="10974"/>
                        <a:pt x="13638" y="10991"/>
                        <a:pt x="14171" y="11045"/>
                      </a:cubicBezTo>
                      <a:cubicBezTo>
                        <a:pt x="20917" y="11838"/>
                        <a:pt x="14964" y="21759"/>
                        <a:pt x="18536" y="24934"/>
                      </a:cubicBezTo>
                      <a:cubicBezTo>
                        <a:pt x="20074" y="26471"/>
                        <a:pt x="21736" y="27101"/>
                        <a:pt x="23465" y="27101"/>
                      </a:cubicBezTo>
                      <a:cubicBezTo>
                        <a:pt x="24385" y="27101"/>
                        <a:pt x="25324" y="26923"/>
                        <a:pt x="26274" y="26608"/>
                      </a:cubicBezTo>
                      <a:lnTo>
                        <a:pt x="2627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3"/>
                <p:cNvSpPr/>
                <p:nvPr/>
              </p:nvSpPr>
              <p:spPr>
                <a:xfrm>
                  <a:off x="2437874" y="1666215"/>
                  <a:ext cx="665220" cy="525075"/>
                </a:xfrm>
                <a:custGeom>
                  <a:avLst/>
                  <a:gdLst/>
                  <a:ahLst/>
                  <a:cxnLst/>
                  <a:rect l="l" t="t" r="r" b="b"/>
                  <a:pathLst>
                    <a:path w="29975" h="23660" extrusionOk="0">
                      <a:moveTo>
                        <a:pt x="6869" y="1"/>
                      </a:moveTo>
                      <a:cubicBezTo>
                        <a:pt x="4602" y="1"/>
                        <a:pt x="2252" y="613"/>
                        <a:pt x="1" y="1472"/>
                      </a:cubicBezTo>
                      <a:lnTo>
                        <a:pt x="1" y="23660"/>
                      </a:lnTo>
                      <a:lnTo>
                        <a:pt x="29974" y="23660"/>
                      </a:lnTo>
                      <a:cubicBezTo>
                        <a:pt x="29531" y="21531"/>
                        <a:pt x="28658" y="19598"/>
                        <a:pt x="26724" y="18110"/>
                      </a:cubicBezTo>
                      <a:cubicBezTo>
                        <a:pt x="25242" y="16957"/>
                        <a:pt x="23555" y="16693"/>
                        <a:pt x="21777" y="16693"/>
                      </a:cubicBezTo>
                      <a:cubicBezTo>
                        <a:pt x="20268" y="16693"/>
                        <a:pt x="18693" y="16883"/>
                        <a:pt x="17121" y="16883"/>
                      </a:cubicBezTo>
                      <a:cubicBezTo>
                        <a:pt x="16081" y="16883"/>
                        <a:pt x="15042" y="16800"/>
                        <a:pt x="14024" y="16522"/>
                      </a:cubicBezTo>
                      <a:cubicBezTo>
                        <a:pt x="11247" y="15332"/>
                        <a:pt x="12041" y="12555"/>
                        <a:pt x="12834" y="10174"/>
                      </a:cubicBezTo>
                      <a:cubicBezTo>
                        <a:pt x="14422" y="6205"/>
                        <a:pt x="13231" y="1443"/>
                        <a:pt x="9262" y="253"/>
                      </a:cubicBezTo>
                      <a:cubicBezTo>
                        <a:pt x="8481" y="79"/>
                        <a:pt x="7680" y="1"/>
                        <a:pt x="68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3"/>
                <p:cNvSpPr/>
                <p:nvPr/>
              </p:nvSpPr>
              <p:spPr>
                <a:xfrm>
                  <a:off x="2402677" y="1400288"/>
                  <a:ext cx="879245" cy="826249"/>
                </a:xfrm>
                <a:custGeom>
                  <a:avLst/>
                  <a:gdLst/>
                  <a:ahLst/>
                  <a:cxnLst/>
                  <a:rect l="l" t="t" r="r" b="b"/>
                  <a:pathLst>
                    <a:path w="39619" h="37231" extrusionOk="0">
                      <a:moveTo>
                        <a:pt x="36444" y="3176"/>
                      </a:moveTo>
                      <a:lnTo>
                        <a:pt x="36444" y="34056"/>
                      </a:lnTo>
                      <a:lnTo>
                        <a:pt x="3174" y="34056"/>
                      </a:lnTo>
                      <a:lnTo>
                        <a:pt x="3174" y="3176"/>
                      </a:lnTo>
                      <a:close/>
                      <a:moveTo>
                        <a:pt x="0" y="1"/>
                      </a:moveTo>
                      <a:lnTo>
                        <a:pt x="0" y="37231"/>
                      </a:lnTo>
                      <a:lnTo>
                        <a:pt x="39618" y="37231"/>
                      </a:lnTo>
                      <a:lnTo>
                        <a:pt x="396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0" name="Google Shape;300;p33"/>
            <p:cNvGrpSpPr/>
            <p:nvPr/>
          </p:nvGrpSpPr>
          <p:grpSpPr>
            <a:xfrm>
              <a:off x="886600" y="2083936"/>
              <a:ext cx="3137921" cy="2675482"/>
              <a:chOff x="886600" y="2083936"/>
              <a:chExt cx="3137921" cy="2675482"/>
            </a:xfrm>
          </p:grpSpPr>
          <p:sp>
            <p:nvSpPr>
              <p:cNvPr id="301" name="Google Shape;301;p33"/>
              <p:cNvSpPr/>
              <p:nvPr/>
            </p:nvSpPr>
            <p:spPr>
              <a:xfrm>
                <a:off x="886600" y="3482126"/>
                <a:ext cx="3043945" cy="1117548"/>
              </a:xfrm>
              <a:custGeom>
                <a:avLst/>
                <a:gdLst/>
                <a:ahLst/>
                <a:cxnLst/>
                <a:rect l="l" t="t" r="r" b="b"/>
                <a:pathLst>
                  <a:path w="137161" h="50357" extrusionOk="0">
                    <a:moveTo>
                      <a:pt x="54608" y="0"/>
                    </a:moveTo>
                    <a:cubicBezTo>
                      <a:pt x="35108" y="0"/>
                      <a:pt x="18099" y="137"/>
                      <a:pt x="14828" y="586"/>
                    </a:cubicBezTo>
                    <a:cubicBezTo>
                      <a:pt x="6467" y="1736"/>
                      <a:pt x="0" y="6158"/>
                      <a:pt x="4719" y="12227"/>
                    </a:cubicBezTo>
                    <a:cubicBezTo>
                      <a:pt x="14145" y="24349"/>
                      <a:pt x="10034" y="50357"/>
                      <a:pt x="10034" y="50357"/>
                    </a:cubicBezTo>
                    <a:lnTo>
                      <a:pt x="129035" y="50357"/>
                    </a:lnTo>
                    <a:cubicBezTo>
                      <a:pt x="129035" y="50357"/>
                      <a:pt x="128238" y="29759"/>
                      <a:pt x="129234" y="24784"/>
                    </a:cubicBezTo>
                    <a:cubicBezTo>
                      <a:pt x="130229" y="19809"/>
                      <a:pt x="137161" y="14607"/>
                      <a:pt x="133291" y="6075"/>
                    </a:cubicBezTo>
                    <a:cubicBezTo>
                      <a:pt x="131284" y="1650"/>
                      <a:pt x="119689" y="332"/>
                      <a:pt x="119689" y="332"/>
                    </a:cubicBezTo>
                    <a:lnTo>
                      <a:pt x="121364" y="332"/>
                    </a:lnTo>
                    <a:cubicBezTo>
                      <a:pt x="121364" y="332"/>
                      <a:pt x="84967" y="0"/>
                      <a:pt x="5460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3"/>
              <p:cNvSpPr/>
              <p:nvPr/>
            </p:nvSpPr>
            <p:spPr>
              <a:xfrm>
                <a:off x="886600" y="3482103"/>
                <a:ext cx="3043945" cy="755055"/>
              </a:xfrm>
              <a:custGeom>
                <a:avLst/>
                <a:gdLst/>
                <a:ahLst/>
                <a:cxnLst/>
                <a:rect l="l" t="t" r="r" b="b"/>
                <a:pathLst>
                  <a:path w="137161" h="34023" extrusionOk="0">
                    <a:moveTo>
                      <a:pt x="54651" y="1"/>
                    </a:moveTo>
                    <a:cubicBezTo>
                      <a:pt x="35132" y="1"/>
                      <a:pt x="18101" y="138"/>
                      <a:pt x="14827" y="587"/>
                    </a:cubicBezTo>
                    <a:cubicBezTo>
                      <a:pt x="6464" y="1737"/>
                      <a:pt x="0" y="6159"/>
                      <a:pt x="4719" y="12227"/>
                    </a:cubicBezTo>
                    <a:cubicBezTo>
                      <a:pt x="8143" y="16632"/>
                      <a:pt x="9780" y="27866"/>
                      <a:pt x="10478" y="34023"/>
                    </a:cubicBezTo>
                    <a:lnTo>
                      <a:pt x="128844" y="34023"/>
                    </a:lnTo>
                    <a:cubicBezTo>
                      <a:pt x="128922" y="32215"/>
                      <a:pt x="129046" y="25724"/>
                      <a:pt x="129234" y="24785"/>
                    </a:cubicBezTo>
                    <a:cubicBezTo>
                      <a:pt x="130229" y="19810"/>
                      <a:pt x="137161" y="14608"/>
                      <a:pt x="133291" y="6076"/>
                    </a:cubicBezTo>
                    <a:cubicBezTo>
                      <a:pt x="131284" y="1651"/>
                      <a:pt x="119689" y="332"/>
                      <a:pt x="119689" y="332"/>
                    </a:cubicBezTo>
                    <a:lnTo>
                      <a:pt x="121363" y="332"/>
                    </a:lnTo>
                    <a:cubicBezTo>
                      <a:pt x="121363" y="332"/>
                      <a:pt x="85000" y="1"/>
                      <a:pt x="546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3"/>
              <p:cNvSpPr/>
              <p:nvPr/>
            </p:nvSpPr>
            <p:spPr>
              <a:xfrm>
                <a:off x="1185239" y="3147447"/>
                <a:ext cx="2409573" cy="878068"/>
              </a:xfrm>
              <a:custGeom>
                <a:avLst/>
                <a:gdLst/>
                <a:ahLst/>
                <a:cxnLst/>
                <a:rect l="l" t="t" r="r" b="b"/>
                <a:pathLst>
                  <a:path w="108576" h="39566" extrusionOk="0">
                    <a:moveTo>
                      <a:pt x="79246" y="0"/>
                    </a:moveTo>
                    <a:cubicBezTo>
                      <a:pt x="64677" y="0"/>
                      <a:pt x="42243" y="119"/>
                      <a:pt x="27164" y="119"/>
                    </a:cubicBezTo>
                    <a:cubicBezTo>
                      <a:pt x="21761" y="119"/>
                      <a:pt x="17302" y="104"/>
                      <a:pt x="14488" y="63"/>
                    </a:cubicBezTo>
                    <a:cubicBezTo>
                      <a:pt x="14320" y="60"/>
                      <a:pt x="14155" y="59"/>
                      <a:pt x="13992" y="59"/>
                    </a:cubicBezTo>
                    <a:cubicBezTo>
                      <a:pt x="942" y="59"/>
                      <a:pt x="438" y="7824"/>
                      <a:pt x="438" y="7824"/>
                    </a:cubicBezTo>
                    <a:lnTo>
                      <a:pt x="0" y="38918"/>
                    </a:lnTo>
                    <a:lnTo>
                      <a:pt x="108575" y="39566"/>
                    </a:lnTo>
                    <a:cubicBezTo>
                      <a:pt x="108575" y="39566"/>
                      <a:pt x="108024" y="15784"/>
                      <a:pt x="107824" y="9416"/>
                    </a:cubicBezTo>
                    <a:cubicBezTo>
                      <a:pt x="107625" y="3048"/>
                      <a:pt x="103048" y="262"/>
                      <a:pt x="91306" y="59"/>
                    </a:cubicBezTo>
                    <a:cubicBezTo>
                      <a:pt x="88822" y="16"/>
                      <a:pt x="84557" y="0"/>
                      <a:pt x="792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3"/>
              <p:cNvSpPr/>
              <p:nvPr/>
            </p:nvSpPr>
            <p:spPr>
              <a:xfrm>
                <a:off x="1185239" y="3147447"/>
                <a:ext cx="2390953" cy="864176"/>
              </a:xfrm>
              <a:custGeom>
                <a:avLst/>
                <a:gdLst/>
                <a:ahLst/>
                <a:cxnLst/>
                <a:rect l="l" t="t" r="r" b="b"/>
                <a:pathLst>
                  <a:path w="107737" h="38940" extrusionOk="0">
                    <a:moveTo>
                      <a:pt x="79280" y="1"/>
                    </a:moveTo>
                    <a:cubicBezTo>
                      <a:pt x="64722" y="1"/>
                      <a:pt x="42289" y="119"/>
                      <a:pt x="27198" y="119"/>
                    </a:cubicBezTo>
                    <a:cubicBezTo>
                      <a:pt x="21780" y="119"/>
                      <a:pt x="17308" y="104"/>
                      <a:pt x="14488" y="63"/>
                    </a:cubicBezTo>
                    <a:cubicBezTo>
                      <a:pt x="14321" y="60"/>
                      <a:pt x="14157" y="59"/>
                      <a:pt x="13994" y="59"/>
                    </a:cubicBezTo>
                    <a:cubicBezTo>
                      <a:pt x="942" y="59"/>
                      <a:pt x="438" y="7824"/>
                      <a:pt x="438" y="7824"/>
                    </a:cubicBezTo>
                    <a:lnTo>
                      <a:pt x="0" y="38918"/>
                    </a:lnTo>
                    <a:lnTo>
                      <a:pt x="3660" y="38940"/>
                    </a:lnTo>
                    <a:lnTo>
                      <a:pt x="4017" y="13508"/>
                    </a:lnTo>
                    <a:cubicBezTo>
                      <a:pt x="4017" y="13508"/>
                      <a:pt x="4521" y="5744"/>
                      <a:pt x="17571" y="5744"/>
                    </a:cubicBezTo>
                    <a:cubicBezTo>
                      <a:pt x="17734" y="5744"/>
                      <a:pt x="17899" y="5745"/>
                      <a:pt x="18067" y="5747"/>
                    </a:cubicBezTo>
                    <a:cubicBezTo>
                      <a:pt x="20880" y="5789"/>
                      <a:pt x="25337" y="5804"/>
                      <a:pt x="30738" y="5804"/>
                    </a:cubicBezTo>
                    <a:cubicBezTo>
                      <a:pt x="45842" y="5804"/>
                      <a:pt x="68329" y="5685"/>
                      <a:pt x="82898" y="5685"/>
                    </a:cubicBezTo>
                    <a:cubicBezTo>
                      <a:pt x="88175" y="5685"/>
                      <a:pt x="92413" y="5700"/>
                      <a:pt x="94886" y="5743"/>
                    </a:cubicBezTo>
                    <a:cubicBezTo>
                      <a:pt x="100959" y="5849"/>
                      <a:pt x="105111" y="6646"/>
                      <a:pt x="107736" y="8271"/>
                    </a:cubicBezTo>
                    <a:cubicBezTo>
                      <a:pt x="107030" y="2712"/>
                      <a:pt x="102320" y="250"/>
                      <a:pt x="91306" y="59"/>
                    </a:cubicBezTo>
                    <a:cubicBezTo>
                      <a:pt x="88828" y="17"/>
                      <a:pt x="84575" y="1"/>
                      <a:pt x="792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3"/>
              <p:cNvSpPr/>
              <p:nvPr/>
            </p:nvSpPr>
            <p:spPr>
              <a:xfrm>
                <a:off x="1185239" y="3864340"/>
                <a:ext cx="2409573" cy="161162"/>
              </a:xfrm>
              <a:custGeom>
                <a:avLst/>
                <a:gdLst/>
                <a:ahLst/>
                <a:cxnLst/>
                <a:rect l="l" t="t" r="r" b="b"/>
                <a:pathLst>
                  <a:path w="108576" h="7262" extrusionOk="0">
                    <a:moveTo>
                      <a:pt x="94" y="0"/>
                    </a:moveTo>
                    <a:lnTo>
                      <a:pt x="0" y="6614"/>
                    </a:lnTo>
                    <a:lnTo>
                      <a:pt x="108575" y="7262"/>
                    </a:lnTo>
                    <a:cubicBezTo>
                      <a:pt x="108575" y="7262"/>
                      <a:pt x="108504" y="4210"/>
                      <a:pt x="10840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3"/>
              <p:cNvSpPr/>
              <p:nvPr/>
            </p:nvSpPr>
            <p:spPr>
              <a:xfrm>
                <a:off x="3461530" y="3551210"/>
                <a:ext cx="446957" cy="1048440"/>
              </a:xfrm>
              <a:custGeom>
                <a:avLst/>
                <a:gdLst/>
                <a:ahLst/>
                <a:cxnLst/>
                <a:rect l="l" t="t" r="r" b="b"/>
                <a:pathLst>
                  <a:path w="20140" h="47243" extrusionOk="0">
                    <a:moveTo>
                      <a:pt x="12914" y="0"/>
                    </a:moveTo>
                    <a:cubicBezTo>
                      <a:pt x="7917" y="0"/>
                      <a:pt x="4173" y="8880"/>
                      <a:pt x="2183" y="14669"/>
                    </a:cubicBezTo>
                    <a:cubicBezTo>
                      <a:pt x="1" y="21018"/>
                      <a:pt x="397" y="47243"/>
                      <a:pt x="397" y="47243"/>
                    </a:cubicBezTo>
                    <a:lnTo>
                      <a:pt x="13889" y="47243"/>
                    </a:lnTo>
                    <a:cubicBezTo>
                      <a:pt x="13889" y="47243"/>
                      <a:pt x="13228" y="32394"/>
                      <a:pt x="13161" y="28558"/>
                    </a:cubicBezTo>
                    <a:cubicBezTo>
                      <a:pt x="13096" y="24722"/>
                      <a:pt x="13130" y="22099"/>
                      <a:pt x="16270" y="16455"/>
                    </a:cubicBezTo>
                    <a:cubicBezTo>
                      <a:pt x="19411" y="10811"/>
                      <a:pt x="20139" y="2268"/>
                      <a:pt x="14399" y="260"/>
                    </a:cubicBezTo>
                    <a:cubicBezTo>
                      <a:pt x="13892" y="83"/>
                      <a:pt x="13397" y="0"/>
                      <a:pt x="129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3"/>
              <p:cNvSpPr/>
              <p:nvPr/>
            </p:nvSpPr>
            <p:spPr>
              <a:xfrm>
                <a:off x="910212" y="3551210"/>
                <a:ext cx="446979" cy="1048440"/>
              </a:xfrm>
              <a:custGeom>
                <a:avLst/>
                <a:gdLst/>
                <a:ahLst/>
                <a:cxnLst/>
                <a:rect l="l" t="t" r="r" b="b"/>
                <a:pathLst>
                  <a:path w="20141" h="47243" extrusionOk="0">
                    <a:moveTo>
                      <a:pt x="7227" y="0"/>
                    </a:moveTo>
                    <a:cubicBezTo>
                      <a:pt x="6744" y="0"/>
                      <a:pt x="6249" y="83"/>
                      <a:pt x="5742" y="260"/>
                    </a:cubicBezTo>
                    <a:cubicBezTo>
                      <a:pt x="1" y="2268"/>
                      <a:pt x="730" y="10811"/>
                      <a:pt x="3870" y="16455"/>
                    </a:cubicBezTo>
                    <a:cubicBezTo>
                      <a:pt x="7011" y="22099"/>
                      <a:pt x="7045" y="24722"/>
                      <a:pt x="6978" y="28558"/>
                    </a:cubicBezTo>
                    <a:cubicBezTo>
                      <a:pt x="6913" y="32394"/>
                      <a:pt x="6251" y="47243"/>
                      <a:pt x="6251" y="47243"/>
                    </a:cubicBezTo>
                    <a:lnTo>
                      <a:pt x="19743" y="47243"/>
                    </a:lnTo>
                    <a:cubicBezTo>
                      <a:pt x="19743" y="47243"/>
                      <a:pt x="20140" y="21018"/>
                      <a:pt x="17957" y="14669"/>
                    </a:cubicBezTo>
                    <a:cubicBezTo>
                      <a:pt x="15968" y="8880"/>
                      <a:pt x="12223" y="0"/>
                      <a:pt x="722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3"/>
              <p:cNvSpPr/>
              <p:nvPr/>
            </p:nvSpPr>
            <p:spPr>
              <a:xfrm>
                <a:off x="2480106" y="4451875"/>
                <a:ext cx="337148" cy="259430"/>
              </a:xfrm>
              <a:custGeom>
                <a:avLst/>
                <a:gdLst/>
                <a:ahLst/>
                <a:cxnLst/>
                <a:rect l="l" t="t" r="r" b="b"/>
                <a:pathLst>
                  <a:path w="15192" h="11690" extrusionOk="0">
                    <a:moveTo>
                      <a:pt x="5594" y="0"/>
                    </a:moveTo>
                    <a:lnTo>
                      <a:pt x="1415" y="464"/>
                    </a:lnTo>
                    <a:cubicBezTo>
                      <a:pt x="1415" y="464"/>
                      <a:pt x="1515" y="2959"/>
                      <a:pt x="757" y="3939"/>
                    </a:cubicBezTo>
                    <a:cubicBezTo>
                      <a:pt x="1" y="4920"/>
                      <a:pt x="747" y="6789"/>
                      <a:pt x="2644" y="7454"/>
                    </a:cubicBezTo>
                    <a:cubicBezTo>
                      <a:pt x="4542" y="8120"/>
                      <a:pt x="5742" y="10378"/>
                      <a:pt x="8071" y="11365"/>
                    </a:cubicBezTo>
                    <a:cubicBezTo>
                      <a:pt x="8608" y="11593"/>
                      <a:pt x="9228" y="11690"/>
                      <a:pt x="9870" y="11690"/>
                    </a:cubicBezTo>
                    <a:cubicBezTo>
                      <a:pt x="12014" y="11690"/>
                      <a:pt x="14403" y="10609"/>
                      <a:pt x="14745" y="9696"/>
                    </a:cubicBezTo>
                    <a:cubicBezTo>
                      <a:pt x="15191" y="8509"/>
                      <a:pt x="12563" y="8894"/>
                      <a:pt x="10496" y="7972"/>
                    </a:cubicBezTo>
                    <a:cubicBezTo>
                      <a:pt x="8428" y="7051"/>
                      <a:pt x="5594" y="0"/>
                      <a:pt x="5594" y="0"/>
                    </a:cubicBez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3"/>
              <p:cNvSpPr/>
              <p:nvPr/>
            </p:nvSpPr>
            <p:spPr>
              <a:xfrm>
                <a:off x="2480106" y="4506667"/>
                <a:ext cx="337126" cy="204637"/>
              </a:xfrm>
              <a:custGeom>
                <a:avLst/>
                <a:gdLst/>
                <a:ahLst/>
                <a:cxnLst/>
                <a:rect l="l" t="t" r="r" b="b"/>
                <a:pathLst>
                  <a:path w="15191" h="9221" extrusionOk="0">
                    <a:moveTo>
                      <a:pt x="1286" y="0"/>
                    </a:moveTo>
                    <a:cubicBezTo>
                      <a:pt x="1191" y="562"/>
                      <a:pt x="1031" y="1116"/>
                      <a:pt x="757" y="1470"/>
                    </a:cubicBezTo>
                    <a:cubicBezTo>
                      <a:pt x="1" y="2451"/>
                      <a:pt x="746" y="4319"/>
                      <a:pt x="2644" y="4985"/>
                    </a:cubicBezTo>
                    <a:cubicBezTo>
                      <a:pt x="4542" y="5652"/>
                      <a:pt x="5742" y="7910"/>
                      <a:pt x="8071" y="8896"/>
                    </a:cubicBezTo>
                    <a:cubicBezTo>
                      <a:pt x="8608" y="9124"/>
                      <a:pt x="9228" y="9221"/>
                      <a:pt x="9870" y="9221"/>
                    </a:cubicBezTo>
                    <a:cubicBezTo>
                      <a:pt x="12014" y="9221"/>
                      <a:pt x="14403" y="8140"/>
                      <a:pt x="14745" y="7227"/>
                    </a:cubicBezTo>
                    <a:cubicBezTo>
                      <a:pt x="15190" y="6040"/>
                      <a:pt x="12562" y="6425"/>
                      <a:pt x="10496" y="5503"/>
                    </a:cubicBezTo>
                    <a:cubicBezTo>
                      <a:pt x="9710" y="5153"/>
                      <a:pt x="8815" y="3919"/>
                      <a:pt x="8006" y="2523"/>
                    </a:cubicBezTo>
                    <a:cubicBezTo>
                      <a:pt x="7346" y="3047"/>
                      <a:pt x="6687" y="3265"/>
                      <a:pt x="6045" y="3265"/>
                    </a:cubicBezTo>
                    <a:cubicBezTo>
                      <a:pt x="4187" y="3265"/>
                      <a:pt x="2472" y="1446"/>
                      <a:pt x="128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3"/>
              <p:cNvSpPr/>
              <p:nvPr/>
            </p:nvSpPr>
            <p:spPr>
              <a:xfrm>
                <a:off x="2483479" y="4545792"/>
                <a:ext cx="326696" cy="165512"/>
              </a:xfrm>
              <a:custGeom>
                <a:avLst/>
                <a:gdLst/>
                <a:ahLst/>
                <a:cxnLst/>
                <a:rect l="l" t="t" r="r" b="b"/>
                <a:pathLst>
                  <a:path w="14721" h="7458" extrusionOk="0">
                    <a:moveTo>
                      <a:pt x="440" y="0"/>
                    </a:moveTo>
                    <a:lnTo>
                      <a:pt x="440" y="0"/>
                    </a:lnTo>
                    <a:cubicBezTo>
                      <a:pt x="0" y="1022"/>
                      <a:pt x="768" y="2617"/>
                      <a:pt x="2492" y="3222"/>
                    </a:cubicBezTo>
                    <a:cubicBezTo>
                      <a:pt x="4390" y="3887"/>
                      <a:pt x="5590" y="6146"/>
                      <a:pt x="7919" y="7133"/>
                    </a:cubicBezTo>
                    <a:cubicBezTo>
                      <a:pt x="8456" y="7361"/>
                      <a:pt x="9076" y="7458"/>
                      <a:pt x="9718" y="7458"/>
                    </a:cubicBezTo>
                    <a:cubicBezTo>
                      <a:pt x="11862" y="7458"/>
                      <a:pt x="14251" y="6377"/>
                      <a:pt x="14593" y="5463"/>
                    </a:cubicBezTo>
                    <a:cubicBezTo>
                      <a:pt x="14720" y="5127"/>
                      <a:pt x="14593" y="4919"/>
                      <a:pt x="14307" y="4770"/>
                    </a:cubicBezTo>
                    <a:cubicBezTo>
                      <a:pt x="13507" y="5549"/>
                      <a:pt x="11550" y="6301"/>
                      <a:pt x="9762" y="6301"/>
                    </a:cubicBezTo>
                    <a:cubicBezTo>
                      <a:pt x="9120" y="6301"/>
                      <a:pt x="8500" y="6204"/>
                      <a:pt x="7964" y="5977"/>
                    </a:cubicBezTo>
                    <a:cubicBezTo>
                      <a:pt x="5635" y="4990"/>
                      <a:pt x="4435" y="2730"/>
                      <a:pt x="2538" y="2064"/>
                    </a:cubicBezTo>
                    <a:cubicBezTo>
                      <a:pt x="1390" y="1662"/>
                      <a:pt x="667" y="820"/>
                      <a:pt x="44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3"/>
              <p:cNvSpPr/>
              <p:nvPr/>
            </p:nvSpPr>
            <p:spPr>
              <a:xfrm>
                <a:off x="2511485" y="4462105"/>
                <a:ext cx="399" cy="3906"/>
              </a:xfrm>
              <a:custGeom>
                <a:avLst/>
                <a:gdLst/>
                <a:ahLst/>
                <a:cxnLst/>
                <a:rect l="l" t="t" r="r" b="b"/>
                <a:pathLst>
                  <a:path w="18" h="176" extrusionOk="0">
                    <a:moveTo>
                      <a:pt x="18" y="0"/>
                    </a:moveTo>
                    <a:lnTo>
                      <a:pt x="1" y="3"/>
                    </a:lnTo>
                    <a:cubicBezTo>
                      <a:pt x="1" y="3"/>
                      <a:pt x="3" y="69"/>
                      <a:pt x="4" y="176"/>
                    </a:cubicBezTo>
                    <a:cubicBezTo>
                      <a:pt x="10" y="117"/>
                      <a:pt x="14" y="58"/>
                      <a:pt x="18" y="0"/>
                    </a:cubicBezTo>
                    <a:close/>
                  </a:path>
                </a:pathLst>
              </a:custGeom>
              <a:solidFill>
                <a:srgbClr val="9B83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3"/>
              <p:cNvSpPr/>
              <p:nvPr/>
            </p:nvSpPr>
            <p:spPr>
              <a:xfrm>
                <a:off x="2319523" y="4451875"/>
                <a:ext cx="304437" cy="307544"/>
              </a:xfrm>
              <a:custGeom>
                <a:avLst/>
                <a:gdLst/>
                <a:ahLst/>
                <a:cxnLst/>
                <a:rect l="l" t="t" r="r" b="b"/>
                <a:pathLst>
                  <a:path w="13718" h="13858" extrusionOk="0">
                    <a:moveTo>
                      <a:pt x="3446" y="0"/>
                    </a:moveTo>
                    <a:cubicBezTo>
                      <a:pt x="3446" y="0"/>
                      <a:pt x="2701" y="2383"/>
                      <a:pt x="1659" y="3053"/>
                    </a:cubicBezTo>
                    <a:cubicBezTo>
                      <a:pt x="617" y="3722"/>
                      <a:pt x="0" y="5663"/>
                      <a:pt x="1564" y="6929"/>
                    </a:cubicBezTo>
                    <a:cubicBezTo>
                      <a:pt x="3127" y="8193"/>
                      <a:pt x="4190" y="10792"/>
                      <a:pt x="6051" y="12505"/>
                    </a:cubicBezTo>
                    <a:cubicBezTo>
                      <a:pt x="7087" y="13458"/>
                      <a:pt x="8838" y="13858"/>
                      <a:pt x="10328" y="13858"/>
                    </a:cubicBezTo>
                    <a:cubicBezTo>
                      <a:pt x="11515" y="13858"/>
                      <a:pt x="12536" y="13604"/>
                      <a:pt x="12899" y="13175"/>
                    </a:cubicBezTo>
                    <a:cubicBezTo>
                      <a:pt x="13717" y="12207"/>
                      <a:pt x="11112" y="11687"/>
                      <a:pt x="9475" y="10124"/>
                    </a:cubicBezTo>
                    <a:cubicBezTo>
                      <a:pt x="7838" y="8560"/>
                      <a:pt x="7538" y="968"/>
                      <a:pt x="7538" y="968"/>
                    </a:cubicBezTo>
                    <a:lnTo>
                      <a:pt x="3446" y="0"/>
                    </a:ln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3"/>
              <p:cNvSpPr/>
              <p:nvPr/>
            </p:nvSpPr>
            <p:spPr>
              <a:xfrm>
                <a:off x="2319523" y="4503360"/>
                <a:ext cx="304415" cy="256035"/>
              </a:xfrm>
              <a:custGeom>
                <a:avLst/>
                <a:gdLst/>
                <a:ahLst/>
                <a:cxnLst/>
                <a:rect l="l" t="t" r="r" b="b"/>
                <a:pathLst>
                  <a:path w="13717" h="11537" extrusionOk="0">
                    <a:moveTo>
                      <a:pt x="2356" y="0"/>
                    </a:moveTo>
                    <a:cubicBezTo>
                      <a:pt x="2145" y="306"/>
                      <a:pt x="1911" y="569"/>
                      <a:pt x="1659" y="731"/>
                    </a:cubicBezTo>
                    <a:cubicBezTo>
                      <a:pt x="616" y="1402"/>
                      <a:pt x="0" y="3343"/>
                      <a:pt x="1563" y="4608"/>
                    </a:cubicBezTo>
                    <a:cubicBezTo>
                      <a:pt x="3126" y="5873"/>
                      <a:pt x="4189" y="8473"/>
                      <a:pt x="6051" y="10184"/>
                    </a:cubicBezTo>
                    <a:cubicBezTo>
                      <a:pt x="7087" y="11137"/>
                      <a:pt x="8839" y="11537"/>
                      <a:pt x="10329" y="11537"/>
                    </a:cubicBezTo>
                    <a:cubicBezTo>
                      <a:pt x="11515" y="11537"/>
                      <a:pt x="12535" y="11283"/>
                      <a:pt x="12898" y="10854"/>
                    </a:cubicBezTo>
                    <a:cubicBezTo>
                      <a:pt x="13716" y="9885"/>
                      <a:pt x="11112" y="9366"/>
                      <a:pt x="9475" y="7804"/>
                    </a:cubicBezTo>
                    <a:cubicBezTo>
                      <a:pt x="8966" y="7317"/>
                      <a:pt x="8586" y="6248"/>
                      <a:pt x="8304" y="5005"/>
                    </a:cubicBezTo>
                    <a:cubicBezTo>
                      <a:pt x="8041" y="5420"/>
                      <a:pt x="7638" y="5656"/>
                      <a:pt x="7181" y="5656"/>
                    </a:cubicBezTo>
                    <a:cubicBezTo>
                      <a:pt x="6885" y="5656"/>
                      <a:pt x="6566" y="5557"/>
                      <a:pt x="6247" y="5344"/>
                    </a:cubicBezTo>
                    <a:cubicBezTo>
                      <a:pt x="4324" y="3806"/>
                      <a:pt x="3151" y="2261"/>
                      <a:pt x="235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3"/>
              <p:cNvSpPr/>
              <p:nvPr/>
            </p:nvSpPr>
            <p:spPr>
              <a:xfrm>
                <a:off x="2329377" y="4540244"/>
                <a:ext cx="282089" cy="219173"/>
              </a:xfrm>
              <a:custGeom>
                <a:avLst/>
                <a:gdLst/>
                <a:ahLst/>
                <a:cxnLst/>
                <a:rect l="l" t="t" r="r" b="b"/>
                <a:pathLst>
                  <a:path w="12711" h="9876" extrusionOk="0">
                    <a:moveTo>
                      <a:pt x="423" y="1"/>
                    </a:moveTo>
                    <a:lnTo>
                      <a:pt x="423" y="1"/>
                    </a:lnTo>
                    <a:cubicBezTo>
                      <a:pt x="0" y="878"/>
                      <a:pt x="41" y="2073"/>
                      <a:pt x="1120" y="2947"/>
                    </a:cubicBezTo>
                    <a:cubicBezTo>
                      <a:pt x="2683" y="4211"/>
                      <a:pt x="3745" y="6811"/>
                      <a:pt x="5607" y="8523"/>
                    </a:cubicBezTo>
                    <a:cubicBezTo>
                      <a:pt x="6644" y="9475"/>
                      <a:pt x="8396" y="9875"/>
                      <a:pt x="9886" y="9875"/>
                    </a:cubicBezTo>
                    <a:cubicBezTo>
                      <a:pt x="11072" y="9875"/>
                      <a:pt x="12092" y="9622"/>
                      <a:pt x="12455" y="9193"/>
                    </a:cubicBezTo>
                    <a:cubicBezTo>
                      <a:pt x="12711" y="8891"/>
                      <a:pt x="12631" y="8632"/>
                      <a:pt x="12351" y="8370"/>
                    </a:cubicBezTo>
                    <a:cubicBezTo>
                      <a:pt x="11859" y="8638"/>
                      <a:pt x="11039" y="8790"/>
                      <a:pt x="10121" y="8790"/>
                    </a:cubicBezTo>
                    <a:cubicBezTo>
                      <a:pt x="8635" y="8790"/>
                      <a:pt x="6890" y="8391"/>
                      <a:pt x="5855" y="7439"/>
                    </a:cubicBezTo>
                    <a:cubicBezTo>
                      <a:pt x="3993" y="5728"/>
                      <a:pt x="2931" y="3128"/>
                      <a:pt x="1368" y="1863"/>
                    </a:cubicBezTo>
                    <a:cubicBezTo>
                      <a:pt x="692" y="1315"/>
                      <a:pt x="425" y="643"/>
                      <a:pt x="42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3"/>
              <p:cNvSpPr/>
              <p:nvPr/>
            </p:nvSpPr>
            <p:spPr>
              <a:xfrm>
                <a:off x="2207542" y="3273609"/>
                <a:ext cx="184819" cy="295804"/>
              </a:xfrm>
              <a:custGeom>
                <a:avLst/>
                <a:gdLst/>
                <a:ahLst/>
                <a:cxnLst/>
                <a:rect l="l" t="t" r="r" b="b"/>
                <a:pathLst>
                  <a:path w="8328" h="13329" extrusionOk="0">
                    <a:moveTo>
                      <a:pt x="0" y="0"/>
                    </a:moveTo>
                    <a:cubicBezTo>
                      <a:pt x="0" y="1"/>
                      <a:pt x="1292" y="11678"/>
                      <a:pt x="2725" y="12976"/>
                    </a:cubicBezTo>
                    <a:cubicBezTo>
                      <a:pt x="3178" y="13222"/>
                      <a:pt x="3668" y="13329"/>
                      <a:pt x="4156" y="13329"/>
                    </a:cubicBezTo>
                    <a:cubicBezTo>
                      <a:pt x="6248" y="13329"/>
                      <a:pt x="8328" y="11381"/>
                      <a:pt x="7483" y="10109"/>
                    </a:cubicBezTo>
                    <a:cubicBezTo>
                      <a:pt x="6440" y="8541"/>
                      <a:pt x="3351" y="332"/>
                      <a:pt x="3351" y="332"/>
                    </a:cubicBezTo>
                    <a:lnTo>
                      <a:pt x="0" y="0"/>
                    </a:ln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3"/>
              <p:cNvSpPr/>
              <p:nvPr/>
            </p:nvSpPr>
            <p:spPr>
              <a:xfrm>
                <a:off x="1822375" y="2872620"/>
                <a:ext cx="135951" cy="138748"/>
              </a:xfrm>
              <a:custGeom>
                <a:avLst/>
                <a:gdLst/>
                <a:ahLst/>
                <a:cxnLst/>
                <a:rect l="l" t="t" r="r" b="b"/>
                <a:pathLst>
                  <a:path w="6126" h="6252" extrusionOk="0">
                    <a:moveTo>
                      <a:pt x="3063" y="1"/>
                    </a:moveTo>
                    <a:cubicBezTo>
                      <a:pt x="1372" y="1"/>
                      <a:pt x="0" y="1399"/>
                      <a:pt x="0" y="3126"/>
                    </a:cubicBezTo>
                    <a:cubicBezTo>
                      <a:pt x="0" y="4852"/>
                      <a:pt x="1372" y="6251"/>
                      <a:pt x="3063" y="6251"/>
                    </a:cubicBezTo>
                    <a:cubicBezTo>
                      <a:pt x="4754" y="6251"/>
                      <a:pt x="6126" y="4852"/>
                      <a:pt x="6126" y="3126"/>
                    </a:cubicBezTo>
                    <a:cubicBezTo>
                      <a:pt x="6126" y="1399"/>
                      <a:pt x="4754" y="1"/>
                      <a:pt x="3063" y="1"/>
                    </a:cubicBez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3"/>
              <p:cNvSpPr/>
              <p:nvPr/>
            </p:nvSpPr>
            <p:spPr>
              <a:xfrm>
                <a:off x="2061984" y="3630480"/>
                <a:ext cx="762690" cy="857496"/>
              </a:xfrm>
              <a:custGeom>
                <a:avLst/>
                <a:gdLst/>
                <a:ahLst/>
                <a:cxnLst/>
                <a:rect l="l" t="t" r="r" b="b"/>
                <a:pathLst>
                  <a:path w="34367" h="38639" extrusionOk="0">
                    <a:moveTo>
                      <a:pt x="21109" y="0"/>
                    </a:moveTo>
                    <a:cubicBezTo>
                      <a:pt x="14584" y="0"/>
                      <a:pt x="7960" y="733"/>
                      <a:pt x="7960" y="733"/>
                    </a:cubicBezTo>
                    <a:lnTo>
                      <a:pt x="920" y="6655"/>
                    </a:lnTo>
                    <a:lnTo>
                      <a:pt x="970" y="7430"/>
                    </a:lnTo>
                    <a:cubicBezTo>
                      <a:pt x="970" y="7430"/>
                      <a:pt x="1" y="13053"/>
                      <a:pt x="6591" y="13246"/>
                    </a:cubicBezTo>
                    <a:cubicBezTo>
                      <a:pt x="6693" y="13248"/>
                      <a:pt x="6796" y="13250"/>
                      <a:pt x="6901" y="13250"/>
                    </a:cubicBezTo>
                    <a:cubicBezTo>
                      <a:pt x="13566" y="13250"/>
                      <a:pt x="25745" y="7302"/>
                      <a:pt x="25746" y="7302"/>
                    </a:cubicBezTo>
                    <a:lnTo>
                      <a:pt x="25746" y="7302"/>
                    </a:lnTo>
                    <a:lnTo>
                      <a:pt x="19580" y="37670"/>
                    </a:lnTo>
                    <a:lnTo>
                      <a:pt x="25976" y="38639"/>
                    </a:lnTo>
                    <a:cubicBezTo>
                      <a:pt x="25976" y="38639"/>
                      <a:pt x="34366" y="6310"/>
                      <a:pt x="33636" y="3044"/>
                    </a:cubicBezTo>
                    <a:cubicBezTo>
                      <a:pt x="33097" y="628"/>
                      <a:pt x="27145" y="0"/>
                      <a:pt x="2110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3"/>
              <p:cNvSpPr/>
              <p:nvPr/>
            </p:nvSpPr>
            <p:spPr>
              <a:xfrm>
                <a:off x="1905840" y="3667363"/>
                <a:ext cx="810093" cy="840008"/>
              </a:xfrm>
              <a:custGeom>
                <a:avLst/>
                <a:gdLst/>
                <a:ahLst/>
                <a:cxnLst/>
                <a:rect l="l" t="t" r="r" b="b"/>
                <a:pathLst>
                  <a:path w="36503" h="37851" extrusionOk="0">
                    <a:moveTo>
                      <a:pt x="25936" y="0"/>
                    </a:moveTo>
                    <a:cubicBezTo>
                      <a:pt x="19762" y="0"/>
                      <a:pt x="13012" y="609"/>
                      <a:pt x="13012" y="609"/>
                    </a:cubicBezTo>
                    <a:lnTo>
                      <a:pt x="1996" y="5865"/>
                    </a:lnTo>
                    <a:lnTo>
                      <a:pt x="0" y="8664"/>
                    </a:lnTo>
                    <a:cubicBezTo>
                      <a:pt x="0" y="8664"/>
                      <a:pt x="487" y="13709"/>
                      <a:pt x="7077" y="13902"/>
                    </a:cubicBezTo>
                    <a:cubicBezTo>
                      <a:pt x="7193" y="13906"/>
                      <a:pt x="7311" y="13908"/>
                      <a:pt x="7430" y="13908"/>
                    </a:cubicBezTo>
                    <a:cubicBezTo>
                      <a:pt x="14084" y="13908"/>
                      <a:pt x="25578" y="8662"/>
                      <a:pt x="25579" y="8662"/>
                    </a:cubicBezTo>
                    <a:lnTo>
                      <a:pt x="25579" y="8662"/>
                    </a:lnTo>
                    <a:lnTo>
                      <a:pt x="20656" y="36882"/>
                    </a:lnTo>
                    <a:lnTo>
                      <a:pt x="27053" y="37851"/>
                    </a:lnTo>
                    <a:cubicBezTo>
                      <a:pt x="27053" y="37851"/>
                      <a:pt x="36502" y="5187"/>
                      <a:pt x="35920" y="1892"/>
                    </a:cubicBezTo>
                    <a:cubicBezTo>
                      <a:pt x="35658" y="408"/>
                      <a:pt x="30990" y="0"/>
                      <a:pt x="259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3"/>
              <p:cNvSpPr/>
              <p:nvPr/>
            </p:nvSpPr>
            <p:spPr>
              <a:xfrm>
                <a:off x="1747699" y="2600723"/>
                <a:ext cx="520658" cy="539145"/>
              </a:xfrm>
              <a:custGeom>
                <a:avLst/>
                <a:gdLst/>
                <a:ahLst/>
                <a:cxnLst/>
                <a:rect l="l" t="t" r="r" b="b"/>
                <a:pathLst>
                  <a:path w="23461" h="24294" extrusionOk="0">
                    <a:moveTo>
                      <a:pt x="10743" y="0"/>
                    </a:moveTo>
                    <a:cubicBezTo>
                      <a:pt x="8084" y="0"/>
                      <a:pt x="5311" y="1494"/>
                      <a:pt x="3365" y="3916"/>
                    </a:cubicBezTo>
                    <a:cubicBezTo>
                      <a:pt x="1161" y="6660"/>
                      <a:pt x="1" y="15707"/>
                      <a:pt x="1006" y="19545"/>
                    </a:cubicBezTo>
                    <a:cubicBezTo>
                      <a:pt x="2128" y="23833"/>
                      <a:pt x="6857" y="24293"/>
                      <a:pt x="8835" y="24293"/>
                    </a:cubicBezTo>
                    <a:cubicBezTo>
                      <a:pt x="9376" y="24293"/>
                      <a:pt x="9712" y="24259"/>
                      <a:pt x="9712" y="24259"/>
                    </a:cubicBezTo>
                    <a:cubicBezTo>
                      <a:pt x="9712" y="24259"/>
                      <a:pt x="10598" y="22561"/>
                      <a:pt x="10825" y="21001"/>
                    </a:cubicBezTo>
                    <a:cubicBezTo>
                      <a:pt x="10054" y="20642"/>
                      <a:pt x="8705" y="19312"/>
                      <a:pt x="7466" y="17353"/>
                    </a:cubicBezTo>
                    <a:cubicBezTo>
                      <a:pt x="5958" y="17237"/>
                      <a:pt x="4251" y="15255"/>
                      <a:pt x="5137" y="13779"/>
                    </a:cubicBezTo>
                    <a:cubicBezTo>
                      <a:pt x="8235" y="13337"/>
                      <a:pt x="15246" y="5294"/>
                      <a:pt x="15247" y="5294"/>
                    </a:cubicBezTo>
                    <a:lnTo>
                      <a:pt x="15247" y="5294"/>
                    </a:lnTo>
                    <a:lnTo>
                      <a:pt x="11513" y="22479"/>
                    </a:lnTo>
                    <a:cubicBezTo>
                      <a:pt x="11513" y="22479"/>
                      <a:pt x="12312" y="22320"/>
                      <a:pt x="13172" y="22320"/>
                    </a:cubicBezTo>
                    <a:cubicBezTo>
                      <a:pt x="14157" y="22320"/>
                      <a:pt x="15221" y="22529"/>
                      <a:pt x="15247" y="23422"/>
                    </a:cubicBezTo>
                    <a:cubicBezTo>
                      <a:pt x="23460" y="20474"/>
                      <a:pt x="19400" y="1945"/>
                      <a:pt x="15247" y="1777"/>
                    </a:cubicBezTo>
                    <a:cubicBezTo>
                      <a:pt x="13927" y="550"/>
                      <a:pt x="12356" y="0"/>
                      <a:pt x="107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3"/>
              <p:cNvSpPr/>
              <p:nvPr/>
            </p:nvSpPr>
            <p:spPr>
              <a:xfrm>
                <a:off x="2003175" y="2640314"/>
                <a:ext cx="264046" cy="480224"/>
              </a:xfrm>
              <a:custGeom>
                <a:avLst/>
                <a:gdLst/>
                <a:ahLst/>
                <a:cxnLst/>
                <a:rect l="l" t="t" r="r" b="b"/>
                <a:pathLst>
                  <a:path w="11898" h="21639" extrusionOk="0">
                    <a:moveTo>
                      <a:pt x="3811" y="0"/>
                    </a:moveTo>
                    <a:lnTo>
                      <a:pt x="3811" y="0"/>
                    </a:lnTo>
                    <a:cubicBezTo>
                      <a:pt x="6661" y="5007"/>
                      <a:pt x="7868" y="17146"/>
                      <a:pt x="1354" y="19483"/>
                    </a:cubicBezTo>
                    <a:cubicBezTo>
                      <a:pt x="1338" y="18963"/>
                      <a:pt x="970" y="18675"/>
                      <a:pt x="472" y="18526"/>
                    </a:cubicBezTo>
                    <a:lnTo>
                      <a:pt x="1" y="20695"/>
                    </a:lnTo>
                    <a:cubicBezTo>
                      <a:pt x="1" y="20695"/>
                      <a:pt x="800" y="20536"/>
                      <a:pt x="1659" y="20536"/>
                    </a:cubicBezTo>
                    <a:cubicBezTo>
                      <a:pt x="2645" y="20536"/>
                      <a:pt x="3708" y="20745"/>
                      <a:pt x="3735" y="21638"/>
                    </a:cubicBezTo>
                    <a:cubicBezTo>
                      <a:pt x="11897" y="18709"/>
                      <a:pt x="7936" y="390"/>
                      <a:pt x="38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3"/>
              <p:cNvSpPr/>
              <p:nvPr/>
            </p:nvSpPr>
            <p:spPr>
              <a:xfrm>
                <a:off x="1675907" y="3079229"/>
                <a:ext cx="641008" cy="821855"/>
              </a:xfrm>
              <a:custGeom>
                <a:avLst/>
                <a:gdLst/>
                <a:ahLst/>
                <a:cxnLst/>
                <a:rect l="l" t="t" r="r" b="b"/>
                <a:pathLst>
                  <a:path w="28884" h="37033" extrusionOk="0">
                    <a:moveTo>
                      <a:pt x="12482" y="0"/>
                    </a:moveTo>
                    <a:cubicBezTo>
                      <a:pt x="12482" y="0"/>
                      <a:pt x="6494" y="383"/>
                      <a:pt x="3975" y="2225"/>
                    </a:cubicBezTo>
                    <a:cubicBezTo>
                      <a:pt x="1454" y="4066"/>
                      <a:pt x="0" y="12692"/>
                      <a:pt x="0" y="12692"/>
                    </a:cubicBezTo>
                    <a:lnTo>
                      <a:pt x="7321" y="14958"/>
                    </a:lnTo>
                    <a:cubicBezTo>
                      <a:pt x="7321" y="14958"/>
                      <a:pt x="638" y="27045"/>
                      <a:pt x="10824" y="37032"/>
                    </a:cubicBezTo>
                    <a:cubicBezTo>
                      <a:pt x="17414" y="30055"/>
                      <a:pt x="24813" y="26165"/>
                      <a:pt x="28884" y="25196"/>
                    </a:cubicBezTo>
                    <a:cubicBezTo>
                      <a:pt x="25588" y="16085"/>
                      <a:pt x="25610" y="12164"/>
                      <a:pt x="25610" y="12164"/>
                    </a:cubicBezTo>
                    <a:lnTo>
                      <a:pt x="28392" y="11112"/>
                    </a:lnTo>
                    <a:cubicBezTo>
                      <a:pt x="28392" y="11112"/>
                      <a:pt x="26247" y="5582"/>
                      <a:pt x="21950" y="2093"/>
                    </a:cubicBezTo>
                    <a:cubicBezTo>
                      <a:pt x="19966" y="481"/>
                      <a:pt x="16190" y="381"/>
                      <a:pt x="1248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3"/>
              <p:cNvSpPr/>
              <p:nvPr/>
            </p:nvSpPr>
            <p:spPr>
              <a:xfrm>
                <a:off x="1910633" y="2980674"/>
                <a:ext cx="114824" cy="165645"/>
              </a:xfrm>
              <a:custGeom>
                <a:avLst/>
                <a:gdLst/>
                <a:ahLst/>
                <a:cxnLst/>
                <a:rect l="l" t="t" r="r" b="b"/>
                <a:pathLst>
                  <a:path w="5174" h="7464" extrusionOk="0">
                    <a:moveTo>
                      <a:pt x="295" y="0"/>
                    </a:moveTo>
                    <a:cubicBezTo>
                      <a:pt x="295" y="0"/>
                      <a:pt x="1" y="4760"/>
                      <a:pt x="105" y="5363"/>
                    </a:cubicBezTo>
                    <a:cubicBezTo>
                      <a:pt x="365" y="6871"/>
                      <a:pt x="2131" y="7464"/>
                      <a:pt x="3523" y="7464"/>
                    </a:cubicBezTo>
                    <a:cubicBezTo>
                      <a:pt x="4297" y="7464"/>
                      <a:pt x="4955" y="7280"/>
                      <a:pt x="5173" y="6969"/>
                    </a:cubicBezTo>
                    <a:lnTo>
                      <a:pt x="5173" y="3310"/>
                    </a:lnTo>
                    <a:lnTo>
                      <a:pt x="295" y="0"/>
                    </a:ln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3"/>
              <p:cNvSpPr/>
              <p:nvPr/>
            </p:nvSpPr>
            <p:spPr>
              <a:xfrm>
                <a:off x="1861700" y="2677197"/>
                <a:ext cx="287304" cy="409496"/>
              </a:xfrm>
              <a:custGeom>
                <a:avLst/>
                <a:gdLst/>
                <a:ahLst/>
                <a:cxnLst/>
                <a:rect l="l" t="t" r="r" b="b"/>
                <a:pathLst>
                  <a:path w="12946" h="18452" extrusionOk="0">
                    <a:moveTo>
                      <a:pt x="7667" y="0"/>
                    </a:moveTo>
                    <a:cubicBezTo>
                      <a:pt x="7621" y="0"/>
                      <a:pt x="7574" y="1"/>
                      <a:pt x="7527" y="2"/>
                    </a:cubicBezTo>
                    <a:cubicBezTo>
                      <a:pt x="4354" y="76"/>
                      <a:pt x="1476" y="7382"/>
                      <a:pt x="1476" y="7382"/>
                    </a:cubicBezTo>
                    <a:cubicBezTo>
                      <a:pt x="1476" y="7382"/>
                      <a:pt x="0" y="16828"/>
                      <a:pt x="8265" y="18452"/>
                    </a:cubicBezTo>
                    <a:cubicBezTo>
                      <a:pt x="11648" y="17530"/>
                      <a:pt x="12545" y="14687"/>
                      <a:pt x="12471" y="10850"/>
                    </a:cubicBezTo>
                    <a:cubicBezTo>
                      <a:pt x="12545" y="8268"/>
                      <a:pt x="12945" y="7087"/>
                      <a:pt x="12487" y="4726"/>
                    </a:cubicBezTo>
                    <a:cubicBezTo>
                      <a:pt x="12036" y="2400"/>
                      <a:pt x="10739" y="0"/>
                      <a:pt x="7667" y="0"/>
                    </a:cubicBez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3"/>
              <p:cNvSpPr/>
              <p:nvPr/>
            </p:nvSpPr>
            <p:spPr>
              <a:xfrm>
                <a:off x="1933624" y="2698435"/>
                <a:ext cx="215378" cy="387370"/>
              </a:xfrm>
              <a:custGeom>
                <a:avLst/>
                <a:gdLst/>
                <a:ahLst/>
                <a:cxnLst/>
                <a:rect l="l" t="t" r="r" b="b"/>
                <a:pathLst>
                  <a:path w="9705" h="17455" extrusionOk="0">
                    <a:moveTo>
                      <a:pt x="7181" y="0"/>
                    </a:moveTo>
                    <a:cubicBezTo>
                      <a:pt x="7176" y="0"/>
                      <a:pt x="7171" y="0"/>
                      <a:pt x="7166" y="0"/>
                    </a:cubicBezTo>
                    <a:cubicBezTo>
                      <a:pt x="3992" y="74"/>
                      <a:pt x="1115" y="7380"/>
                      <a:pt x="1115" y="7380"/>
                    </a:cubicBezTo>
                    <a:cubicBezTo>
                      <a:pt x="1115" y="7380"/>
                      <a:pt x="1" y="14525"/>
                      <a:pt x="5150" y="17454"/>
                    </a:cubicBezTo>
                    <a:cubicBezTo>
                      <a:pt x="8426" y="16494"/>
                      <a:pt x="9303" y="13680"/>
                      <a:pt x="9230" y="9893"/>
                    </a:cubicBezTo>
                    <a:cubicBezTo>
                      <a:pt x="9304" y="7311"/>
                      <a:pt x="9704" y="6130"/>
                      <a:pt x="9246" y="3769"/>
                    </a:cubicBezTo>
                    <a:cubicBezTo>
                      <a:pt x="8971" y="2353"/>
                      <a:pt x="8380" y="916"/>
                      <a:pt x="7270" y="3"/>
                    </a:cubicBezTo>
                    <a:cubicBezTo>
                      <a:pt x="7239" y="3"/>
                      <a:pt x="7211" y="0"/>
                      <a:pt x="7181" y="0"/>
                    </a:cubicBez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3"/>
              <p:cNvSpPr/>
              <p:nvPr/>
            </p:nvSpPr>
            <p:spPr>
              <a:xfrm>
                <a:off x="1828634" y="2667410"/>
                <a:ext cx="328072" cy="257144"/>
              </a:xfrm>
              <a:custGeom>
                <a:avLst/>
                <a:gdLst/>
                <a:ahLst/>
                <a:cxnLst/>
                <a:rect l="l" t="t" r="r" b="b"/>
                <a:pathLst>
                  <a:path w="14783" h="11587" extrusionOk="0">
                    <a:moveTo>
                      <a:pt x="9799" y="0"/>
                    </a:moveTo>
                    <a:cubicBezTo>
                      <a:pt x="8715" y="0"/>
                      <a:pt x="7548" y="222"/>
                      <a:pt x="6482" y="649"/>
                    </a:cubicBezTo>
                    <a:cubicBezTo>
                      <a:pt x="3898" y="1682"/>
                      <a:pt x="0" y="7354"/>
                      <a:pt x="530" y="11586"/>
                    </a:cubicBezTo>
                    <a:cubicBezTo>
                      <a:pt x="6360" y="10406"/>
                      <a:pt x="14121" y="6263"/>
                      <a:pt x="14121" y="6263"/>
                    </a:cubicBezTo>
                    <a:cubicBezTo>
                      <a:pt x="14783" y="4939"/>
                      <a:pt x="14309" y="2678"/>
                      <a:pt x="13393" y="1398"/>
                    </a:cubicBezTo>
                    <a:cubicBezTo>
                      <a:pt x="12713" y="449"/>
                      <a:pt x="11340" y="0"/>
                      <a:pt x="97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3"/>
              <p:cNvSpPr/>
              <p:nvPr/>
            </p:nvSpPr>
            <p:spPr>
              <a:xfrm>
                <a:off x="2153704" y="3352391"/>
                <a:ext cx="220016" cy="158832"/>
              </a:xfrm>
              <a:custGeom>
                <a:avLst/>
                <a:gdLst/>
                <a:ahLst/>
                <a:cxnLst/>
                <a:rect l="l" t="t" r="r" b="b"/>
                <a:pathLst>
                  <a:path w="9914" h="7157" extrusionOk="0">
                    <a:moveTo>
                      <a:pt x="4534" y="1"/>
                    </a:moveTo>
                    <a:cubicBezTo>
                      <a:pt x="3816" y="1"/>
                      <a:pt x="3754" y="348"/>
                      <a:pt x="3500" y="633"/>
                    </a:cubicBezTo>
                    <a:cubicBezTo>
                      <a:pt x="3152" y="1025"/>
                      <a:pt x="756" y="4947"/>
                      <a:pt x="756" y="4947"/>
                    </a:cubicBezTo>
                    <a:cubicBezTo>
                      <a:pt x="756" y="4947"/>
                      <a:pt x="1" y="6560"/>
                      <a:pt x="756" y="6995"/>
                    </a:cubicBezTo>
                    <a:cubicBezTo>
                      <a:pt x="962" y="7114"/>
                      <a:pt x="1418" y="7157"/>
                      <a:pt x="1973" y="7157"/>
                    </a:cubicBezTo>
                    <a:cubicBezTo>
                      <a:pt x="3454" y="7157"/>
                      <a:pt x="5637" y="6849"/>
                      <a:pt x="5637" y="6849"/>
                    </a:cubicBezTo>
                    <a:cubicBezTo>
                      <a:pt x="5637" y="6849"/>
                      <a:pt x="7060" y="5368"/>
                      <a:pt x="7786" y="4526"/>
                    </a:cubicBezTo>
                    <a:cubicBezTo>
                      <a:pt x="8512" y="3684"/>
                      <a:pt x="9913" y="2038"/>
                      <a:pt x="9884" y="1820"/>
                    </a:cubicBezTo>
                    <a:cubicBezTo>
                      <a:pt x="9830" y="1435"/>
                      <a:pt x="7495" y="604"/>
                      <a:pt x="5665" y="169"/>
                    </a:cubicBezTo>
                    <a:cubicBezTo>
                      <a:pt x="5166" y="50"/>
                      <a:pt x="4804" y="1"/>
                      <a:pt x="45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3"/>
              <p:cNvSpPr/>
              <p:nvPr/>
            </p:nvSpPr>
            <p:spPr>
              <a:xfrm>
                <a:off x="2153859" y="3352391"/>
                <a:ext cx="221437" cy="155126"/>
              </a:xfrm>
              <a:custGeom>
                <a:avLst/>
                <a:gdLst/>
                <a:ahLst/>
                <a:cxnLst/>
                <a:rect l="l" t="t" r="r" b="b"/>
                <a:pathLst>
                  <a:path w="9978" h="6990" extrusionOk="0">
                    <a:moveTo>
                      <a:pt x="4527" y="1"/>
                    </a:moveTo>
                    <a:cubicBezTo>
                      <a:pt x="3809" y="1"/>
                      <a:pt x="3747" y="348"/>
                      <a:pt x="3493" y="633"/>
                    </a:cubicBezTo>
                    <a:cubicBezTo>
                      <a:pt x="3145" y="1025"/>
                      <a:pt x="749" y="4947"/>
                      <a:pt x="749" y="4947"/>
                    </a:cubicBezTo>
                    <a:cubicBezTo>
                      <a:pt x="749" y="4947"/>
                      <a:pt x="0" y="6547"/>
                      <a:pt x="741" y="6990"/>
                    </a:cubicBezTo>
                    <a:cubicBezTo>
                      <a:pt x="734" y="6378"/>
                      <a:pt x="1075" y="5644"/>
                      <a:pt x="1075" y="5644"/>
                    </a:cubicBezTo>
                    <a:cubicBezTo>
                      <a:pt x="1075" y="5644"/>
                      <a:pt x="3473" y="1723"/>
                      <a:pt x="3821" y="1330"/>
                    </a:cubicBezTo>
                    <a:cubicBezTo>
                      <a:pt x="4074" y="1045"/>
                      <a:pt x="4136" y="698"/>
                      <a:pt x="4855" y="698"/>
                    </a:cubicBezTo>
                    <a:cubicBezTo>
                      <a:pt x="5125" y="698"/>
                      <a:pt x="5486" y="747"/>
                      <a:pt x="5984" y="865"/>
                    </a:cubicBezTo>
                    <a:cubicBezTo>
                      <a:pt x="7354" y="1192"/>
                      <a:pt x="9065" y="1518"/>
                      <a:pt x="9877" y="1820"/>
                    </a:cubicBezTo>
                    <a:cubicBezTo>
                      <a:pt x="9978" y="1638"/>
                      <a:pt x="9753" y="1326"/>
                      <a:pt x="9708" y="1259"/>
                    </a:cubicBezTo>
                    <a:cubicBezTo>
                      <a:pt x="9447" y="867"/>
                      <a:pt x="7488" y="604"/>
                      <a:pt x="5658" y="169"/>
                    </a:cubicBezTo>
                    <a:cubicBezTo>
                      <a:pt x="5159" y="50"/>
                      <a:pt x="4797" y="1"/>
                      <a:pt x="45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3"/>
              <p:cNvSpPr/>
              <p:nvPr/>
            </p:nvSpPr>
            <p:spPr>
              <a:xfrm>
                <a:off x="1640666" y="3370034"/>
                <a:ext cx="647799" cy="376185"/>
              </a:xfrm>
              <a:custGeom>
                <a:avLst/>
                <a:gdLst/>
                <a:ahLst/>
                <a:cxnLst/>
                <a:rect l="l" t="t" r="r" b="b"/>
                <a:pathLst>
                  <a:path w="29190" h="16951" extrusionOk="0">
                    <a:moveTo>
                      <a:pt x="2919" y="1"/>
                    </a:moveTo>
                    <a:cubicBezTo>
                      <a:pt x="2919" y="1"/>
                      <a:pt x="1" y="11951"/>
                      <a:pt x="693" y="15785"/>
                    </a:cubicBezTo>
                    <a:cubicBezTo>
                      <a:pt x="842" y="16609"/>
                      <a:pt x="1799" y="16950"/>
                      <a:pt x="3248" y="16950"/>
                    </a:cubicBezTo>
                    <a:cubicBezTo>
                      <a:pt x="8541" y="16950"/>
                      <a:pt x="20406" y="12398"/>
                      <a:pt x="23464" y="10208"/>
                    </a:cubicBezTo>
                    <a:cubicBezTo>
                      <a:pt x="27010" y="9512"/>
                      <a:pt x="29098" y="7856"/>
                      <a:pt x="29190" y="5597"/>
                    </a:cubicBezTo>
                    <a:lnTo>
                      <a:pt x="29190" y="5597"/>
                    </a:lnTo>
                    <a:cubicBezTo>
                      <a:pt x="28296" y="5619"/>
                      <a:pt x="27538" y="5634"/>
                      <a:pt x="26902" y="5634"/>
                    </a:cubicBezTo>
                    <a:cubicBezTo>
                      <a:pt x="24995" y="5634"/>
                      <a:pt x="24179" y="5500"/>
                      <a:pt x="24048" y="5016"/>
                    </a:cubicBezTo>
                    <a:cubicBezTo>
                      <a:pt x="23873" y="4370"/>
                      <a:pt x="24483" y="3411"/>
                      <a:pt x="24048" y="3324"/>
                    </a:cubicBezTo>
                    <a:cubicBezTo>
                      <a:pt x="24041" y="3322"/>
                      <a:pt x="24033" y="3322"/>
                      <a:pt x="24025" y="3322"/>
                    </a:cubicBezTo>
                    <a:cubicBezTo>
                      <a:pt x="23563" y="3322"/>
                      <a:pt x="22116" y="5783"/>
                      <a:pt x="21259" y="6897"/>
                    </a:cubicBezTo>
                    <a:cubicBezTo>
                      <a:pt x="20387" y="8029"/>
                      <a:pt x="14810" y="9947"/>
                      <a:pt x="11760" y="10382"/>
                    </a:cubicBezTo>
                    <a:cubicBezTo>
                      <a:pt x="10956" y="10497"/>
                      <a:pt x="10241" y="10539"/>
                      <a:pt x="9625" y="10539"/>
                    </a:cubicBezTo>
                    <a:cubicBezTo>
                      <a:pt x="7903" y="10539"/>
                      <a:pt x="6948" y="10209"/>
                      <a:pt x="6948" y="10209"/>
                    </a:cubicBezTo>
                    <a:lnTo>
                      <a:pt x="8908" y="1854"/>
                    </a:lnTo>
                    <a:lnTo>
                      <a:pt x="2919" y="1"/>
                    </a:ln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3"/>
              <p:cNvSpPr/>
              <p:nvPr/>
            </p:nvSpPr>
            <p:spPr>
              <a:xfrm>
                <a:off x="2248131" y="3396642"/>
                <a:ext cx="112161" cy="102241"/>
              </a:xfrm>
              <a:custGeom>
                <a:avLst/>
                <a:gdLst/>
                <a:ahLst/>
                <a:cxnLst/>
                <a:rect l="l" t="t" r="r" b="b"/>
                <a:pathLst>
                  <a:path w="5054" h="4607" extrusionOk="0">
                    <a:moveTo>
                      <a:pt x="2766" y="1"/>
                    </a:moveTo>
                    <a:cubicBezTo>
                      <a:pt x="2599" y="1"/>
                      <a:pt x="2512" y="78"/>
                      <a:pt x="2474" y="136"/>
                    </a:cubicBezTo>
                    <a:cubicBezTo>
                      <a:pt x="2398" y="251"/>
                      <a:pt x="2514" y="600"/>
                      <a:pt x="2964" y="992"/>
                    </a:cubicBezTo>
                    <a:cubicBezTo>
                      <a:pt x="3413" y="1385"/>
                      <a:pt x="3748" y="2067"/>
                      <a:pt x="3748" y="2067"/>
                    </a:cubicBezTo>
                    <a:cubicBezTo>
                      <a:pt x="3748" y="2067"/>
                      <a:pt x="2774" y="1006"/>
                      <a:pt x="2194" y="847"/>
                    </a:cubicBezTo>
                    <a:cubicBezTo>
                      <a:pt x="2068" y="813"/>
                      <a:pt x="1950" y="797"/>
                      <a:pt x="1842" y="797"/>
                    </a:cubicBezTo>
                    <a:cubicBezTo>
                      <a:pt x="1455" y="797"/>
                      <a:pt x="1221" y="1000"/>
                      <a:pt x="1361" y="1239"/>
                    </a:cubicBezTo>
                    <a:cubicBezTo>
                      <a:pt x="1540" y="1544"/>
                      <a:pt x="2412" y="1863"/>
                      <a:pt x="2717" y="2226"/>
                    </a:cubicBezTo>
                    <a:cubicBezTo>
                      <a:pt x="3021" y="2590"/>
                      <a:pt x="3153" y="2908"/>
                      <a:pt x="3153" y="2908"/>
                    </a:cubicBezTo>
                    <a:cubicBezTo>
                      <a:pt x="3153" y="2908"/>
                      <a:pt x="1874" y="2168"/>
                      <a:pt x="1149" y="2038"/>
                    </a:cubicBezTo>
                    <a:cubicBezTo>
                      <a:pt x="1071" y="2024"/>
                      <a:pt x="1000" y="2017"/>
                      <a:pt x="935" y="2017"/>
                    </a:cubicBezTo>
                    <a:cubicBezTo>
                      <a:pt x="387" y="2017"/>
                      <a:pt x="275" y="2470"/>
                      <a:pt x="742" y="2677"/>
                    </a:cubicBezTo>
                    <a:cubicBezTo>
                      <a:pt x="1264" y="2908"/>
                      <a:pt x="2063" y="3345"/>
                      <a:pt x="2223" y="3562"/>
                    </a:cubicBezTo>
                    <a:cubicBezTo>
                      <a:pt x="1804" y="3553"/>
                      <a:pt x="1180" y="3469"/>
                      <a:pt x="734" y="3469"/>
                    </a:cubicBezTo>
                    <a:cubicBezTo>
                      <a:pt x="499" y="3469"/>
                      <a:pt x="313" y="3492"/>
                      <a:pt x="233" y="3562"/>
                    </a:cubicBezTo>
                    <a:cubicBezTo>
                      <a:pt x="1" y="3767"/>
                      <a:pt x="263" y="4260"/>
                      <a:pt x="2034" y="4565"/>
                    </a:cubicBezTo>
                    <a:cubicBezTo>
                      <a:pt x="2203" y="4594"/>
                      <a:pt x="2366" y="4607"/>
                      <a:pt x="2525" y="4607"/>
                    </a:cubicBezTo>
                    <a:cubicBezTo>
                      <a:pt x="4032" y="4607"/>
                      <a:pt x="5053" y="3419"/>
                      <a:pt x="5053" y="3419"/>
                    </a:cubicBezTo>
                    <a:cubicBezTo>
                      <a:pt x="5053" y="3419"/>
                      <a:pt x="4853" y="1283"/>
                      <a:pt x="3564" y="351"/>
                    </a:cubicBezTo>
                    <a:cubicBezTo>
                      <a:pt x="3193" y="82"/>
                      <a:pt x="2938" y="1"/>
                      <a:pt x="2766" y="1"/>
                    </a:cubicBez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3"/>
              <p:cNvSpPr/>
              <p:nvPr/>
            </p:nvSpPr>
            <p:spPr>
              <a:xfrm>
                <a:off x="3320477" y="3674819"/>
                <a:ext cx="122103" cy="116045"/>
              </a:xfrm>
              <a:custGeom>
                <a:avLst/>
                <a:gdLst/>
                <a:ahLst/>
                <a:cxnLst/>
                <a:rect l="l" t="t" r="r" b="b"/>
                <a:pathLst>
                  <a:path w="5502" h="5229" extrusionOk="0">
                    <a:moveTo>
                      <a:pt x="3652" y="1"/>
                    </a:moveTo>
                    <a:lnTo>
                      <a:pt x="0" y="1892"/>
                    </a:lnTo>
                    <a:lnTo>
                      <a:pt x="1892" y="5229"/>
                    </a:lnTo>
                    <a:lnTo>
                      <a:pt x="5501" y="3258"/>
                    </a:lnTo>
                    <a:lnTo>
                      <a:pt x="3652" y="1"/>
                    </a:ln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3"/>
              <p:cNvSpPr/>
              <p:nvPr/>
            </p:nvSpPr>
            <p:spPr>
              <a:xfrm>
                <a:off x="3146580" y="3724374"/>
                <a:ext cx="377827" cy="224055"/>
              </a:xfrm>
              <a:custGeom>
                <a:avLst/>
                <a:gdLst/>
                <a:ahLst/>
                <a:cxnLst/>
                <a:rect l="l" t="t" r="r" b="b"/>
                <a:pathLst>
                  <a:path w="17025" h="10096" extrusionOk="0">
                    <a:moveTo>
                      <a:pt x="13277" y="1"/>
                    </a:moveTo>
                    <a:cubicBezTo>
                      <a:pt x="12780" y="1039"/>
                      <a:pt x="9274" y="2827"/>
                      <a:pt x="9274" y="2827"/>
                    </a:cubicBezTo>
                    <a:cubicBezTo>
                      <a:pt x="9274" y="2827"/>
                      <a:pt x="9191" y="4847"/>
                      <a:pt x="7477" y="5824"/>
                    </a:cubicBezTo>
                    <a:cubicBezTo>
                      <a:pt x="5762" y="6802"/>
                      <a:pt x="1998" y="5688"/>
                      <a:pt x="1061" y="7380"/>
                    </a:cubicBezTo>
                    <a:cubicBezTo>
                      <a:pt x="1" y="9297"/>
                      <a:pt x="4042" y="10095"/>
                      <a:pt x="6968" y="10095"/>
                    </a:cubicBezTo>
                    <a:cubicBezTo>
                      <a:pt x="7882" y="10095"/>
                      <a:pt x="8688" y="10017"/>
                      <a:pt x="9195" y="9871"/>
                    </a:cubicBezTo>
                    <a:cubicBezTo>
                      <a:pt x="11323" y="9256"/>
                      <a:pt x="16222" y="6845"/>
                      <a:pt x="16624" y="5934"/>
                    </a:cubicBezTo>
                    <a:cubicBezTo>
                      <a:pt x="17024" y="5023"/>
                      <a:pt x="16137" y="3927"/>
                      <a:pt x="15333" y="3123"/>
                    </a:cubicBezTo>
                    <a:cubicBezTo>
                      <a:pt x="14530" y="2320"/>
                      <a:pt x="13277" y="1"/>
                      <a:pt x="132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3"/>
              <p:cNvSpPr/>
              <p:nvPr/>
            </p:nvSpPr>
            <p:spPr>
              <a:xfrm>
                <a:off x="3149154" y="3820843"/>
                <a:ext cx="371236" cy="127540"/>
              </a:xfrm>
              <a:custGeom>
                <a:avLst/>
                <a:gdLst/>
                <a:ahLst/>
                <a:cxnLst/>
                <a:rect l="l" t="t" r="r" b="b"/>
                <a:pathLst>
                  <a:path w="16728" h="5747" extrusionOk="0">
                    <a:moveTo>
                      <a:pt x="16229" y="0"/>
                    </a:moveTo>
                    <a:cubicBezTo>
                      <a:pt x="16214" y="65"/>
                      <a:pt x="16192" y="131"/>
                      <a:pt x="16165" y="193"/>
                    </a:cubicBezTo>
                    <a:cubicBezTo>
                      <a:pt x="15764" y="1106"/>
                      <a:pt x="10865" y="3516"/>
                      <a:pt x="8737" y="4130"/>
                    </a:cubicBezTo>
                    <a:cubicBezTo>
                      <a:pt x="8231" y="4276"/>
                      <a:pt x="7428" y="4354"/>
                      <a:pt x="6515" y="4354"/>
                    </a:cubicBezTo>
                    <a:cubicBezTo>
                      <a:pt x="4499" y="4354"/>
                      <a:pt x="1952" y="3974"/>
                      <a:pt x="910" y="3110"/>
                    </a:cubicBezTo>
                    <a:lnTo>
                      <a:pt x="910" y="3110"/>
                    </a:lnTo>
                    <a:cubicBezTo>
                      <a:pt x="0" y="4970"/>
                      <a:pt x="3971" y="5747"/>
                      <a:pt x="6855" y="5747"/>
                    </a:cubicBezTo>
                    <a:cubicBezTo>
                      <a:pt x="7768" y="5747"/>
                      <a:pt x="8573" y="5669"/>
                      <a:pt x="9079" y="5523"/>
                    </a:cubicBezTo>
                    <a:cubicBezTo>
                      <a:pt x="11207" y="4909"/>
                      <a:pt x="16106" y="2499"/>
                      <a:pt x="16508" y="1586"/>
                    </a:cubicBezTo>
                    <a:cubicBezTo>
                      <a:pt x="16728" y="1087"/>
                      <a:pt x="16559" y="532"/>
                      <a:pt x="162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3"/>
              <p:cNvSpPr/>
              <p:nvPr/>
            </p:nvSpPr>
            <p:spPr>
              <a:xfrm>
                <a:off x="2893412" y="2854312"/>
                <a:ext cx="644182" cy="892538"/>
              </a:xfrm>
              <a:custGeom>
                <a:avLst/>
                <a:gdLst/>
                <a:ahLst/>
                <a:cxnLst/>
                <a:rect l="l" t="t" r="r" b="b"/>
                <a:pathLst>
                  <a:path w="29027" h="40218" extrusionOk="0">
                    <a:moveTo>
                      <a:pt x="6430" y="0"/>
                    </a:moveTo>
                    <a:cubicBezTo>
                      <a:pt x="5762" y="0"/>
                      <a:pt x="5130" y="100"/>
                      <a:pt x="4544" y="314"/>
                    </a:cubicBezTo>
                    <a:cubicBezTo>
                      <a:pt x="3342" y="754"/>
                      <a:pt x="1" y="10133"/>
                      <a:pt x="1448" y="13924"/>
                    </a:cubicBezTo>
                    <a:cubicBezTo>
                      <a:pt x="5244" y="23870"/>
                      <a:pt x="19395" y="40218"/>
                      <a:pt x="19395" y="40218"/>
                    </a:cubicBezTo>
                    <a:lnTo>
                      <a:pt x="23812" y="37965"/>
                    </a:lnTo>
                    <a:cubicBezTo>
                      <a:pt x="23812" y="37965"/>
                      <a:pt x="15222" y="14728"/>
                      <a:pt x="9950" y="12456"/>
                    </a:cubicBezTo>
                    <a:lnTo>
                      <a:pt x="9950" y="12456"/>
                    </a:lnTo>
                    <a:cubicBezTo>
                      <a:pt x="11953" y="12790"/>
                      <a:pt x="20864" y="16542"/>
                      <a:pt x="26108" y="16542"/>
                    </a:cubicBezTo>
                    <a:cubicBezTo>
                      <a:pt x="27321" y="16542"/>
                      <a:pt x="28337" y="16341"/>
                      <a:pt x="29026" y="15852"/>
                    </a:cubicBezTo>
                    <a:cubicBezTo>
                      <a:pt x="29026" y="15852"/>
                      <a:pt x="14860" y="0"/>
                      <a:pt x="643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3"/>
              <p:cNvSpPr/>
              <p:nvPr/>
            </p:nvSpPr>
            <p:spPr>
              <a:xfrm>
                <a:off x="3025189" y="3756553"/>
                <a:ext cx="106790" cy="91455"/>
              </a:xfrm>
              <a:custGeom>
                <a:avLst/>
                <a:gdLst/>
                <a:ahLst/>
                <a:cxnLst/>
                <a:rect l="l" t="t" r="r" b="b"/>
                <a:pathLst>
                  <a:path w="4812" h="4121" extrusionOk="0">
                    <a:moveTo>
                      <a:pt x="4387" y="0"/>
                    </a:moveTo>
                    <a:lnTo>
                      <a:pt x="1" y="1542"/>
                    </a:lnTo>
                    <a:lnTo>
                      <a:pt x="719" y="4120"/>
                    </a:lnTo>
                    <a:lnTo>
                      <a:pt x="4812" y="3721"/>
                    </a:lnTo>
                    <a:lnTo>
                      <a:pt x="4387" y="0"/>
                    </a:ln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3"/>
              <p:cNvSpPr/>
              <p:nvPr/>
            </p:nvSpPr>
            <p:spPr>
              <a:xfrm>
                <a:off x="2790396" y="2890663"/>
                <a:ext cx="1234125" cy="910580"/>
              </a:xfrm>
              <a:custGeom>
                <a:avLst/>
                <a:gdLst/>
                <a:ahLst/>
                <a:cxnLst/>
                <a:rect l="l" t="t" r="r" b="b"/>
                <a:pathLst>
                  <a:path w="55610" h="41031" extrusionOk="0">
                    <a:moveTo>
                      <a:pt x="6173" y="0"/>
                    </a:moveTo>
                    <a:cubicBezTo>
                      <a:pt x="5860" y="0"/>
                      <a:pt x="5561" y="42"/>
                      <a:pt x="5279" y="130"/>
                    </a:cubicBezTo>
                    <a:cubicBezTo>
                      <a:pt x="1386" y="1349"/>
                      <a:pt x="0" y="6185"/>
                      <a:pt x="344" y="10228"/>
                    </a:cubicBezTo>
                    <a:cubicBezTo>
                      <a:pt x="1244" y="20835"/>
                      <a:pt x="10335" y="41030"/>
                      <a:pt x="10335" y="41030"/>
                    </a:cubicBezTo>
                    <a:lnTo>
                      <a:pt x="15243" y="39434"/>
                    </a:lnTo>
                    <a:cubicBezTo>
                      <a:pt x="15243" y="39434"/>
                      <a:pt x="13408" y="16325"/>
                      <a:pt x="8968" y="12685"/>
                    </a:cubicBezTo>
                    <a:lnTo>
                      <a:pt x="8968" y="12685"/>
                    </a:lnTo>
                    <a:cubicBezTo>
                      <a:pt x="13882" y="15026"/>
                      <a:pt x="25772" y="31014"/>
                      <a:pt x="39551" y="31014"/>
                    </a:cubicBezTo>
                    <a:cubicBezTo>
                      <a:pt x="40883" y="31014"/>
                      <a:pt x="42232" y="30865"/>
                      <a:pt x="43595" y="30539"/>
                    </a:cubicBezTo>
                    <a:cubicBezTo>
                      <a:pt x="55610" y="27668"/>
                      <a:pt x="49976" y="13162"/>
                      <a:pt x="49976" y="13162"/>
                    </a:cubicBezTo>
                    <a:cubicBezTo>
                      <a:pt x="49976" y="13162"/>
                      <a:pt x="41802" y="10255"/>
                      <a:pt x="36401" y="10255"/>
                    </a:cubicBezTo>
                    <a:cubicBezTo>
                      <a:pt x="34616" y="10255"/>
                      <a:pt x="33133" y="10573"/>
                      <a:pt x="32349" y="11419"/>
                    </a:cubicBezTo>
                    <a:cubicBezTo>
                      <a:pt x="31512" y="12324"/>
                      <a:pt x="30762" y="12688"/>
                      <a:pt x="29999" y="12688"/>
                    </a:cubicBezTo>
                    <a:cubicBezTo>
                      <a:pt x="27889" y="12688"/>
                      <a:pt x="25676" y="9904"/>
                      <a:pt x="21232" y="8060"/>
                    </a:cubicBezTo>
                    <a:cubicBezTo>
                      <a:pt x="15654" y="5747"/>
                      <a:pt x="9870" y="0"/>
                      <a:pt x="61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3"/>
              <p:cNvSpPr/>
              <p:nvPr/>
            </p:nvSpPr>
            <p:spPr>
              <a:xfrm>
                <a:off x="2765874" y="3817692"/>
                <a:ext cx="406611" cy="166710"/>
              </a:xfrm>
              <a:custGeom>
                <a:avLst/>
                <a:gdLst/>
                <a:ahLst/>
                <a:cxnLst/>
                <a:rect l="l" t="t" r="r" b="b"/>
                <a:pathLst>
                  <a:path w="18322" h="7512" extrusionOk="0">
                    <a:moveTo>
                      <a:pt x="16843" y="1"/>
                    </a:moveTo>
                    <a:cubicBezTo>
                      <a:pt x="15979" y="761"/>
                      <a:pt x="12053" y="1031"/>
                      <a:pt x="12053" y="1031"/>
                    </a:cubicBezTo>
                    <a:cubicBezTo>
                      <a:pt x="12053" y="1031"/>
                      <a:pt x="10203" y="2792"/>
                      <a:pt x="8242" y="3020"/>
                    </a:cubicBezTo>
                    <a:cubicBezTo>
                      <a:pt x="6281" y="3248"/>
                      <a:pt x="3264" y="3266"/>
                      <a:pt x="1633" y="4309"/>
                    </a:cubicBezTo>
                    <a:cubicBezTo>
                      <a:pt x="1" y="5351"/>
                      <a:pt x="1719" y="7130"/>
                      <a:pt x="3915" y="7399"/>
                    </a:cubicBezTo>
                    <a:cubicBezTo>
                      <a:pt x="4527" y="7474"/>
                      <a:pt x="5804" y="7512"/>
                      <a:pt x="7342" y="7512"/>
                    </a:cubicBezTo>
                    <a:cubicBezTo>
                      <a:pt x="11327" y="7512"/>
                      <a:pt x="17071" y="7262"/>
                      <a:pt x="17595" y="6770"/>
                    </a:cubicBezTo>
                    <a:cubicBezTo>
                      <a:pt x="18322" y="6089"/>
                      <a:pt x="17934" y="4733"/>
                      <a:pt x="17510" y="3679"/>
                    </a:cubicBezTo>
                    <a:cubicBezTo>
                      <a:pt x="17087" y="2624"/>
                      <a:pt x="16843" y="1"/>
                      <a:pt x="168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3"/>
              <p:cNvSpPr/>
              <p:nvPr/>
            </p:nvSpPr>
            <p:spPr>
              <a:xfrm>
                <a:off x="2771910" y="3918977"/>
                <a:ext cx="394472" cy="65446"/>
              </a:xfrm>
              <a:custGeom>
                <a:avLst/>
                <a:gdLst/>
                <a:ahLst/>
                <a:cxnLst/>
                <a:rect l="l" t="t" r="r" b="b"/>
                <a:pathLst>
                  <a:path w="17775" h="2949" extrusionOk="0">
                    <a:moveTo>
                      <a:pt x="1042" y="1"/>
                    </a:moveTo>
                    <a:lnTo>
                      <a:pt x="1042" y="1"/>
                    </a:lnTo>
                    <a:cubicBezTo>
                      <a:pt x="1" y="1055"/>
                      <a:pt x="1618" y="2587"/>
                      <a:pt x="3643" y="2837"/>
                    </a:cubicBezTo>
                    <a:cubicBezTo>
                      <a:pt x="4255" y="2911"/>
                      <a:pt x="5531" y="2949"/>
                      <a:pt x="7069" y="2949"/>
                    </a:cubicBezTo>
                    <a:cubicBezTo>
                      <a:pt x="11054" y="2949"/>
                      <a:pt x="16799" y="2699"/>
                      <a:pt x="17323" y="2206"/>
                    </a:cubicBezTo>
                    <a:cubicBezTo>
                      <a:pt x="17697" y="1857"/>
                      <a:pt x="17774" y="1329"/>
                      <a:pt x="17706" y="756"/>
                    </a:cubicBezTo>
                    <a:lnTo>
                      <a:pt x="17706" y="756"/>
                    </a:lnTo>
                    <a:cubicBezTo>
                      <a:pt x="17656" y="836"/>
                      <a:pt x="17595" y="910"/>
                      <a:pt x="17526" y="977"/>
                    </a:cubicBezTo>
                    <a:cubicBezTo>
                      <a:pt x="17002" y="1468"/>
                      <a:pt x="11260" y="1718"/>
                      <a:pt x="7276" y="1718"/>
                    </a:cubicBezTo>
                    <a:cubicBezTo>
                      <a:pt x="5736" y="1718"/>
                      <a:pt x="4459" y="1681"/>
                      <a:pt x="3846" y="1606"/>
                    </a:cubicBezTo>
                    <a:cubicBezTo>
                      <a:pt x="2543" y="1445"/>
                      <a:pt x="1408" y="754"/>
                      <a:pt x="104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3"/>
              <p:cNvSpPr/>
              <p:nvPr/>
            </p:nvSpPr>
            <p:spPr>
              <a:xfrm>
                <a:off x="2991745" y="2240923"/>
                <a:ext cx="250176" cy="370437"/>
              </a:xfrm>
              <a:custGeom>
                <a:avLst/>
                <a:gdLst/>
                <a:ahLst/>
                <a:cxnLst/>
                <a:rect l="l" t="t" r="r" b="b"/>
                <a:pathLst>
                  <a:path w="11273" h="16692" extrusionOk="0">
                    <a:moveTo>
                      <a:pt x="1290" y="0"/>
                    </a:moveTo>
                    <a:cubicBezTo>
                      <a:pt x="1071" y="0"/>
                      <a:pt x="888" y="38"/>
                      <a:pt x="748" y="112"/>
                    </a:cubicBezTo>
                    <a:cubicBezTo>
                      <a:pt x="1" y="511"/>
                      <a:pt x="1316" y="13582"/>
                      <a:pt x="3325" y="14971"/>
                    </a:cubicBezTo>
                    <a:cubicBezTo>
                      <a:pt x="3325" y="14971"/>
                      <a:pt x="3612" y="14900"/>
                      <a:pt x="4044" y="14900"/>
                    </a:cubicBezTo>
                    <a:cubicBezTo>
                      <a:pt x="4872" y="14900"/>
                      <a:pt x="6231" y="15162"/>
                      <a:pt x="7113" y="16691"/>
                    </a:cubicBezTo>
                    <a:cubicBezTo>
                      <a:pt x="9079" y="15389"/>
                      <a:pt x="11272" y="10560"/>
                      <a:pt x="11272" y="10560"/>
                    </a:cubicBezTo>
                    <a:cubicBezTo>
                      <a:pt x="11272" y="10560"/>
                      <a:pt x="7357" y="5892"/>
                      <a:pt x="5506" y="2366"/>
                    </a:cubicBezTo>
                    <a:cubicBezTo>
                      <a:pt x="3892" y="730"/>
                      <a:pt x="2249" y="0"/>
                      <a:pt x="1290" y="0"/>
                    </a:cubicBez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3"/>
              <p:cNvSpPr/>
              <p:nvPr/>
            </p:nvSpPr>
            <p:spPr>
              <a:xfrm>
                <a:off x="2771910" y="2177143"/>
                <a:ext cx="326829" cy="475852"/>
              </a:xfrm>
              <a:custGeom>
                <a:avLst/>
                <a:gdLst/>
                <a:ahLst/>
                <a:cxnLst/>
                <a:rect l="l" t="t" r="r" b="b"/>
                <a:pathLst>
                  <a:path w="14727" h="21442" extrusionOk="0">
                    <a:moveTo>
                      <a:pt x="7825" y="0"/>
                    </a:moveTo>
                    <a:cubicBezTo>
                      <a:pt x="7613" y="0"/>
                      <a:pt x="7378" y="20"/>
                      <a:pt x="7115" y="62"/>
                    </a:cubicBezTo>
                    <a:cubicBezTo>
                      <a:pt x="3254" y="682"/>
                      <a:pt x="1" y="4770"/>
                      <a:pt x="594" y="8241"/>
                    </a:cubicBezTo>
                    <a:cubicBezTo>
                      <a:pt x="594" y="8241"/>
                      <a:pt x="1514" y="13314"/>
                      <a:pt x="2383" y="13394"/>
                    </a:cubicBezTo>
                    <a:cubicBezTo>
                      <a:pt x="3251" y="13476"/>
                      <a:pt x="2960" y="14693"/>
                      <a:pt x="2918" y="15551"/>
                    </a:cubicBezTo>
                    <a:cubicBezTo>
                      <a:pt x="2878" y="16408"/>
                      <a:pt x="2809" y="17331"/>
                      <a:pt x="3248" y="17617"/>
                    </a:cubicBezTo>
                    <a:cubicBezTo>
                      <a:pt x="3348" y="17683"/>
                      <a:pt x="3492" y="17708"/>
                      <a:pt x="3654" y="17708"/>
                    </a:cubicBezTo>
                    <a:cubicBezTo>
                      <a:pt x="4199" y="17708"/>
                      <a:pt x="4952" y="17420"/>
                      <a:pt x="4952" y="17420"/>
                    </a:cubicBezTo>
                    <a:cubicBezTo>
                      <a:pt x="4952" y="17420"/>
                      <a:pt x="5407" y="18057"/>
                      <a:pt x="5380" y="18290"/>
                    </a:cubicBezTo>
                    <a:cubicBezTo>
                      <a:pt x="5434" y="18429"/>
                      <a:pt x="5603" y="18467"/>
                      <a:pt x="5773" y="18467"/>
                    </a:cubicBezTo>
                    <a:cubicBezTo>
                      <a:pt x="5980" y="18467"/>
                      <a:pt x="6187" y="18411"/>
                      <a:pt x="6187" y="18411"/>
                    </a:cubicBezTo>
                    <a:cubicBezTo>
                      <a:pt x="6187" y="18411"/>
                      <a:pt x="7329" y="17171"/>
                      <a:pt x="7526" y="16599"/>
                    </a:cubicBezTo>
                    <a:lnTo>
                      <a:pt x="7526" y="16599"/>
                    </a:lnTo>
                    <a:cubicBezTo>
                      <a:pt x="8403" y="18071"/>
                      <a:pt x="6852" y="19041"/>
                      <a:pt x="6723" y="19144"/>
                    </a:cubicBezTo>
                    <a:cubicBezTo>
                      <a:pt x="6615" y="19230"/>
                      <a:pt x="6781" y="19441"/>
                      <a:pt x="7057" y="19441"/>
                    </a:cubicBezTo>
                    <a:cubicBezTo>
                      <a:pt x="7114" y="19441"/>
                      <a:pt x="7176" y="19432"/>
                      <a:pt x="7241" y="19411"/>
                    </a:cubicBezTo>
                    <a:cubicBezTo>
                      <a:pt x="7282" y="19397"/>
                      <a:pt x="7325" y="19391"/>
                      <a:pt x="7369" y="19391"/>
                    </a:cubicBezTo>
                    <a:cubicBezTo>
                      <a:pt x="7730" y="19391"/>
                      <a:pt x="8162" y="19838"/>
                      <a:pt x="8220" y="20680"/>
                    </a:cubicBezTo>
                    <a:cubicBezTo>
                      <a:pt x="8252" y="21140"/>
                      <a:pt x="8680" y="21441"/>
                      <a:pt x="9250" y="21441"/>
                    </a:cubicBezTo>
                    <a:cubicBezTo>
                      <a:pt x="9851" y="21441"/>
                      <a:pt x="10609" y="21107"/>
                      <a:pt x="11228" y="20272"/>
                    </a:cubicBezTo>
                    <a:cubicBezTo>
                      <a:pt x="12435" y="18642"/>
                      <a:pt x="14548" y="16677"/>
                      <a:pt x="14637" y="15326"/>
                    </a:cubicBezTo>
                    <a:cubicBezTo>
                      <a:pt x="14726" y="13975"/>
                      <a:pt x="12739" y="11218"/>
                      <a:pt x="12739" y="11218"/>
                    </a:cubicBezTo>
                    <a:cubicBezTo>
                      <a:pt x="12739" y="11218"/>
                      <a:pt x="11605" y="9152"/>
                      <a:pt x="10293" y="6369"/>
                    </a:cubicBezTo>
                    <a:cubicBezTo>
                      <a:pt x="9069" y="3774"/>
                      <a:pt x="10719" y="0"/>
                      <a:pt x="7825" y="0"/>
                    </a:cubicBez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3"/>
              <p:cNvSpPr/>
              <p:nvPr/>
            </p:nvSpPr>
            <p:spPr>
              <a:xfrm>
                <a:off x="2687957" y="2142590"/>
                <a:ext cx="499908" cy="530112"/>
              </a:xfrm>
              <a:custGeom>
                <a:avLst/>
                <a:gdLst/>
                <a:ahLst/>
                <a:cxnLst/>
                <a:rect l="l" t="t" r="r" b="b"/>
                <a:pathLst>
                  <a:path w="22526" h="23887" extrusionOk="0">
                    <a:moveTo>
                      <a:pt x="9708" y="0"/>
                    </a:moveTo>
                    <a:cubicBezTo>
                      <a:pt x="8178" y="0"/>
                      <a:pt x="6792" y="689"/>
                      <a:pt x="5628" y="1856"/>
                    </a:cubicBezTo>
                    <a:cubicBezTo>
                      <a:pt x="3659" y="3828"/>
                      <a:pt x="0" y="7195"/>
                      <a:pt x="2856" y="12550"/>
                    </a:cubicBezTo>
                    <a:cubicBezTo>
                      <a:pt x="3935" y="11943"/>
                      <a:pt x="4651" y="11127"/>
                      <a:pt x="4651" y="11127"/>
                    </a:cubicBezTo>
                    <a:cubicBezTo>
                      <a:pt x="4651" y="11127"/>
                      <a:pt x="6652" y="9912"/>
                      <a:pt x="7425" y="8066"/>
                    </a:cubicBezTo>
                    <a:cubicBezTo>
                      <a:pt x="7601" y="7644"/>
                      <a:pt x="7760" y="7475"/>
                      <a:pt x="7901" y="7475"/>
                    </a:cubicBezTo>
                    <a:cubicBezTo>
                      <a:pt x="8378" y="7475"/>
                      <a:pt x="8645" y="9416"/>
                      <a:pt x="8659" y="10134"/>
                    </a:cubicBezTo>
                    <a:cubicBezTo>
                      <a:pt x="8677" y="11063"/>
                      <a:pt x="10163" y="11238"/>
                      <a:pt x="11042" y="11363"/>
                    </a:cubicBezTo>
                    <a:cubicBezTo>
                      <a:pt x="11921" y="11487"/>
                      <a:pt x="13005" y="13804"/>
                      <a:pt x="12814" y="14742"/>
                    </a:cubicBezTo>
                    <a:cubicBezTo>
                      <a:pt x="12623" y="15680"/>
                      <a:pt x="11942" y="16528"/>
                      <a:pt x="12909" y="17517"/>
                    </a:cubicBezTo>
                    <a:cubicBezTo>
                      <a:pt x="13876" y="18506"/>
                      <a:pt x="14212" y="20205"/>
                      <a:pt x="13482" y="21022"/>
                    </a:cubicBezTo>
                    <a:cubicBezTo>
                      <a:pt x="12930" y="21640"/>
                      <a:pt x="12602" y="21912"/>
                      <a:pt x="12269" y="21912"/>
                    </a:cubicBezTo>
                    <a:cubicBezTo>
                      <a:pt x="12162" y="21912"/>
                      <a:pt x="12054" y="21884"/>
                      <a:pt x="11938" y="21830"/>
                    </a:cubicBezTo>
                    <a:lnTo>
                      <a:pt x="11938" y="21830"/>
                    </a:lnTo>
                    <a:cubicBezTo>
                      <a:pt x="11912" y="22896"/>
                      <a:pt x="12708" y="23886"/>
                      <a:pt x="12708" y="23886"/>
                    </a:cubicBezTo>
                    <a:cubicBezTo>
                      <a:pt x="12708" y="23886"/>
                      <a:pt x="14072" y="23738"/>
                      <a:pt x="15728" y="22382"/>
                    </a:cubicBezTo>
                    <a:cubicBezTo>
                      <a:pt x="17385" y="21028"/>
                      <a:pt x="18544" y="18157"/>
                      <a:pt x="18282" y="17457"/>
                    </a:cubicBezTo>
                    <a:cubicBezTo>
                      <a:pt x="18021" y="16757"/>
                      <a:pt x="16298" y="16718"/>
                      <a:pt x="15359" y="15382"/>
                    </a:cubicBezTo>
                    <a:cubicBezTo>
                      <a:pt x="14423" y="14047"/>
                      <a:pt x="12375" y="9794"/>
                      <a:pt x="13824" y="8765"/>
                    </a:cubicBezTo>
                    <a:cubicBezTo>
                      <a:pt x="14366" y="8379"/>
                      <a:pt x="14761" y="8242"/>
                      <a:pt x="15085" y="8242"/>
                    </a:cubicBezTo>
                    <a:cubicBezTo>
                      <a:pt x="15628" y="8242"/>
                      <a:pt x="15975" y="8625"/>
                      <a:pt x="16486" y="8870"/>
                    </a:cubicBezTo>
                    <a:cubicBezTo>
                      <a:pt x="17304" y="9261"/>
                      <a:pt x="18269" y="11267"/>
                      <a:pt x="19595" y="11829"/>
                    </a:cubicBezTo>
                    <a:cubicBezTo>
                      <a:pt x="20071" y="12030"/>
                      <a:pt x="20582" y="12095"/>
                      <a:pt x="21042" y="12095"/>
                    </a:cubicBezTo>
                    <a:cubicBezTo>
                      <a:pt x="21866" y="12095"/>
                      <a:pt x="22526" y="11888"/>
                      <a:pt x="22526" y="11888"/>
                    </a:cubicBezTo>
                    <a:cubicBezTo>
                      <a:pt x="22526" y="11888"/>
                      <a:pt x="19884" y="6840"/>
                      <a:pt x="19268" y="5041"/>
                    </a:cubicBezTo>
                    <a:cubicBezTo>
                      <a:pt x="18693" y="3365"/>
                      <a:pt x="17033" y="1021"/>
                      <a:pt x="13795" y="1021"/>
                    </a:cubicBezTo>
                    <a:cubicBezTo>
                      <a:pt x="13559" y="1021"/>
                      <a:pt x="13315" y="1033"/>
                      <a:pt x="13063" y="1059"/>
                    </a:cubicBezTo>
                    <a:cubicBezTo>
                      <a:pt x="11893" y="330"/>
                      <a:pt x="10766" y="0"/>
                      <a:pt x="9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3"/>
              <p:cNvSpPr/>
              <p:nvPr/>
            </p:nvSpPr>
            <p:spPr>
              <a:xfrm>
                <a:off x="2769136" y="2142568"/>
                <a:ext cx="418728" cy="515110"/>
              </a:xfrm>
              <a:custGeom>
                <a:avLst/>
                <a:gdLst/>
                <a:ahLst/>
                <a:cxnLst/>
                <a:rect l="l" t="t" r="r" b="b"/>
                <a:pathLst>
                  <a:path w="18868" h="23211" extrusionOk="0">
                    <a:moveTo>
                      <a:pt x="6049" y="1"/>
                    </a:moveTo>
                    <a:cubicBezTo>
                      <a:pt x="4520" y="1"/>
                      <a:pt x="3134" y="689"/>
                      <a:pt x="1970" y="1855"/>
                    </a:cubicBezTo>
                    <a:cubicBezTo>
                      <a:pt x="1" y="3829"/>
                      <a:pt x="993" y="11128"/>
                      <a:pt x="993" y="11128"/>
                    </a:cubicBezTo>
                    <a:cubicBezTo>
                      <a:pt x="993" y="11128"/>
                      <a:pt x="2994" y="9913"/>
                      <a:pt x="3767" y="8067"/>
                    </a:cubicBezTo>
                    <a:cubicBezTo>
                      <a:pt x="4053" y="7383"/>
                      <a:pt x="4446" y="7130"/>
                      <a:pt x="4827" y="7130"/>
                    </a:cubicBezTo>
                    <a:cubicBezTo>
                      <a:pt x="5476" y="7130"/>
                      <a:pt x="6093" y="7860"/>
                      <a:pt x="6104" y="8445"/>
                    </a:cubicBezTo>
                    <a:cubicBezTo>
                      <a:pt x="6123" y="9374"/>
                      <a:pt x="7342" y="10575"/>
                      <a:pt x="8221" y="10699"/>
                    </a:cubicBezTo>
                    <a:cubicBezTo>
                      <a:pt x="9099" y="10824"/>
                      <a:pt x="9788" y="14211"/>
                      <a:pt x="9596" y="15148"/>
                    </a:cubicBezTo>
                    <a:cubicBezTo>
                      <a:pt x="9406" y="16086"/>
                      <a:pt x="8284" y="16529"/>
                      <a:pt x="9251" y="17518"/>
                    </a:cubicBezTo>
                    <a:cubicBezTo>
                      <a:pt x="10219" y="18507"/>
                      <a:pt x="10555" y="20206"/>
                      <a:pt x="9825" y="21023"/>
                    </a:cubicBezTo>
                    <a:cubicBezTo>
                      <a:pt x="9744" y="21112"/>
                      <a:pt x="9672" y="21192"/>
                      <a:pt x="9600" y="21267"/>
                    </a:cubicBezTo>
                    <a:cubicBezTo>
                      <a:pt x="9898" y="21986"/>
                      <a:pt x="10326" y="22646"/>
                      <a:pt x="10863" y="23210"/>
                    </a:cubicBezTo>
                    <a:cubicBezTo>
                      <a:pt x="11289" y="22970"/>
                      <a:pt x="11693" y="22694"/>
                      <a:pt x="12070" y="22383"/>
                    </a:cubicBezTo>
                    <a:cubicBezTo>
                      <a:pt x="13726" y="21029"/>
                      <a:pt x="14886" y="18157"/>
                      <a:pt x="14624" y="17457"/>
                    </a:cubicBezTo>
                    <a:cubicBezTo>
                      <a:pt x="14363" y="16757"/>
                      <a:pt x="12640" y="16719"/>
                      <a:pt x="11701" y="15383"/>
                    </a:cubicBezTo>
                    <a:cubicBezTo>
                      <a:pt x="10765" y="14048"/>
                      <a:pt x="8717" y="9794"/>
                      <a:pt x="10166" y="8764"/>
                    </a:cubicBezTo>
                    <a:cubicBezTo>
                      <a:pt x="10707" y="8379"/>
                      <a:pt x="11102" y="8242"/>
                      <a:pt x="11427" y="8242"/>
                    </a:cubicBezTo>
                    <a:cubicBezTo>
                      <a:pt x="11970" y="8242"/>
                      <a:pt x="12317" y="8626"/>
                      <a:pt x="12828" y="8870"/>
                    </a:cubicBezTo>
                    <a:cubicBezTo>
                      <a:pt x="13646" y="9261"/>
                      <a:pt x="14611" y="11267"/>
                      <a:pt x="15937" y="11830"/>
                    </a:cubicBezTo>
                    <a:cubicBezTo>
                      <a:pt x="16413" y="12031"/>
                      <a:pt x="16924" y="12096"/>
                      <a:pt x="17384" y="12096"/>
                    </a:cubicBezTo>
                    <a:cubicBezTo>
                      <a:pt x="18208" y="12096"/>
                      <a:pt x="18868" y="11889"/>
                      <a:pt x="18868" y="11889"/>
                    </a:cubicBezTo>
                    <a:cubicBezTo>
                      <a:pt x="18868" y="11889"/>
                      <a:pt x="16226" y="6839"/>
                      <a:pt x="15610" y="5042"/>
                    </a:cubicBezTo>
                    <a:cubicBezTo>
                      <a:pt x="15036" y="3366"/>
                      <a:pt x="13374" y="1021"/>
                      <a:pt x="10135" y="1021"/>
                    </a:cubicBezTo>
                    <a:cubicBezTo>
                      <a:pt x="9900" y="1021"/>
                      <a:pt x="9657" y="1033"/>
                      <a:pt x="9405" y="1059"/>
                    </a:cubicBezTo>
                    <a:cubicBezTo>
                      <a:pt x="8235" y="330"/>
                      <a:pt x="7108" y="1"/>
                      <a:pt x="60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3"/>
              <p:cNvSpPr/>
              <p:nvPr/>
            </p:nvSpPr>
            <p:spPr>
              <a:xfrm>
                <a:off x="2975434" y="2315688"/>
                <a:ext cx="95827" cy="113714"/>
              </a:xfrm>
              <a:custGeom>
                <a:avLst/>
                <a:gdLst/>
                <a:ahLst/>
                <a:cxnLst/>
                <a:rect l="l" t="t" r="r" b="b"/>
                <a:pathLst>
                  <a:path w="4318" h="5124" extrusionOk="0">
                    <a:moveTo>
                      <a:pt x="1336" y="1"/>
                    </a:moveTo>
                    <a:cubicBezTo>
                      <a:pt x="0" y="1"/>
                      <a:pt x="219" y="1960"/>
                      <a:pt x="558" y="2359"/>
                    </a:cubicBezTo>
                    <a:cubicBezTo>
                      <a:pt x="917" y="2779"/>
                      <a:pt x="1802" y="3832"/>
                      <a:pt x="1802" y="3832"/>
                    </a:cubicBezTo>
                    <a:cubicBezTo>
                      <a:pt x="1802" y="3832"/>
                      <a:pt x="2208" y="4551"/>
                      <a:pt x="2659" y="5004"/>
                    </a:cubicBezTo>
                    <a:cubicBezTo>
                      <a:pt x="2740" y="5086"/>
                      <a:pt x="2847" y="5124"/>
                      <a:pt x="2967" y="5124"/>
                    </a:cubicBezTo>
                    <a:cubicBezTo>
                      <a:pt x="3510" y="5124"/>
                      <a:pt x="4318" y="4358"/>
                      <a:pt x="4238" y="3509"/>
                    </a:cubicBezTo>
                    <a:cubicBezTo>
                      <a:pt x="4140" y="2472"/>
                      <a:pt x="3145" y="246"/>
                      <a:pt x="1562" y="18"/>
                    </a:cubicBezTo>
                    <a:cubicBezTo>
                      <a:pt x="1482" y="6"/>
                      <a:pt x="1407" y="1"/>
                      <a:pt x="1336" y="1"/>
                    </a:cubicBez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3"/>
              <p:cNvSpPr/>
              <p:nvPr/>
            </p:nvSpPr>
            <p:spPr>
              <a:xfrm>
                <a:off x="2637714" y="2202464"/>
                <a:ext cx="668593" cy="148668"/>
              </a:xfrm>
              <a:custGeom>
                <a:avLst/>
                <a:gdLst/>
                <a:ahLst/>
                <a:cxnLst/>
                <a:rect l="l" t="t" r="r" b="b"/>
                <a:pathLst>
                  <a:path w="30127" h="6699" extrusionOk="0">
                    <a:moveTo>
                      <a:pt x="3209" y="1"/>
                    </a:moveTo>
                    <a:cubicBezTo>
                      <a:pt x="2173" y="1"/>
                      <a:pt x="1333" y="215"/>
                      <a:pt x="1114" y="903"/>
                    </a:cubicBezTo>
                    <a:cubicBezTo>
                      <a:pt x="1" y="4395"/>
                      <a:pt x="15349" y="6699"/>
                      <a:pt x="22483" y="6699"/>
                    </a:cubicBezTo>
                    <a:cubicBezTo>
                      <a:pt x="22986" y="6699"/>
                      <a:pt x="23448" y="6687"/>
                      <a:pt x="23861" y="6664"/>
                    </a:cubicBezTo>
                    <a:cubicBezTo>
                      <a:pt x="30127" y="6311"/>
                      <a:pt x="27774" y="3839"/>
                      <a:pt x="20986" y="2713"/>
                    </a:cubicBezTo>
                    <a:lnTo>
                      <a:pt x="9313" y="1294"/>
                    </a:lnTo>
                    <a:cubicBezTo>
                      <a:pt x="9313" y="1294"/>
                      <a:pt x="8135" y="599"/>
                      <a:pt x="7853" y="580"/>
                    </a:cubicBezTo>
                    <a:cubicBezTo>
                      <a:pt x="6885" y="514"/>
                      <a:pt x="4812" y="1"/>
                      <a:pt x="32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3"/>
              <p:cNvSpPr/>
              <p:nvPr/>
            </p:nvSpPr>
            <p:spPr>
              <a:xfrm>
                <a:off x="2767538" y="2083936"/>
                <a:ext cx="380047" cy="217265"/>
              </a:xfrm>
              <a:custGeom>
                <a:avLst/>
                <a:gdLst/>
                <a:ahLst/>
                <a:cxnLst/>
                <a:rect l="l" t="t" r="r" b="b"/>
                <a:pathLst>
                  <a:path w="17125" h="9790" extrusionOk="0">
                    <a:moveTo>
                      <a:pt x="4882" y="1"/>
                    </a:moveTo>
                    <a:cubicBezTo>
                      <a:pt x="4174" y="1"/>
                      <a:pt x="3692" y="87"/>
                      <a:pt x="3580" y="296"/>
                    </a:cubicBezTo>
                    <a:cubicBezTo>
                      <a:pt x="3075" y="1243"/>
                      <a:pt x="752" y="6086"/>
                      <a:pt x="752" y="6086"/>
                    </a:cubicBezTo>
                    <a:cubicBezTo>
                      <a:pt x="1" y="7429"/>
                      <a:pt x="5371" y="8727"/>
                      <a:pt x="9280" y="9178"/>
                    </a:cubicBezTo>
                    <a:cubicBezTo>
                      <a:pt x="11679" y="9455"/>
                      <a:pt x="13531" y="9790"/>
                      <a:pt x="14810" y="9790"/>
                    </a:cubicBezTo>
                    <a:cubicBezTo>
                      <a:pt x="15614" y="9790"/>
                      <a:pt x="16191" y="9657"/>
                      <a:pt x="16536" y="9295"/>
                    </a:cubicBezTo>
                    <a:cubicBezTo>
                      <a:pt x="17125" y="5259"/>
                      <a:pt x="16570" y="2161"/>
                      <a:pt x="14449" y="1565"/>
                    </a:cubicBezTo>
                    <a:cubicBezTo>
                      <a:pt x="12686" y="1069"/>
                      <a:pt x="7380" y="1"/>
                      <a:pt x="48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3"/>
              <p:cNvSpPr/>
              <p:nvPr/>
            </p:nvSpPr>
            <p:spPr>
              <a:xfrm>
                <a:off x="2762434" y="2703828"/>
                <a:ext cx="581799" cy="424853"/>
              </a:xfrm>
              <a:custGeom>
                <a:avLst/>
                <a:gdLst/>
                <a:ahLst/>
                <a:cxnLst/>
                <a:rect l="l" t="t" r="r" b="b"/>
                <a:pathLst>
                  <a:path w="26216" h="19144" extrusionOk="0">
                    <a:moveTo>
                      <a:pt x="6207" y="0"/>
                    </a:moveTo>
                    <a:cubicBezTo>
                      <a:pt x="5903" y="0"/>
                      <a:pt x="5585" y="24"/>
                      <a:pt x="5252" y="49"/>
                    </a:cubicBezTo>
                    <a:cubicBezTo>
                      <a:pt x="4858" y="79"/>
                      <a:pt x="4253" y="86"/>
                      <a:pt x="3606" y="86"/>
                    </a:cubicBezTo>
                    <a:cubicBezTo>
                      <a:pt x="3057" y="86"/>
                      <a:pt x="2477" y="81"/>
                      <a:pt x="1971" y="81"/>
                    </a:cubicBezTo>
                    <a:cubicBezTo>
                      <a:pt x="1406" y="81"/>
                      <a:pt x="934" y="87"/>
                      <a:pt x="698" y="113"/>
                    </a:cubicBezTo>
                    <a:cubicBezTo>
                      <a:pt x="0" y="191"/>
                      <a:pt x="330" y="257"/>
                      <a:pt x="623" y="376"/>
                    </a:cubicBezTo>
                    <a:cubicBezTo>
                      <a:pt x="914" y="495"/>
                      <a:pt x="2801" y="776"/>
                      <a:pt x="2801" y="776"/>
                    </a:cubicBezTo>
                    <a:cubicBezTo>
                      <a:pt x="2801" y="776"/>
                      <a:pt x="1738" y="825"/>
                      <a:pt x="1360" y="1134"/>
                    </a:cubicBezTo>
                    <a:cubicBezTo>
                      <a:pt x="983" y="1443"/>
                      <a:pt x="0" y="1114"/>
                      <a:pt x="834" y="2437"/>
                    </a:cubicBezTo>
                    <a:cubicBezTo>
                      <a:pt x="230" y="4045"/>
                      <a:pt x="2310" y="3517"/>
                      <a:pt x="3027" y="3805"/>
                    </a:cubicBezTo>
                    <a:cubicBezTo>
                      <a:pt x="3111" y="4143"/>
                      <a:pt x="3585" y="4744"/>
                      <a:pt x="4411" y="5183"/>
                    </a:cubicBezTo>
                    <a:cubicBezTo>
                      <a:pt x="5235" y="5624"/>
                      <a:pt x="7230" y="5415"/>
                      <a:pt x="8260" y="5518"/>
                    </a:cubicBezTo>
                    <a:cubicBezTo>
                      <a:pt x="9290" y="5622"/>
                      <a:pt x="10435" y="7059"/>
                      <a:pt x="12247" y="9694"/>
                    </a:cubicBezTo>
                    <a:cubicBezTo>
                      <a:pt x="14036" y="12296"/>
                      <a:pt x="20141" y="19144"/>
                      <a:pt x="22367" y="19144"/>
                    </a:cubicBezTo>
                    <a:cubicBezTo>
                      <a:pt x="22395" y="19144"/>
                      <a:pt x="22422" y="19143"/>
                      <a:pt x="22449" y="19141"/>
                    </a:cubicBezTo>
                    <a:cubicBezTo>
                      <a:pt x="24602" y="18964"/>
                      <a:pt x="26215" y="11964"/>
                      <a:pt x="26215" y="11964"/>
                    </a:cubicBezTo>
                    <a:lnTo>
                      <a:pt x="20230" y="7104"/>
                    </a:lnTo>
                    <a:cubicBezTo>
                      <a:pt x="20230" y="7104"/>
                      <a:pt x="19712" y="10451"/>
                      <a:pt x="19339" y="10936"/>
                    </a:cubicBezTo>
                    <a:cubicBezTo>
                      <a:pt x="18145" y="10275"/>
                      <a:pt x="11365" y="4914"/>
                      <a:pt x="10606" y="4362"/>
                    </a:cubicBezTo>
                    <a:cubicBezTo>
                      <a:pt x="9846" y="3810"/>
                      <a:pt x="8914" y="1410"/>
                      <a:pt x="8104" y="655"/>
                    </a:cubicBezTo>
                    <a:cubicBezTo>
                      <a:pt x="7539" y="127"/>
                      <a:pt x="6910" y="0"/>
                      <a:pt x="6207" y="0"/>
                    </a:cubicBez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3"/>
              <p:cNvSpPr/>
              <p:nvPr/>
            </p:nvSpPr>
            <p:spPr>
              <a:xfrm>
                <a:off x="3183884" y="2542402"/>
                <a:ext cx="284796" cy="463845"/>
              </a:xfrm>
              <a:custGeom>
                <a:avLst/>
                <a:gdLst/>
                <a:ahLst/>
                <a:cxnLst/>
                <a:rect l="l" t="t" r="r" b="b"/>
                <a:pathLst>
                  <a:path w="12833" h="20901" extrusionOk="0">
                    <a:moveTo>
                      <a:pt x="6550" y="0"/>
                    </a:moveTo>
                    <a:cubicBezTo>
                      <a:pt x="5771" y="0"/>
                      <a:pt x="5067" y="253"/>
                      <a:pt x="4575" y="622"/>
                    </a:cubicBezTo>
                    <a:cubicBezTo>
                      <a:pt x="3002" y="1802"/>
                      <a:pt x="1671" y="5489"/>
                      <a:pt x="1793" y="8630"/>
                    </a:cubicBezTo>
                    <a:cubicBezTo>
                      <a:pt x="1915" y="11771"/>
                      <a:pt x="1" y="17539"/>
                      <a:pt x="1" y="17539"/>
                    </a:cubicBezTo>
                    <a:cubicBezTo>
                      <a:pt x="2929" y="18248"/>
                      <a:pt x="7648" y="20901"/>
                      <a:pt x="7648" y="20901"/>
                    </a:cubicBezTo>
                    <a:cubicBezTo>
                      <a:pt x="7648" y="20901"/>
                      <a:pt x="8614" y="19777"/>
                      <a:pt x="9175" y="17414"/>
                    </a:cubicBezTo>
                    <a:cubicBezTo>
                      <a:pt x="9736" y="15052"/>
                      <a:pt x="12833" y="10767"/>
                      <a:pt x="11356" y="5107"/>
                    </a:cubicBezTo>
                    <a:cubicBezTo>
                      <a:pt x="10341" y="1219"/>
                      <a:pt x="8262" y="0"/>
                      <a:pt x="6550" y="0"/>
                    </a:cubicBezTo>
                    <a:close/>
                  </a:path>
                </a:pathLst>
              </a:custGeom>
              <a:solidFill>
                <a:srgbClr val="03B4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3"/>
              <p:cNvSpPr/>
              <p:nvPr/>
            </p:nvSpPr>
            <p:spPr>
              <a:xfrm>
                <a:off x="2645659" y="2575291"/>
                <a:ext cx="135197" cy="143741"/>
              </a:xfrm>
              <a:custGeom>
                <a:avLst/>
                <a:gdLst/>
                <a:ahLst/>
                <a:cxnLst/>
                <a:rect l="l" t="t" r="r" b="b"/>
                <a:pathLst>
                  <a:path w="6092" h="6477" extrusionOk="0">
                    <a:moveTo>
                      <a:pt x="583" y="1"/>
                    </a:moveTo>
                    <a:cubicBezTo>
                      <a:pt x="220" y="1"/>
                      <a:pt x="0" y="438"/>
                      <a:pt x="212" y="745"/>
                    </a:cubicBezTo>
                    <a:cubicBezTo>
                      <a:pt x="509" y="1173"/>
                      <a:pt x="5054" y="6477"/>
                      <a:pt x="5054" y="6477"/>
                    </a:cubicBezTo>
                    <a:lnTo>
                      <a:pt x="6091" y="6220"/>
                    </a:lnTo>
                    <a:cubicBezTo>
                      <a:pt x="6091" y="6220"/>
                      <a:pt x="1675" y="860"/>
                      <a:pt x="1069" y="246"/>
                    </a:cubicBezTo>
                    <a:cubicBezTo>
                      <a:pt x="896" y="70"/>
                      <a:pt x="728" y="1"/>
                      <a:pt x="5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3"/>
              <p:cNvSpPr/>
              <p:nvPr/>
            </p:nvSpPr>
            <p:spPr>
              <a:xfrm>
                <a:off x="3109496" y="2443958"/>
                <a:ext cx="827225" cy="915041"/>
              </a:xfrm>
              <a:custGeom>
                <a:avLst/>
                <a:gdLst/>
                <a:ahLst/>
                <a:cxnLst/>
                <a:rect l="l" t="t" r="r" b="b"/>
                <a:pathLst>
                  <a:path w="37275" h="41232" extrusionOk="0">
                    <a:moveTo>
                      <a:pt x="5745" y="1"/>
                    </a:moveTo>
                    <a:cubicBezTo>
                      <a:pt x="5506" y="1"/>
                      <a:pt x="5305" y="13"/>
                      <a:pt x="5155" y="41"/>
                    </a:cubicBezTo>
                    <a:cubicBezTo>
                      <a:pt x="3161" y="2368"/>
                      <a:pt x="1" y="9858"/>
                      <a:pt x="1085" y="13650"/>
                    </a:cubicBezTo>
                    <a:cubicBezTo>
                      <a:pt x="2169" y="17443"/>
                      <a:pt x="10930" y="27280"/>
                      <a:pt x="11885" y="29297"/>
                    </a:cubicBezTo>
                    <a:cubicBezTo>
                      <a:pt x="12252" y="30069"/>
                      <a:pt x="12871" y="31697"/>
                      <a:pt x="12871" y="31697"/>
                    </a:cubicBezTo>
                    <a:cubicBezTo>
                      <a:pt x="12871" y="31697"/>
                      <a:pt x="21789" y="41231"/>
                      <a:pt x="29767" y="41231"/>
                    </a:cubicBezTo>
                    <a:cubicBezTo>
                      <a:pt x="32515" y="41231"/>
                      <a:pt x="35152" y="40100"/>
                      <a:pt x="37274" y="37059"/>
                    </a:cubicBezTo>
                    <a:cubicBezTo>
                      <a:pt x="32431" y="21810"/>
                      <a:pt x="22349" y="3988"/>
                      <a:pt x="11327" y="683"/>
                    </a:cubicBezTo>
                    <a:cubicBezTo>
                      <a:pt x="11327" y="683"/>
                      <a:pt x="7517" y="1"/>
                      <a:pt x="574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3"/>
              <p:cNvSpPr/>
              <p:nvPr/>
            </p:nvSpPr>
            <p:spPr>
              <a:xfrm>
                <a:off x="2720269" y="2698413"/>
                <a:ext cx="593427" cy="473765"/>
              </a:xfrm>
              <a:custGeom>
                <a:avLst/>
                <a:gdLst/>
                <a:ahLst/>
                <a:cxnLst/>
                <a:rect l="l" t="t" r="r" b="b"/>
                <a:pathLst>
                  <a:path w="26740" h="21348" extrusionOk="0">
                    <a:moveTo>
                      <a:pt x="789" y="0"/>
                    </a:moveTo>
                    <a:cubicBezTo>
                      <a:pt x="755" y="0"/>
                      <a:pt x="725" y="2"/>
                      <a:pt x="698" y="5"/>
                    </a:cubicBezTo>
                    <a:cubicBezTo>
                      <a:pt x="0" y="81"/>
                      <a:pt x="238" y="978"/>
                      <a:pt x="595" y="1242"/>
                    </a:cubicBezTo>
                    <a:cubicBezTo>
                      <a:pt x="1170" y="1667"/>
                      <a:pt x="2935" y="2270"/>
                      <a:pt x="2935" y="2270"/>
                    </a:cubicBezTo>
                    <a:cubicBezTo>
                      <a:pt x="2935" y="2270"/>
                      <a:pt x="1870" y="2319"/>
                      <a:pt x="1493" y="2628"/>
                    </a:cubicBezTo>
                    <a:cubicBezTo>
                      <a:pt x="1117" y="2936"/>
                      <a:pt x="1323" y="3244"/>
                      <a:pt x="1770" y="3743"/>
                    </a:cubicBezTo>
                    <a:cubicBezTo>
                      <a:pt x="1524" y="4342"/>
                      <a:pt x="2444" y="5010"/>
                      <a:pt x="3161" y="5299"/>
                    </a:cubicBezTo>
                    <a:cubicBezTo>
                      <a:pt x="3244" y="5636"/>
                      <a:pt x="3717" y="6238"/>
                      <a:pt x="4543" y="6678"/>
                    </a:cubicBezTo>
                    <a:cubicBezTo>
                      <a:pt x="5369" y="7117"/>
                      <a:pt x="7363" y="6909"/>
                      <a:pt x="8393" y="7013"/>
                    </a:cubicBezTo>
                    <a:cubicBezTo>
                      <a:pt x="9423" y="7115"/>
                      <a:pt x="10569" y="8554"/>
                      <a:pt x="12381" y="11188"/>
                    </a:cubicBezTo>
                    <a:cubicBezTo>
                      <a:pt x="14172" y="13793"/>
                      <a:pt x="19930" y="21347"/>
                      <a:pt x="22144" y="21347"/>
                    </a:cubicBezTo>
                    <a:cubicBezTo>
                      <a:pt x="22169" y="21347"/>
                      <a:pt x="22194" y="21347"/>
                      <a:pt x="22218" y="21345"/>
                    </a:cubicBezTo>
                    <a:cubicBezTo>
                      <a:pt x="24373" y="21168"/>
                      <a:pt x="26740" y="13377"/>
                      <a:pt x="26740" y="13377"/>
                    </a:cubicBezTo>
                    <a:lnTo>
                      <a:pt x="22019" y="8289"/>
                    </a:lnTo>
                    <a:cubicBezTo>
                      <a:pt x="22019" y="8289"/>
                      <a:pt x="21663" y="12211"/>
                      <a:pt x="20680" y="12981"/>
                    </a:cubicBezTo>
                    <a:cubicBezTo>
                      <a:pt x="19488" y="12320"/>
                      <a:pt x="10844" y="4754"/>
                      <a:pt x="10086" y="4201"/>
                    </a:cubicBezTo>
                    <a:cubicBezTo>
                      <a:pt x="9326" y="3649"/>
                      <a:pt x="8551" y="1784"/>
                      <a:pt x="7743" y="1029"/>
                    </a:cubicBezTo>
                    <a:cubicBezTo>
                      <a:pt x="7383" y="692"/>
                      <a:pt x="7082" y="592"/>
                      <a:pt x="6762" y="592"/>
                    </a:cubicBezTo>
                    <a:cubicBezTo>
                      <a:pt x="6361" y="592"/>
                      <a:pt x="5931" y="748"/>
                      <a:pt x="5318" y="795"/>
                    </a:cubicBezTo>
                    <a:cubicBezTo>
                      <a:pt x="5272" y="798"/>
                      <a:pt x="5222" y="800"/>
                      <a:pt x="5169" y="800"/>
                    </a:cubicBezTo>
                    <a:cubicBezTo>
                      <a:pt x="4030" y="800"/>
                      <a:pt x="1577" y="0"/>
                      <a:pt x="789" y="0"/>
                    </a:cubicBez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3"/>
              <p:cNvSpPr/>
              <p:nvPr/>
            </p:nvSpPr>
            <p:spPr>
              <a:xfrm>
                <a:off x="3174408" y="2549637"/>
                <a:ext cx="265112" cy="463868"/>
              </a:xfrm>
              <a:custGeom>
                <a:avLst/>
                <a:gdLst/>
                <a:ahLst/>
                <a:cxnLst/>
                <a:rect l="l" t="t" r="r" b="b"/>
                <a:pathLst>
                  <a:path w="11946" h="20902" extrusionOk="0">
                    <a:moveTo>
                      <a:pt x="5663" y="1"/>
                    </a:moveTo>
                    <a:cubicBezTo>
                      <a:pt x="4884" y="1"/>
                      <a:pt x="4180" y="254"/>
                      <a:pt x="3688" y="622"/>
                    </a:cubicBezTo>
                    <a:cubicBezTo>
                      <a:pt x="2114" y="1801"/>
                      <a:pt x="1398" y="5279"/>
                      <a:pt x="1521" y="8420"/>
                    </a:cubicBezTo>
                    <a:cubicBezTo>
                      <a:pt x="1644" y="11561"/>
                      <a:pt x="1" y="17940"/>
                      <a:pt x="1" y="17940"/>
                    </a:cubicBezTo>
                    <a:cubicBezTo>
                      <a:pt x="2930" y="18649"/>
                      <a:pt x="6762" y="20901"/>
                      <a:pt x="6762" y="20901"/>
                    </a:cubicBezTo>
                    <a:cubicBezTo>
                      <a:pt x="6762" y="20901"/>
                      <a:pt x="7726" y="19777"/>
                      <a:pt x="8288" y="17413"/>
                    </a:cubicBezTo>
                    <a:cubicBezTo>
                      <a:pt x="8848" y="15051"/>
                      <a:pt x="11945" y="10767"/>
                      <a:pt x="10468" y="5108"/>
                    </a:cubicBezTo>
                    <a:cubicBezTo>
                      <a:pt x="9454" y="1220"/>
                      <a:pt x="7375" y="1"/>
                      <a:pt x="56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3"/>
              <p:cNvSpPr/>
              <p:nvPr/>
            </p:nvSpPr>
            <p:spPr>
              <a:xfrm>
                <a:off x="3174408" y="2549681"/>
                <a:ext cx="124189" cy="412869"/>
              </a:xfrm>
              <a:custGeom>
                <a:avLst/>
                <a:gdLst/>
                <a:ahLst/>
                <a:cxnLst/>
                <a:rect l="l" t="t" r="r" b="b"/>
                <a:pathLst>
                  <a:path w="5596" h="18604" extrusionOk="0">
                    <a:moveTo>
                      <a:pt x="5595" y="0"/>
                    </a:moveTo>
                    <a:lnTo>
                      <a:pt x="5595" y="0"/>
                    </a:lnTo>
                    <a:cubicBezTo>
                      <a:pt x="4843" y="13"/>
                      <a:pt x="4166" y="261"/>
                      <a:pt x="3688" y="620"/>
                    </a:cubicBezTo>
                    <a:cubicBezTo>
                      <a:pt x="2114" y="1799"/>
                      <a:pt x="1398" y="5277"/>
                      <a:pt x="1521" y="8417"/>
                    </a:cubicBezTo>
                    <a:cubicBezTo>
                      <a:pt x="1644" y="11558"/>
                      <a:pt x="1" y="17938"/>
                      <a:pt x="1" y="17938"/>
                    </a:cubicBezTo>
                    <a:cubicBezTo>
                      <a:pt x="656" y="18097"/>
                      <a:pt x="1355" y="18333"/>
                      <a:pt x="2047" y="18603"/>
                    </a:cubicBezTo>
                    <a:cubicBezTo>
                      <a:pt x="2280" y="17678"/>
                      <a:pt x="3645" y="12092"/>
                      <a:pt x="3534" y="9216"/>
                    </a:cubicBezTo>
                    <a:cubicBezTo>
                      <a:pt x="3412" y="6074"/>
                      <a:pt x="3429" y="1472"/>
                      <a:pt x="5002" y="294"/>
                    </a:cubicBezTo>
                    <a:cubicBezTo>
                      <a:pt x="5169" y="169"/>
                      <a:pt x="5371" y="71"/>
                      <a:pt x="559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433371511"/>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2"/>
          <p:cNvSpPr txBox="1">
            <a:spLocks noGrp="1"/>
          </p:cNvSpPr>
          <p:nvPr>
            <p:ph type="title"/>
          </p:nvPr>
        </p:nvSpPr>
        <p:spPr>
          <a:xfrm>
            <a:off x="1293691" y="2873735"/>
            <a:ext cx="1604700" cy="148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solidFill>
                  <a:schemeClr val="tx1"/>
                </a:solidFill>
              </a:rPr>
              <a:t>Linear Regression</a:t>
            </a:r>
          </a:p>
        </p:txBody>
      </p:sp>
      <p:sp>
        <p:nvSpPr>
          <p:cNvPr id="267" name="Google Shape;267;p32"/>
          <p:cNvSpPr txBox="1">
            <a:spLocks noGrp="1"/>
          </p:cNvSpPr>
          <p:nvPr>
            <p:ph type="title" idx="2"/>
          </p:nvPr>
        </p:nvSpPr>
        <p:spPr>
          <a:xfrm>
            <a:off x="2887458" y="2895633"/>
            <a:ext cx="1604722" cy="148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solidFill>
                  <a:schemeClr val="tx1"/>
                </a:solidFill>
              </a:rPr>
              <a:t>Ridge Regression</a:t>
            </a:r>
          </a:p>
        </p:txBody>
      </p:sp>
      <p:sp>
        <p:nvSpPr>
          <p:cNvPr id="269" name="Google Shape;269;p32"/>
          <p:cNvSpPr txBox="1">
            <a:spLocks noGrp="1"/>
          </p:cNvSpPr>
          <p:nvPr>
            <p:ph type="title" idx="4"/>
          </p:nvPr>
        </p:nvSpPr>
        <p:spPr>
          <a:xfrm>
            <a:off x="4691437" y="2895633"/>
            <a:ext cx="1604700" cy="148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solidFill>
                  <a:schemeClr val="tx1"/>
                </a:solidFill>
              </a:rPr>
              <a:t>Random Forest</a:t>
            </a:r>
          </a:p>
        </p:txBody>
      </p:sp>
      <p:sp>
        <p:nvSpPr>
          <p:cNvPr id="271" name="Google Shape;271;p32"/>
          <p:cNvSpPr/>
          <p:nvPr/>
        </p:nvSpPr>
        <p:spPr>
          <a:xfrm>
            <a:off x="1493088" y="1819239"/>
            <a:ext cx="1163093" cy="1172775"/>
          </a:xfrm>
          <a:prstGeom prst="rect">
            <a:avLst/>
          </a:prstGeom>
          <a:solidFill>
            <a:srgbClr val="FF33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3309"/>
              </a:solidFill>
            </a:endParaRPr>
          </a:p>
        </p:txBody>
      </p:sp>
      <p:sp>
        <p:nvSpPr>
          <p:cNvPr id="272" name="Google Shape;272;p32"/>
          <p:cNvSpPr/>
          <p:nvPr/>
        </p:nvSpPr>
        <p:spPr>
          <a:xfrm>
            <a:off x="3131784" y="1819239"/>
            <a:ext cx="1183500" cy="1172775"/>
          </a:xfrm>
          <a:prstGeom prst="rect">
            <a:avLst/>
          </a:prstGeom>
          <a:solidFill>
            <a:srgbClr val="FF33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2"/>
          <p:cNvSpPr/>
          <p:nvPr/>
        </p:nvSpPr>
        <p:spPr>
          <a:xfrm>
            <a:off x="4805068" y="1815361"/>
            <a:ext cx="1183500" cy="1172775"/>
          </a:xfrm>
          <a:prstGeom prst="rect">
            <a:avLst/>
          </a:prstGeom>
          <a:solidFill>
            <a:srgbClr val="FF33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2"/>
          <p:cNvSpPr/>
          <p:nvPr/>
        </p:nvSpPr>
        <p:spPr>
          <a:xfrm>
            <a:off x="6583790" y="1815360"/>
            <a:ext cx="1183500" cy="1172775"/>
          </a:xfrm>
          <a:prstGeom prst="rect">
            <a:avLst/>
          </a:prstGeom>
          <a:solidFill>
            <a:srgbClr val="FF33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2"/>
          <p:cNvSpPr txBox="1">
            <a:spLocks noGrp="1"/>
          </p:cNvSpPr>
          <p:nvPr>
            <p:ph type="title" idx="8"/>
          </p:nvPr>
        </p:nvSpPr>
        <p:spPr>
          <a:xfrm>
            <a:off x="999319" y="1712409"/>
            <a:ext cx="2098462" cy="140742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2EAF7"/>
                </a:solidFill>
              </a:rPr>
              <a:t>01</a:t>
            </a:r>
            <a:endParaRPr>
              <a:solidFill>
                <a:srgbClr val="F2EAF7"/>
              </a:solidFill>
            </a:endParaRPr>
          </a:p>
        </p:txBody>
      </p:sp>
      <p:sp>
        <p:nvSpPr>
          <p:cNvPr id="278" name="Google Shape;278;p32"/>
          <p:cNvSpPr txBox="1">
            <a:spLocks noGrp="1"/>
          </p:cNvSpPr>
          <p:nvPr>
            <p:ph type="title" idx="9"/>
          </p:nvPr>
        </p:nvSpPr>
        <p:spPr>
          <a:xfrm>
            <a:off x="2677588" y="1643845"/>
            <a:ext cx="2066700" cy="1406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2EAF7"/>
                </a:solidFill>
              </a:rPr>
              <a:t>02</a:t>
            </a:r>
            <a:endParaRPr>
              <a:solidFill>
                <a:srgbClr val="F2EAF7"/>
              </a:solidFill>
            </a:endParaRPr>
          </a:p>
        </p:txBody>
      </p:sp>
      <p:sp>
        <p:nvSpPr>
          <p:cNvPr id="279" name="Google Shape;279;p32"/>
          <p:cNvSpPr txBox="1">
            <a:spLocks noGrp="1"/>
          </p:cNvSpPr>
          <p:nvPr>
            <p:ph type="title" idx="13"/>
          </p:nvPr>
        </p:nvSpPr>
        <p:spPr>
          <a:xfrm>
            <a:off x="4416118" y="1874275"/>
            <a:ext cx="1977458" cy="117277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2EAF7"/>
                </a:solidFill>
              </a:rPr>
              <a:t>03</a:t>
            </a:r>
            <a:endParaRPr>
              <a:solidFill>
                <a:srgbClr val="F2EAF7"/>
              </a:solidFill>
            </a:endParaRPr>
          </a:p>
        </p:txBody>
      </p:sp>
      <p:sp>
        <p:nvSpPr>
          <p:cNvPr id="280" name="Google Shape;280;p32"/>
          <p:cNvSpPr txBox="1">
            <a:spLocks noGrp="1"/>
          </p:cNvSpPr>
          <p:nvPr>
            <p:ph type="title" idx="14"/>
          </p:nvPr>
        </p:nvSpPr>
        <p:spPr>
          <a:xfrm>
            <a:off x="6153525" y="1612276"/>
            <a:ext cx="2044030" cy="140014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2EAF7"/>
                </a:solidFill>
              </a:rPr>
              <a:t>04</a:t>
            </a:r>
            <a:endParaRPr>
              <a:solidFill>
                <a:srgbClr val="F2EAF7"/>
              </a:solidFill>
            </a:endParaRPr>
          </a:p>
        </p:txBody>
      </p:sp>
      <p:sp>
        <p:nvSpPr>
          <p:cNvPr id="19" name="Google Shape;155;p30"/>
          <p:cNvSpPr txBox="1">
            <a:spLocks/>
          </p:cNvSpPr>
          <p:nvPr/>
        </p:nvSpPr>
        <p:spPr>
          <a:xfrm>
            <a:off x="868587" y="684743"/>
            <a:ext cx="4199003" cy="72072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1pPr>
            <a:lvl2pPr marR="0" lvl="1"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2pPr>
            <a:lvl3pPr marR="0" lvl="2"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3pPr>
            <a:lvl4pPr marR="0" lvl="3"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4pPr>
            <a:lvl5pPr marR="0" lvl="4"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5pPr>
            <a:lvl6pPr marR="0" lvl="5"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6pPr>
            <a:lvl7pPr marR="0" lvl="6"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7pPr>
            <a:lvl8pPr marR="0" lvl="7"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8pPr>
            <a:lvl9pPr marR="0" lvl="8"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9pPr>
          </a:lstStyle>
          <a:p>
            <a:pPr algn="l"/>
            <a:r>
              <a:rPr lang="en-IN" sz="6000">
                <a:solidFill>
                  <a:srgbClr val="FF3309"/>
                </a:solidFill>
              </a:rPr>
              <a:t>Models Used</a:t>
            </a:r>
          </a:p>
        </p:txBody>
      </p:sp>
      <p:sp>
        <p:nvSpPr>
          <p:cNvPr id="20" name="Google Shape;267;p32"/>
          <p:cNvSpPr txBox="1">
            <a:spLocks/>
          </p:cNvSpPr>
          <p:nvPr/>
        </p:nvSpPr>
        <p:spPr>
          <a:xfrm>
            <a:off x="6393576" y="2567899"/>
            <a:ext cx="1604722" cy="1482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1pPr>
            <a:lvl2pPr marR="0" lvl="1"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2pPr>
            <a:lvl3pPr marR="0" lvl="2"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3pPr>
            <a:lvl4pPr marR="0" lvl="3"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4pPr>
            <a:lvl5pPr marR="0" lvl="4"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5pPr>
            <a:lvl6pPr marR="0" lvl="5"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6pPr>
            <a:lvl7pPr marR="0" lvl="6"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7pPr>
            <a:lvl8pPr marR="0" lvl="7"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8pPr>
            <a:lvl9pPr marR="0" lvl="8" algn="ctr" rtl="0">
              <a:lnSpc>
                <a:spcPct val="100000"/>
              </a:lnSpc>
              <a:spcBef>
                <a:spcPts val="0"/>
              </a:spcBef>
              <a:spcAft>
                <a:spcPts val="0"/>
              </a:spcAft>
              <a:buClr>
                <a:schemeClr val="accent6"/>
              </a:buClr>
              <a:buSzPts val="2200"/>
              <a:buFont typeface="Advent Pro"/>
              <a:buNone/>
              <a:defRPr sz="2200" b="1" i="0" u="none" strike="noStrike" cap="none">
                <a:solidFill>
                  <a:schemeClr val="accent6"/>
                </a:solidFill>
                <a:latin typeface="Advent Pro"/>
                <a:ea typeface="Advent Pro"/>
                <a:cs typeface="Advent Pro"/>
                <a:sym typeface="Advent Pro"/>
              </a:defRPr>
            </a:lvl9pPr>
          </a:lstStyle>
          <a:p>
            <a:r>
              <a:rPr lang="en-IN" err="1">
                <a:solidFill>
                  <a:schemeClr val="tx1"/>
                </a:solidFill>
              </a:rPr>
              <a:t>XGBoost</a:t>
            </a:r>
            <a:endParaRPr lang="en-IN">
              <a:solidFill>
                <a:schemeClr val="tx1"/>
              </a:solidFill>
            </a:endParaRPr>
          </a:p>
        </p:txBody>
      </p:sp>
    </p:spTree>
    <p:extLst>
      <p:ext uri="{BB962C8B-B14F-4D97-AF65-F5344CB8AC3E}">
        <p14:creationId xmlns:p14="http://schemas.microsoft.com/office/powerpoint/2010/main" val="276825099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37"/>
          <p:cNvSpPr txBox="1">
            <a:spLocks noGrp="1"/>
          </p:cNvSpPr>
          <p:nvPr>
            <p:ph type="title"/>
          </p:nvPr>
        </p:nvSpPr>
        <p:spPr>
          <a:xfrm>
            <a:off x="849993" y="211223"/>
            <a:ext cx="7551900" cy="75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F3309"/>
                </a:solidFill>
              </a:rPr>
              <a:t>Data Description and Challenges</a:t>
            </a:r>
            <a:endParaRPr>
              <a:solidFill>
                <a:srgbClr val="FF3309"/>
              </a:solidFill>
            </a:endParaRPr>
          </a:p>
        </p:txBody>
      </p:sp>
      <p:grpSp>
        <p:nvGrpSpPr>
          <p:cNvPr id="491" name="Google Shape;491;p37"/>
          <p:cNvGrpSpPr/>
          <p:nvPr/>
        </p:nvGrpSpPr>
        <p:grpSpPr>
          <a:xfrm>
            <a:off x="6060558" y="1129784"/>
            <a:ext cx="2841813" cy="1985556"/>
            <a:chOff x="8272025" y="3231288"/>
            <a:chExt cx="3394925" cy="2321700"/>
          </a:xfrm>
        </p:grpSpPr>
        <p:sp>
          <p:nvSpPr>
            <p:cNvPr id="492" name="Google Shape;492;p37"/>
            <p:cNvSpPr/>
            <p:nvPr/>
          </p:nvSpPr>
          <p:spPr>
            <a:xfrm>
              <a:off x="8272025" y="5109488"/>
              <a:ext cx="3394925" cy="443500"/>
            </a:xfrm>
            <a:custGeom>
              <a:avLst/>
              <a:gdLst/>
              <a:ahLst/>
              <a:cxnLst/>
              <a:rect l="l" t="t" r="r" b="b"/>
              <a:pathLst>
                <a:path w="135797" h="17740" extrusionOk="0">
                  <a:moveTo>
                    <a:pt x="67899" y="0"/>
                  </a:moveTo>
                  <a:cubicBezTo>
                    <a:pt x="49892" y="0"/>
                    <a:pt x="32621" y="935"/>
                    <a:pt x="19888" y="2599"/>
                  </a:cubicBezTo>
                  <a:cubicBezTo>
                    <a:pt x="7154" y="4261"/>
                    <a:pt x="1" y="6517"/>
                    <a:pt x="1" y="8870"/>
                  </a:cubicBezTo>
                  <a:cubicBezTo>
                    <a:pt x="1" y="11222"/>
                    <a:pt x="7154" y="13479"/>
                    <a:pt x="19888" y="15141"/>
                  </a:cubicBezTo>
                  <a:cubicBezTo>
                    <a:pt x="32621" y="16805"/>
                    <a:pt x="49892" y="17740"/>
                    <a:pt x="67899" y="17740"/>
                  </a:cubicBezTo>
                  <a:cubicBezTo>
                    <a:pt x="85907" y="17740"/>
                    <a:pt x="103176" y="16805"/>
                    <a:pt x="115909" y="15141"/>
                  </a:cubicBezTo>
                  <a:cubicBezTo>
                    <a:pt x="128642" y="13479"/>
                    <a:pt x="135796" y="11222"/>
                    <a:pt x="135796" y="8870"/>
                  </a:cubicBezTo>
                  <a:cubicBezTo>
                    <a:pt x="135796" y="6517"/>
                    <a:pt x="128642" y="4261"/>
                    <a:pt x="115909" y="2599"/>
                  </a:cubicBezTo>
                  <a:cubicBezTo>
                    <a:pt x="103176" y="935"/>
                    <a:pt x="85907" y="0"/>
                    <a:pt x="678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7"/>
            <p:cNvSpPr/>
            <p:nvPr/>
          </p:nvSpPr>
          <p:spPr>
            <a:xfrm>
              <a:off x="8806150" y="3422263"/>
              <a:ext cx="2444125" cy="1048825"/>
            </a:xfrm>
            <a:custGeom>
              <a:avLst/>
              <a:gdLst/>
              <a:ahLst/>
              <a:cxnLst/>
              <a:rect l="l" t="t" r="r" b="b"/>
              <a:pathLst>
                <a:path w="97765" h="41953" extrusionOk="0">
                  <a:moveTo>
                    <a:pt x="62916" y="0"/>
                  </a:moveTo>
                  <a:cubicBezTo>
                    <a:pt x="59429" y="0"/>
                    <a:pt x="55942" y="135"/>
                    <a:pt x="52490" y="292"/>
                  </a:cubicBezTo>
                  <a:cubicBezTo>
                    <a:pt x="42429" y="747"/>
                    <a:pt x="32288" y="471"/>
                    <a:pt x="22253" y="1133"/>
                  </a:cubicBezTo>
                  <a:cubicBezTo>
                    <a:pt x="11202" y="1865"/>
                    <a:pt x="7112" y="6937"/>
                    <a:pt x="4674" y="17153"/>
                  </a:cubicBezTo>
                  <a:cubicBezTo>
                    <a:pt x="3325" y="22812"/>
                    <a:pt x="2615" y="28747"/>
                    <a:pt x="2465" y="34565"/>
                  </a:cubicBezTo>
                  <a:lnTo>
                    <a:pt x="1" y="41952"/>
                  </a:lnTo>
                  <a:lnTo>
                    <a:pt x="97764" y="41952"/>
                  </a:lnTo>
                  <a:lnTo>
                    <a:pt x="95302" y="34565"/>
                  </a:lnTo>
                  <a:cubicBezTo>
                    <a:pt x="95302" y="34565"/>
                    <a:pt x="94562" y="6001"/>
                    <a:pt x="84464" y="2798"/>
                  </a:cubicBezTo>
                  <a:cubicBezTo>
                    <a:pt x="77496" y="589"/>
                    <a:pt x="70206" y="0"/>
                    <a:pt x="6291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7"/>
            <p:cNvSpPr/>
            <p:nvPr/>
          </p:nvSpPr>
          <p:spPr>
            <a:xfrm>
              <a:off x="8430750" y="4082838"/>
              <a:ext cx="646325" cy="926525"/>
            </a:xfrm>
            <a:custGeom>
              <a:avLst/>
              <a:gdLst/>
              <a:ahLst/>
              <a:cxnLst/>
              <a:rect l="l" t="t" r="r" b="b"/>
              <a:pathLst>
                <a:path w="25853" h="37061" extrusionOk="0">
                  <a:moveTo>
                    <a:pt x="19840" y="1"/>
                  </a:moveTo>
                  <a:cubicBezTo>
                    <a:pt x="14163" y="1"/>
                    <a:pt x="1" y="11149"/>
                    <a:pt x="243" y="13559"/>
                  </a:cubicBezTo>
                  <a:cubicBezTo>
                    <a:pt x="489" y="16020"/>
                    <a:pt x="3198" y="33505"/>
                    <a:pt x="4921" y="34245"/>
                  </a:cubicBezTo>
                  <a:cubicBezTo>
                    <a:pt x="6270" y="34823"/>
                    <a:pt x="9279" y="37060"/>
                    <a:pt x="12413" y="37060"/>
                  </a:cubicBezTo>
                  <a:cubicBezTo>
                    <a:pt x="13283" y="37060"/>
                    <a:pt x="14162" y="36888"/>
                    <a:pt x="15018" y="36460"/>
                  </a:cubicBezTo>
                  <a:cubicBezTo>
                    <a:pt x="18957" y="34491"/>
                    <a:pt x="25853" y="11590"/>
                    <a:pt x="25853" y="11590"/>
                  </a:cubicBezTo>
                  <a:lnTo>
                    <a:pt x="25853" y="5187"/>
                  </a:lnTo>
                  <a:cubicBezTo>
                    <a:pt x="25853" y="5187"/>
                    <a:pt x="25607" y="508"/>
                    <a:pt x="20189" y="16"/>
                  </a:cubicBezTo>
                  <a:cubicBezTo>
                    <a:pt x="20077" y="6"/>
                    <a:pt x="19960" y="1"/>
                    <a:pt x="198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7"/>
            <p:cNvSpPr/>
            <p:nvPr/>
          </p:nvSpPr>
          <p:spPr>
            <a:xfrm>
              <a:off x="10930125" y="4082838"/>
              <a:ext cx="646275" cy="926525"/>
            </a:xfrm>
            <a:custGeom>
              <a:avLst/>
              <a:gdLst/>
              <a:ahLst/>
              <a:cxnLst/>
              <a:rect l="l" t="t" r="r" b="b"/>
              <a:pathLst>
                <a:path w="25851" h="37061" extrusionOk="0">
                  <a:moveTo>
                    <a:pt x="6013" y="1"/>
                  </a:moveTo>
                  <a:cubicBezTo>
                    <a:pt x="5893" y="1"/>
                    <a:pt x="5776" y="6"/>
                    <a:pt x="5664" y="16"/>
                  </a:cubicBezTo>
                  <a:cubicBezTo>
                    <a:pt x="247" y="508"/>
                    <a:pt x="0" y="5187"/>
                    <a:pt x="0" y="5187"/>
                  </a:cubicBezTo>
                  <a:lnTo>
                    <a:pt x="0" y="11590"/>
                  </a:lnTo>
                  <a:cubicBezTo>
                    <a:pt x="0" y="11590"/>
                    <a:pt x="6896" y="34491"/>
                    <a:pt x="10835" y="36460"/>
                  </a:cubicBezTo>
                  <a:cubicBezTo>
                    <a:pt x="11691" y="36888"/>
                    <a:pt x="12570" y="37060"/>
                    <a:pt x="13440" y="37060"/>
                  </a:cubicBezTo>
                  <a:cubicBezTo>
                    <a:pt x="16574" y="37060"/>
                    <a:pt x="19583" y="34823"/>
                    <a:pt x="20931" y="34245"/>
                  </a:cubicBezTo>
                  <a:cubicBezTo>
                    <a:pt x="22655" y="33505"/>
                    <a:pt x="25364" y="16020"/>
                    <a:pt x="25610" y="13559"/>
                  </a:cubicBezTo>
                  <a:cubicBezTo>
                    <a:pt x="25851" y="11149"/>
                    <a:pt x="11688" y="1"/>
                    <a:pt x="60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7"/>
            <p:cNvSpPr/>
            <p:nvPr/>
          </p:nvSpPr>
          <p:spPr>
            <a:xfrm>
              <a:off x="8750775" y="4354113"/>
              <a:ext cx="2517950" cy="277050"/>
            </a:xfrm>
            <a:custGeom>
              <a:avLst/>
              <a:gdLst/>
              <a:ahLst/>
              <a:cxnLst/>
              <a:rect l="l" t="t" r="r" b="b"/>
              <a:pathLst>
                <a:path w="100718" h="11082" extrusionOk="0">
                  <a:moveTo>
                    <a:pt x="87174" y="1"/>
                  </a:moveTo>
                  <a:lnTo>
                    <a:pt x="13052" y="739"/>
                  </a:lnTo>
                  <a:cubicBezTo>
                    <a:pt x="12964" y="873"/>
                    <a:pt x="12484" y="1292"/>
                    <a:pt x="11756" y="1893"/>
                  </a:cubicBezTo>
                  <a:cubicBezTo>
                    <a:pt x="8444" y="4625"/>
                    <a:pt x="1" y="11081"/>
                    <a:pt x="1" y="11081"/>
                  </a:cubicBezTo>
                  <a:lnTo>
                    <a:pt x="100718" y="11081"/>
                  </a:lnTo>
                  <a:lnTo>
                    <a:pt x="871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7"/>
            <p:cNvSpPr/>
            <p:nvPr/>
          </p:nvSpPr>
          <p:spPr>
            <a:xfrm>
              <a:off x="8750775" y="4631138"/>
              <a:ext cx="2517950" cy="254500"/>
            </a:xfrm>
            <a:custGeom>
              <a:avLst/>
              <a:gdLst/>
              <a:ahLst/>
              <a:cxnLst/>
              <a:rect l="l" t="t" r="r" b="b"/>
              <a:pathLst>
                <a:path w="100718" h="10180" extrusionOk="0">
                  <a:moveTo>
                    <a:pt x="1" y="0"/>
                  </a:moveTo>
                  <a:lnTo>
                    <a:pt x="1" y="10179"/>
                  </a:lnTo>
                  <a:lnTo>
                    <a:pt x="100649" y="10179"/>
                  </a:lnTo>
                  <a:lnTo>
                    <a:pt x="10071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7"/>
            <p:cNvSpPr/>
            <p:nvPr/>
          </p:nvSpPr>
          <p:spPr>
            <a:xfrm>
              <a:off x="8585250" y="5135938"/>
              <a:ext cx="251725" cy="289375"/>
            </a:xfrm>
            <a:custGeom>
              <a:avLst/>
              <a:gdLst/>
              <a:ahLst/>
              <a:cxnLst/>
              <a:rect l="l" t="t" r="r" b="b"/>
              <a:pathLst>
                <a:path w="10069" h="11575" extrusionOk="0">
                  <a:moveTo>
                    <a:pt x="3420" y="1"/>
                  </a:moveTo>
                  <a:lnTo>
                    <a:pt x="268" y="9877"/>
                  </a:lnTo>
                  <a:cubicBezTo>
                    <a:pt x="0" y="10717"/>
                    <a:pt x="627" y="11575"/>
                    <a:pt x="1508" y="11575"/>
                  </a:cubicBezTo>
                  <a:cubicBezTo>
                    <a:pt x="1935" y="11575"/>
                    <a:pt x="2333" y="11366"/>
                    <a:pt x="2577" y="11017"/>
                  </a:cubicBezTo>
                  <a:lnTo>
                    <a:pt x="10069" y="248"/>
                  </a:lnTo>
                  <a:lnTo>
                    <a:pt x="342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7"/>
            <p:cNvSpPr/>
            <p:nvPr/>
          </p:nvSpPr>
          <p:spPr>
            <a:xfrm>
              <a:off x="11182175" y="5135938"/>
              <a:ext cx="251750" cy="289375"/>
            </a:xfrm>
            <a:custGeom>
              <a:avLst/>
              <a:gdLst/>
              <a:ahLst/>
              <a:cxnLst/>
              <a:rect l="l" t="t" r="r" b="b"/>
              <a:pathLst>
                <a:path w="10070" h="11575" extrusionOk="0">
                  <a:moveTo>
                    <a:pt x="6650" y="1"/>
                  </a:moveTo>
                  <a:lnTo>
                    <a:pt x="1" y="248"/>
                  </a:lnTo>
                  <a:lnTo>
                    <a:pt x="7493" y="11017"/>
                  </a:lnTo>
                  <a:cubicBezTo>
                    <a:pt x="7736" y="11366"/>
                    <a:pt x="8135" y="11575"/>
                    <a:pt x="8561" y="11575"/>
                  </a:cubicBezTo>
                  <a:cubicBezTo>
                    <a:pt x="9442" y="11575"/>
                    <a:pt x="10069" y="10717"/>
                    <a:pt x="9801" y="9877"/>
                  </a:cubicBezTo>
                  <a:lnTo>
                    <a:pt x="66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7"/>
            <p:cNvSpPr/>
            <p:nvPr/>
          </p:nvSpPr>
          <p:spPr>
            <a:xfrm>
              <a:off x="8401625" y="4333888"/>
              <a:ext cx="3214500" cy="846575"/>
            </a:xfrm>
            <a:custGeom>
              <a:avLst/>
              <a:gdLst/>
              <a:ahLst/>
              <a:cxnLst/>
              <a:rect l="l" t="t" r="r" b="b"/>
              <a:pathLst>
                <a:path w="128580" h="33863" extrusionOk="0">
                  <a:moveTo>
                    <a:pt x="6915" y="1"/>
                  </a:moveTo>
                  <a:cubicBezTo>
                    <a:pt x="5989" y="1"/>
                    <a:pt x="5134" y="230"/>
                    <a:pt x="4331" y="624"/>
                  </a:cubicBezTo>
                  <a:cubicBezTo>
                    <a:pt x="1499" y="2014"/>
                    <a:pt x="0" y="5190"/>
                    <a:pt x="424" y="8317"/>
                  </a:cubicBezTo>
                  <a:cubicBezTo>
                    <a:pt x="1118" y="13448"/>
                    <a:pt x="2430" y="22345"/>
                    <a:pt x="3623" y="25927"/>
                  </a:cubicBezTo>
                  <a:cubicBezTo>
                    <a:pt x="5347" y="31098"/>
                    <a:pt x="5347" y="32083"/>
                    <a:pt x="9042" y="33315"/>
                  </a:cubicBezTo>
                  <a:cubicBezTo>
                    <a:pt x="10273" y="33725"/>
                    <a:pt x="17112" y="33862"/>
                    <a:pt x="25684" y="33862"/>
                  </a:cubicBezTo>
                  <a:cubicBezTo>
                    <a:pt x="39418" y="33862"/>
                    <a:pt x="57601" y="33511"/>
                    <a:pt x="64291" y="33371"/>
                  </a:cubicBezTo>
                  <a:cubicBezTo>
                    <a:pt x="70980" y="33511"/>
                    <a:pt x="89163" y="33862"/>
                    <a:pt x="102898" y="33862"/>
                  </a:cubicBezTo>
                  <a:cubicBezTo>
                    <a:pt x="111470" y="33862"/>
                    <a:pt x="118309" y="33725"/>
                    <a:pt x="119540" y="33315"/>
                  </a:cubicBezTo>
                  <a:cubicBezTo>
                    <a:pt x="123234" y="32083"/>
                    <a:pt x="123234" y="31097"/>
                    <a:pt x="124957" y="25927"/>
                  </a:cubicBezTo>
                  <a:cubicBezTo>
                    <a:pt x="126152" y="22345"/>
                    <a:pt x="127464" y="13450"/>
                    <a:pt x="128158" y="8317"/>
                  </a:cubicBezTo>
                  <a:cubicBezTo>
                    <a:pt x="128580" y="5190"/>
                    <a:pt x="127083" y="2014"/>
                    <a:pt x="124250" y="624"/>
                  </a:cubicBezTo>
                  <a:cubicBezTo>
                    <a:pt x="123448" y="231"/>
                    <a:pt x="122594" y="1"/>
                    <a:pt x="121669" y="1"/>
                  </a:cubicBezTo>
                  <a:cubicBezTo>
                    <a:pt x="120713" y="1"/>
                    <a:pt x="119682" y="247"/>
                    <a:pt x="118555" y="810"/>
                  </a:cubicBezTo>
                  <a:cubicBezTo>
                    <a:pt x="114123" y="3025"/>
                    <a:pt x="114615" y="11890"/>
                    <a:pt x="114615" y="11890"/>
                  </a:cubicBezTo>
                  <a:lnTo>
                    <a:pt x="114615" y="21741"/>
                  </a:lnTo>
                  <a:lnTo>
                    <a:pt x="13967" y="21741"/>
                  </a:lnTo>
                  <a:lnTo>
                    <a:pt x="13967" y="11890"/>
                  </a:lnTo>
                  <a:cubicBezTo>
                    <a:pt x="13967" y="11890"/>
                    <a:pt x="14459" y="3025"/>
                    <a:pt x="10026" y="808"/>
                  </a:cubicBezTo>
                  <a:cubicBezTo>
                    <a:pt x="8900" y="246"/>
                    <a:pt x="7870" y="1"/>
                    <a:pt x="6915"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7"/>
            <p:cNvSpPr/>
            <p:nvPr/>
          </p:nvSpPr>
          <p:spPr>
            <a:xfrm>
              <a:off x="10395250" y="4081188"/>
              <a:ext cx="658200" cy="611950"/>
            </a:xfrm>
            <a:custGeom>
              <a:avLst/>
              <a:gdLst/>
              <a:ahLst/>
              <a:cxnLst/>
              <a:rect l="l" t="t" r="r" b="b"/>
              <a:pathLst>
                <a:path w="26328" h="24478" extrusionOk="0">
                  <a:moveTo>
                    <a:pt x="20373" y="0"/>
                  </a:moveTo>
                  <a:cubicBezTo>
                    <a:pt x="18261" y="0"/>
                    <a:pt x="14291" y="1721"/>
                    <a:pt x="14291" y="1721"/>
                  </a:cubicBezTo>
                  <a:cubicBezTo>
                    <a:pt x="14291" y="1721"/>
                    <a:pt x="11753" y="3507"/>
                    <a:pt x="11096" y="3977"/>
                  </a:cubicBezTo>
                  <a:cubicBezTo>
                    <a:pt x="10437" y="4447"/>
                    <a:pt x="4326" y="5481"/>
                    <a:pt x="2351" y="5763"/>
                  </a:cubicBezTo>
                  <a:cubicBezTo>
                    <a:pt x="375" y="6045"/>
                    <a:pt x="0" y="13569"/>
                    <a:pt x="375" y="15825"/>
                  </a:cubicBezTo>
                  <a:cubicBezTo>
                    <a:pt x="752" y="18081"/>
                    <a:pt x="2256" y="18928"/>
                    <a:pt x="5641" y="20338"/>
                  </a:cubicBezTo>
                  <a:cubicBezTo>
                    <a:pt x="9026" y="21748"/>
                    <a:pt x="12506" y="24381"/>
                    <a:pt x="15797" y="24476"/>
                  </a:cubicBezTo>
                  <a:cubicBezTo>
                    <a:pt x="15828" y="24477"/>
                    <a:pt x="15860" y="24477"/>
                    <a:pt x="15892" y="24477"/>
                  </a:cubicBezTo>
                  <a:cubicBezTo>
                    <a:pt x="19190" y="24477"/>
                    <a:pt x="24455" y="19753"/>
                    <a:pt x="25387" y="17611"/>
                  </a:cubicBezTo>
                  <a:cubicBezTo>
                    <a:pt x="26327" y="15448"/>
                    <a:pt x="24823" y="10182"/>
                    <a:pt x="24728" y="9337"/>
                  </a:cubicBezTo>
                  <a:cubicBezTo>
                    <a:pt x="24635" y="8490"/>
                    <a:pt x="25105" y="8208"/>
                    <a:pt x="25669" y="7080"/>
                  </a:cubicBezTo>
                  <a:cubicBezTo>
                    <a:pt x="26234" y="5952"/>
                    <a:pt x="22754" y="1156"/>
                    <a:pt x="21343" y="215"/>
                  </a:cubicBezTo>
                  <a:cubicBezTo>
                    <a:pt x="21116" y="64"/>
                    <a:pt x="20779" y="0"/>
                    <a:pt x="203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7"/>
            <p:cNvSpPr/>
            <p:nvPr/>
          </p:nvSpPr>
          <p:spPr>
            <a:xfrm>
              <a:off x="10277675" y="3231288"/>
              <a:ext cx="735825" cy="898050"/>
            </a:xfrm>
            <a:custGeom>
              <a:avLst/>
              <a:gdLst/>
              <a:ahLst/>
              <a:cxnLst/>
              <a:rect l="l" t="t" r="r" b="b"/>
              <a:pathLst>
                <a:path w="29433" h="35922" extrusionOk="0">
                  <a:moveTo>
                    <a:pt x="9241" y="0"/>
                  </a:moveTo>
                  <a:cubicBezTo>
                    <a:pt x="7403" y="0"/>
                    <a:pt x="5563" y="557"/>
                    <a:pt x="4703" y="1114"/>
                  </a:cubicBezTo>
                  <a:cubicBezTo>
                    <a:pt x="3104" y="2148"/>
                    <a:pt x="1882" y="2523"/>
                    <a:pt x="1882" y="2523"/>
                  </a:cubicBezTo>
                  <a:cubicBezTo>
                    <a:pt x="1882" y="2523"/>
                    <a:pt x="1" y="2523"/>
                    <a:pt x="1" y="4874"/>
                  </a:cubicBezTo>
                  <a:cubicBezTo>
                    <a:pt x="1" y="7225"/>
                    <a:pt x="2070" y="8541"/>
                    <a:pt x="2447" y="8541"/>
                  </a:cubicBezTo>
                  <a:cubicBezTo>
                    <a:pt x="2575" y="8541"/>
                    <a:pt x="3024" y="8475"/>
                    <a:pt x="3608" y="8475"/>
                  </a:cubicBezTo>
                  <a:cubicBezTo>
                    <a:pt x="4728" y="8475"/>
                    <a:pt x="6344" y="8719"/>
                    <a:pt x="7148" y="10140"/>
                  </a:cubicBezTo>
                  <a:cubicBezTo>
                    <a:pt x="8370" y="12303"/>
                    <a:pt x="10063" y="16064"/>
                    <a:pt x="11567" y="18415"/>
                  </a:cubicBezTo>
                  <a:cubicBezTo>
                    <a:pt x="13071" y="20766"/>
                    <a:pt x="14388" y="21988"/>
                    <a:pt x="15986" y="22458"/>
                  </a:cubicBezTo>
                  <a:cubicBezTo>
                    <a:pt x="17585" y="22929"/>
                    <a:pt x="19466" y="26030"/>
                    <a:pt x="19277" y="28475"/>
                  </a:cubicBezTo>
                  <a:cubicBezTo>
                    <a:pt x="19089" y="30921"/>
                    <a:pt x="18055" y="34306"/>
                    <a:pt x="19277" y="35529"/>
                  </a:cubicBezTo>
                  <a:cubicBezTo>
                    <a:pt x="19547" y="35798"/>
                    <a:pt x="19917" y="35921"/>
                    <a:pt x="20347" y="35921"/>
                  </a:cubicBezTo>
                  <a:cubicBezTo>
                    <a:pt x="21865" y="35921"/>
                    <a:pt x="24123" y="34383"/>
                    <a:pt x="25295" y="32332"/>
                  </a:cubicBezTo>
                  <a:cubicBezTo>
                    <a:pt x="26800" y="29699"/>
                    <a:pt x="25389" y="30074"/>
                    <a:pt x="25671" y="26784"/>
                  </a:cubicBezTo>
                  <a:cubicBezTo>
                    <a:pt x="25953" y="23492"/>
                    <a:pt x="29433" y="20954"/>
                    <a:pt x="27363" y="15688"/>
                  </a:cubicBezTo>
                  <a:cubicBezTo>
                    <a:pt x="25295" y="10422"/>
                    <a:pt x="17583" y="10045"/>
                    <a:pt x="16456" y="9952"/>
                  </a:cubicBezTo>
                  <a:cubicBezTo>
                    <a:pt x="16456" y="9952"/>
                    <a:pt x="15422" y="4122"/>
                    <a:pt x="13354" y="1584"/>
                  </a:cubicBezTo>
                  <a:cubicBezTo>
                    <a:pt x="12399" y="411"/>
                    <a:pt x="10821" y="0"/>
                    <a:pt x="924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7"/>
            <p:cNvSpPr/>
            <p:nvPr/>
          </p:nvSpPr>
          <p:spPr>
            <a:xfrm>
              <a:off x="9177525" y="3937813"/>
              <a:ext cx="923150" cy="626925"/>
            </a:xfrm>
            <a:custGeom>
              <a:avLst/>
              <a:gdLst/>
              <a:ahLst/>
              <a:cxnLst/>
              <a:rect l="l" t="t" r="r" b="b"/>
              <a:pathLst>
                <a:path w="36926" h="25077" extrusionOk="0">
                  <a:moveTo>
                    <a:pt x="22417" y="0"/>
                  </a:moveTo>
                  <a:cubicBezTo>
                    <a:pt x="22228" y="0"/>
                    <a:pt x="22057" y="38"/>
                    <a:pt x="21909" y="121"/>
                  </a:cubicBezTo>
                  <a:cubicBezTo>
                    <a:pt x="20216" y="1061"/>
                    <a:pt x="1" y="17610"/>
                    <a:pt x="1" y="17610"/>
                  </a:cubicBezTo>
                  <a:lnTo>
                    <a:pt x="4420" y="21183"/>
                  </a:lnTo>
                  <a:lnTo>
                    <a:pt x="21722" y="11310"/>
                  </a:lnTo>
                  <a:cubicBezTo>
                    <a:pt x="21722" y="11310"/>
                    <a:pt x="23885" y="15165"/>
                    <a:pt x="26234" y="18739"/>
                  </a:cubicBezTo>
                  <a:cubicBezTo>
                    <a:pt x="28585" y="22312"/>
                    <a:pt x="32818" y="24662"/>
                    <a:pt x="34885" y="25039"/>
                  </a:cubicBezTo>
                  <a:cubicBezTo>
                    <a:pt x="35028" y="25064"/>
                    <a:pt x="35159" y="25077"/>
                    <a:pt x="35281" y="25077"/>
                  </a:cubicBezTo>
                  <a:cubicBezTo>
                    <a:pt x="36925" y="25077"/>
                    <a:pt x="36721" y="22795"/>
                    <a:pt x="36108" y="20431"/>
                  </a:cubicBezTo>
                  <a:cubicBezTo>
                    <a:pt x="35451" y="17892"/>
                    <a:pt x="30278" y="6609"/>
                    <a:pt x="28210" y="4069"/>
                  </a:cubicBezTo>
                  <a:cubicBezTo>
                    <a:pt x="28210" y="4069"/>
                    <a:pt x="24375" y="0"/>
                    <a:pt x="2241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7"/>
            <p:cNvSpPr/>
            <p:nvPr/>
          </p:nvSpPr>
          <p:spPr>
            <a:xfrm>
              <a:off x="10016750" y="3695763"/>
              <a:ext cx="759300" cy="893875"/>
            </a:xfrm>
            <a:custGeom>
              <a:avLst/>
              <a:gdLst/>
              <a:ahLst/>
              <a:cxnLst/>
              <a:rect l="l" t="t" r="r" b="b"/>
              <a:pathLst>
                <a:path w="30372" h="35755" extrusionOk="0">
                  <a:moveTo>
                    <a:pt x="15103" y="0"/>
                  </a:moveTo>
                  <a:cubicBezTo>
                    <a:pt x="13223" y="0"/>
                    <a:pt x="11048" y="941"/>
                    <a:pt x="10531" y="2751"/>
                  </a:cubicBezTo>
                  <a:cubicBezTo>
                    <a:pt x="9968" y="4725"/>
                    <a:pt x="5360" y="11307"/>
                    <a:pt x="5078" y="11965"/>
                  </a:cubicBezTo>
                  <a:cubicBezTo>
                    <a:pt x="4795" y="12623"/>
                    <a:pt x="1" y="17983"/>
                    <a:pt x="1" y="17983"/>
                  </a:cubicBezTo>
                  <a:lnTo>
                    <a:pt x="13071" y="35755"/>
                  </a:lnTo>
                  <a:cubicBezTo>
                    <a:pt x="13071" y="35755"/>
                    <a:pt x="17865" y="34532"/>
                    <a:pt x="18242" y="30582"/>
                  </a:cubicBezTo>
                  <a:cubicBezTo>
                    <a:pt x="18619" y="26633"/>
                    <a:pt x="18430" y="23248"/>
                    <a:pt x="21533" y="19581"/>
                  </a:cubicBezTo>
                  <a:cubicBezTo>
                    <a:pt x="24635" y="15914"/>
                    <a:pt x="29619" y="9896"/>
                    <a:pt x="29995" y="5664"/>
                  </a:cubicBezTo>
                  <a:cubicBezTo>
                    <a:pt x="30372" y="1433"/>
                    <a:pt x="27080" y="775"/>
                    <a:pt x="25200" y="586"/>
                  </a:cubicBezTo>
                  <a:cubicBezTo>
                    <a:pt x="23320" y="399"/>
                    <a:pt x="21533" y="23"/>
                    <a:pt x="21533" y="23"/>
                  </a:cubicBezTo>
                  <a:lnTo>
                    <a:pt x="19558" y="306"/>
                  </a:lnTo>
                  <a:cubicBezTo>
                    <a:pt x="19558" y="306"/>
                    <a:pt x="17583" y="211"/>
                    <a:pt x="15609" y="24"/>
                  </a:cubicBezTo>
                  <a:cubicBezTo>
                    <a:pt x="15444" y="8"/>
                    <a:pt x="15274" y="0"/>
                    <a:pt x="15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7"/>
            <p:cNvSpPr/>
            <p:nvPr/>
          </p:nvSpPr>
          <p:spPr>
            <a:xfrm>
              <a:off x="10078175" y="3848488"/>
              <a:ext cx="220675" cy="303925"/>
            </a:xfrm>
            <a:custGeom>
              <a:avLst/>
              <a:gdLst/>
              <a:ahLst/>
              <a:cxnLst/>
              <a:rect l="l" t="t" r="r" b="b"/>
              <a:pathLst>
                <a:path w="8827" h="12157" extrusionOk="0">
                  <a:moveTo>
                    <a:pt x="6328" y="1"/>
                  </a:moveTo>
                  <a:cubicBezTo>
                    <a:pt x="4791" y="2532"/>
                    <a:pt x="2803" y="5432"/>
                    <a:pt x="2621" y="5856"/>
                  </a:cubicBezTo>
                  <a:cubicBezTo>
                    <a:pt x="2481" y="6182"/>
                    <a:pt x="1227" y="7670"/>
                    <a:pt x="1" y="9083"/>
                  </a:cubicBezTo>
                  <a:lnTo>
                    <a:pt x="3749" y="12156"/>
                  </a:lnTo>
                  <a:lnTo>
                    <a:pt x="8826" y="5386"/>
                  </a:lnTo>
                  <a:cubicBezTo>
                    <a:pt x="8826" y="5386"/>
                    <a:pt x="8263" y="4634"/>
                    <a:pt x="7792" y="3787"/>
                  </a:cubicBezTo>
                  <a:cubicBezTo>
                    <a:pt x="7322" y="2942"/>
                    <a:pt x="8356" y="1249"/>
                    <a:pt x="8356" y="1249"/>
                  </a:cubicBezTo>
                  <a:lnTo>
                    <a:pt x="6328" y="1"/>
                  </a:lnTo>
                  <a:close/>
                </a:path>
              </a:pathLst>
            </a:custGeom>
            <a:solidFill>
              <a:srgbClr val="FFFA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7"/>
            <p:cNvSpPr/>
            <p:nvPr/>
          </p:nvSpPr>
          <p:spPr>
            <a:xfrm>
              <a:off x="10449575" y="3614063"/>
              <a:ext cx="161975" cy="229550"/>
            </a:xfrm>
            <a:custGeom>
              <a:avLst/>
              <a:gdLst/>
              <a:ahLst/>
              <a:cxnLst/>
              <a:rect l="l" t="t" r="r" b="b"/>
              <a:pathLst>
                <a:path w="6479" h="9182" extrusionOk="0">
                  <a:moveTo>
                    <a:pt x="3657" y="0"/>
                  </a:moveTo>
                  <a:lnTo>
                    <a:pt x="835" y="753"/>
                  </a:lnTo>
                  <a:cubicBezTo>
                    <a:pt x="835" y="753"/>
                    <a:pt x="1776" y="2257"/>
                    <a:pt x="835" y="4326"/>
                  </a:cubicBezTo>
                  <a:cubicBezTo>
                    <a:pt x="1" y="6161"/>
                    <a:pt x="351" y="9181"/>
                    <a:pt x="1820" y="9181"/>
                  </a:cubicBezTo>
                  <a:cubicBezTo>
                    <a:pt x="2006" y="9181"/>
                    <a:pt x="2211" y="9133"/>
                    <a:pt x="2433" y="9027"/>
                  </a:cubicBezTo>
                  <a:cubicBezTo>
                    <a:pt x="4407" y="8086"/>
                    <a:pt x="6478" y="3949"/>
                    <a:pt x="6478" y="3949"/>
                  </a:cubicBezTo>
                  <a:cubicBezTo>
                    <a:pt x="6478" y="3949"/>
                    <a:pt x="4315" y="1693"/>
                    <a:pt x="3657" y="0"/>
                  </a:cubicBezTo>
                  <a:close/>
                </a:path>
              </a:pathLst>
            </a:custGeom>
            <a:solidFill>
              <a:srgbClr val="FFFA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7"/>
            <p:cNvSpPr/>
            <p:nvPr/>
          </p:nvSpPr>
          <p:spPr>
            <a:xfrm>
              <a:off x="10323150" y="3343563"/>
              <a:ext cx="222575" cy="312250"/>
            </a:xfrm>
            <a:custGeom>
              <a:avLst/>
              <a:gdLst/>
              <a:ahLst/>
              <a:cxnLst/>
              <a:rect l="l" t="t" r="r" b="b"/>
              <a:pathLst>
                <a:path w="8903" h="12490" extrusionOk="0">
                  <a:moveTo>
                    <a:pt x="2304" y="1"/>
                  </a:moveTo>
                  <a:cubicBezTo>
                    <a:pt x="1706" y="1"/>
                    <a:pt x="1" y="129"/>
                    <a:pt x="158" y="1606"/>
                  </a:cubicBezTo>
                  <a:cubicBezTo>
                    <a:pt x="158" y="1606"/>
                    <a:pt x="2037" y="11949"/>
                    <a:pt x="4013" y="12419"/>
                  </a:cubicBezTo>
                  <a:cubicBezTo>
                    <a:pt x="4214" y="12467"/>
                    <a:pt x="4424" y="12489"/>
                    <a:pt x="4637" y="12489"/>
                  </a:cubicBezTo>
                  <a:cubicBezTo>
                    <a:pt x="6515" y="12489"/>
                    <a:pt x="8714" y="10820"/>
                    <a:pt x="8714" y="10820"/>
                  </a:cubicBezTo>
                  <a:cubicBezTo>
                    <a:pt x="8714" y="10820"/>
                    <a:pt x="8055" y="9786"/>
                    <a:pt x="7962" y="8187"/>
                  </a:cubicBezTo>
                  <a:cubicBezTo>
                    <a:pt x="7867" y="6588"/>
                    <a:pt x="8902" y="4709"/>
                    <a:pt x="7773" y="4050"/>
                  </a:cubicBezTo>
                  <a:cubicBezTo>
                    <a:pt x="6644" y="3392"/>
                    <a:pt x="6363" y="4332"/>
                    <a:pt x="4482" y="2358"/>
                  </a:cubicBezTo>
                  <a:cubicBezTo>
                    <a:pt x="2602" y="383"/>
                    <a:pt x="2507" y="7"/>
                    <a:pt x="2507" y="7"/>
                  </a:cubicBezTo>
                  <a:cubicBezTo>
                    <a:pt x="2507" y="7"/>
                    <a:pt x="2430" y="1"/>
                    <a:pt x="2304" y="1"/>
                  </a:cubicBezTo>
                  <a:close/>
                </a:path>
              </a:pathLst>
            </a:custGeom>
            <a:solidFill>
              <a:srgbClr val="FFFA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7"/>
            <p:cNvSpPr/>
            <p:nvPr/>
          </p:nvSpPr>
          <p:spPr>
            <a:xfrm>
              <a:off x="9892150" y="3940813"/>
              <a:ext cx="580650" cy="296225"/>
            </a:xfrm>
            <a:custGeom>
              <a:avLst/>
              <a:gdLst/>
              <a:ahLst/>
              <a:cxnLst/>
              <a:rect l="l" t="t" r="r" b="b"/>
              <a:pathLst>
                <a:path w="23226" h="11849" extrusionOk="0">
                  <a:moveTo>
                    <a:pt x="8275" y="1"/>
                  </a:moveTo>
                  <a:lnTo>
                    <a:pt x="0" y="4231"/>
                  </a:lnTo>
                  <a:lnTo>
                    <a:pt x="13823" y="11848"/>
                  </a:lnTo>
                  <a:lnTo>
                    <a:pt x="23226" y="6207"/>
                  </a:lnTo>
                  <a:lnTo>
                    <a:pt x="827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7"/>
            <p:cNvSpPr/>
            <p:nvPr/>
          </p:nvSpPr>
          <p:spPr>
            <a:xfrm>
              <a:off x="9791050" y="3757463"/>
              <a:ext cx="446675" cy="479575"/>
            </a:xfrm>
            <a:custGeom>
              <a:avLst/>
              <a:gdLst/>
              <a:ahLst/>
              <a:cxnLst/>
              <a:rect l="l" t="t" r="r" b="b"/>
              <a:pathLst>
                <a:path w="17867" h="19183" extrusionOk="0">
                  <a:moveTo>
                    <a:pt x="1" y="1"/>
                  </a:moveTo>
                  <a:lnTo>
                    <a:pt x="4044" y="11565"/>
                  </a:lnTo>
                  <a:lnTo>
                    <a:pt x="17867" y="19182"/>
                  </a:lnTo>
                  <a:lnTo>
                    <a:pt x="15329" y="4983"/>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7"/>
            <p:cNvSpPr/>
            <p:nvPr/>
          </p:nvSpPr>
          <p:spPr>
            <a:xfrm>
              <a:off x="10200100" y="3690338"/>
              <a:ext cx="622975" cy="596050"/>
            </a:xfrm>
            <a:custGeom>
              <a:avLst/>
              <a:gdLst/>
              <a:ahLst/>
              <a:cxnLst/>
              <a:rect l="l" t="t" r="r" b="b"/>
              <a:pathLst>
                <a:path w="24919" h="23842" extrusionOk="0">
                  <a:moveTo>
                    <a:pt x="21550" y="0"/>
                  </a:moveTo>
                  <a:cubicBezTo>
                    <a:pt x="20367" y="0"/>
                    <a:pt x="18970" y="612"/>
                    <a:pt x="17678" y="2215"/>
                  </a:cubicBezTo>
                  <a:lnTo>
                    <a:pt x="18525" y="4848"/>
                  </a:lnTo>
                  <a:lnTo>
                    <a:pt x="19934" y="17635"/>
                  </a:lnTo>
                  <a:cubicBezTo>
                    <a:pt x="19934" y="17635"/>
                    <a:pt x="16456" y="18764"/>
                    <a:pt x="13164" y="19328"/>
                  </a:cubicBezTo>
                  <a:cubicBezTo>
                    <a:pt x="9874" y="19892"/>
                    <a:pt x="8087" y="19893"/>
                    <a:pt x="8087" y="19893"/>
                  </a:cubicBezTo>
                  <a:cubicBezTo>
                    <a:pt x="8087" y="19893"/>
                    <a:pt x="6959" y="18482"/>
                    <a:pt x="5924" y="18200"/>
                  </a:cubicBezTo>
                  <a:cubicBezTo>
                    <a:pt x="5407" y="18059"/>
                    <a:pt x="5054" y="18035"/>
                    <a:pt x="4714" y="18035"/>
                  </a:cubicBezTo>
                  <a:cubicBezTo>
                    <a:pt x="4542" y="18035"/>
                    <a:pt x="4374" y="18041"/>
                    <a:pt x="4188" y="18041"/>
                  </a:cubicBezTo>
                  <a:cubicBezTo>
                    <a:pt x="4006" y="18041"/>
                    <a:pt x="3807" y="18035"/>
                    <a:pt x="3574" y="18012"/>
                  </a:cubicBezTo>
                  <a:cubicBezTo>
                    <a:pt x="3190" y="17973"/>
                    <a:pt x="2837" y="17935"/>
                    <a:pt x="2574" y="17935"/>
                  </a:cubicBezTo>
                  <a:cubicBezTo>
                    <a:pt x="2192" y="17935"/>
                    <a:pt x="1997" y="18016"/>
                    <a:pt x="2163" y="18294"/>
                  </a:cubicBezTo>
                  <a:cubicBezTo>
                    <a:pt x="2445" y="18764"/>
                    <a:pt x="2727" y="18671"/>
                    <a:pt x="3667" y="18764"/>
                  </a:cubicBezTo>
                  <a:cubicBezTo>
                    <a:pt x="4608" y="18858"/>
                    <a:pt x="5454" y="19987"/>
                    <a:pt x="5454" y="19987"/>
                  </a:cubicBezTo>
                  <a:lnTo>
                    <a:pt x="2727" y="21397"/>
                  </a:lnTo>
                  <a:cubicBezTo>
                    <a:pt x="2727" y="21397"/>
                    <a:pt x="1129" y="20833"/>
                    <a:pt x="564" y="20833"/>
                  </a:cubicBezTo>
                  <a:cubicBezTo>
                    <a:pt x="1" y="20833"/>
                    <a:pt x="282" y="21209"/>
                    <a:pt x="282" y="21209"/>
                  </a:cubicBezTo>
                  <a:cubicBezTo>
                    <a:pt x="282" y="21209"/>
                    <a:pt x="1881" y="21773"/>
                    <a:pt x="2539" y="22431"/>
                  </a:cubicBezTo>
                  <a:cubicBezTo>
                    <a:pt x="3197" y="23090"/>
                    <a:pt x="4231" y="23842"/>
                    <a:pt x="5267" y="23842"/>
                  </a:cubicBezTo>
                  <a:cubicBezTo>
                    <a:pt x="6300" y="23842"/>
                    <a:pt x="10251" y="22244"/>
                    <a:pt x="10251" y="22244"/>
                  </a:cubicBezTo>
                  <a:cubicBezTo>
                    <a:pt x="10251" y="22244"/>
                    <a:pt x="16926" y="22056"/>
                    <a:pt x="17960" y="22056"/>
                  </a:cubicBezTo>
                  <a:lnTo>
                    <a:pt x="23696" y="18389"/>
                  </a:lnTo>
                  <a:cubicBezTo>
                    <a:pt x="23696" y="18389"/>
                    <a:pt x="24918" y="3625"/>
                    <a:pt x="24260" y="1745"/>
                  </a:cubicBezTo>
                  <a:cubicBezTo>
                    <a:pt x="23914" y="756"/>
                    <a:pt x="22864" y="0"/>
                    <a:pt x="215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7"/>
            <p:cNvSpPr/>
            <p:nvPr/>
          </p:nvSpPr>
          <p:spPr>
            <a:xfrm>
              <a:off x="10200100" y="3917988"/>
              <a:ext cx="607850" cy="368400"/>
            </a:xfrm>
            <a:custGeom>
              <a:avLst/>
              <a:gdLst/>
              <a:ahLst/>
              <a:cxnLst/>
              <a:rect l="l" t="t" r="r" b="b"/>
              <a:pathLst>
                <a:path w="24314" h="14736" extrusionOk="0">
                  <a:moveTo>
                    <a:pt x="24314" y="1"/>
                  </a:moveTo>
                  <a:lnTo>
                    <a:pt x="19120" y="1149"/>
                  </a:lnTo>
                  <a:lnTo>
                    <a:pt x="19934" y="8529"/>
                  </a:lnTo>
                  <a:cubicBezTo>
                    <a:pt x="19934" y="8529"/>
                    <a:pt x="16456" y="9658"/>
                    <a:pt x="13164" y="10222"/>
                  </a:cubicBezTo>
                  <a:cubicBezTo>
                    <a:pt x="9873" y="10786"/>
                    <a:pt x="8087" y="10787"/>
                    <a:pt x="8087" y="10787"/>
                  </a:cubicBezTo>
                  <a:cubicBezTo>
                    <a:pt x="8087" y="10787"/>
                    <a:pt x="6958" y="9376"/>
                    <a:pt x="5924" y="9094"/>
                  </a:cubicBezTo>
                  <a:cubicBezTo>
                    <a:pt x="5407" y="8953"/>
                    <a:pt x="5054" y="8929"/>
                    <a:pt x="4713" y="8929"/>
                  </a:cubicBezTo>
                  <a:cubicBezTo>
                    <a:pt x="4541" y="8929"/>
                    <a:pt x="4373" y="8935"/>
                    <a:pt x="4187" y="8935"/>
                  </a:cubicBezTo>
                  <a:cubicBezTo>
                    <a:pt x="4005" y="8935"/>
                    <a:pt x="3806" y="8929"/>
                    <a:pt x="3573" y="8906"/>
                  </a:cubicBezTo>
                  <a:cubicBezTo>
                    <a:pt x="3189" y="8867"/>
                    <a:pt x="2836" y="8829"/>
                    <a:pt x="2573" y="8829"/>
                  </a:cubicBezTo>
                  <a:cubicBezTo>
                    <a:pt x="2191" y="8829"/>
                    <a:pt x="1996" y="8910"/>
                    <a:pt x="2163" y="9188"/>
                  </a:cubicBezTo>
                  <a:cubicBezTo>
                    <a:pt x="2445" y="9658"/>
                    <a:pt x="2727" y="9565"/>
                    <a:pt x="3667" y="9658"/>
                  </a:cubicBezTo>
                  <a:cubicBezTo>
                    <a:pt x="4608" y="9752"/>
                    <a:pt x="5454" y="10881"/>
                    <a:pt x="5454" y="10881"/>
                  </a:cubicBezTo>
                  <a:lnTo>
                    <a:pt x="2727" y="12291"/>
                  </a:lnTo>
                  <a:cubicBezTo>
                    <a:pt x="2727" y="12291"/>
                    <a:pt x="1128" y="11727"/>
                    <a:pt x="564" y="11727"/>
                  </a:cubicBezTo>
                  <a:cubicBezTo>
                    <a:pt x="1" y="11727"/>
                    <a:pt x="282" y="12103"/>
                    <a:pt x="282" y="12103"/>
                  </a:cubicBezTo>
                  <a:cubicBezTo>
                    <a:pt x="282" y="12103"/>
                    <a:pt x="1880" y="12667"/>
                    <a:pt x="2539" y="13325"/>
                  </a:cubicBezTo>
                  <a:cubicBezTo>
                    <a:pt x="3197" y="13984"/>
                    <a:pt x="4231" y="14736"/>
                    <a:pt x="5265" y="14736"/>
                  </a:cubicBezTo>
                  <a:cubicBezTo>
                    <a:pt x="6300" y="14736"/>
                    <a:pt x="10249" y="13138"/>
                    <a:pt x="10249" y="13138"/>
                  </a:cubicBezTo>
                  <a:cubicBezTo>
                    <a:pt x="10249" y="13138"/>
                    <a:pt x="16926" y="12950"/>
                    <a:pt x="17960" y="12950"/>
                  </a:cubicBezTo>
                  <a:lnTo>
                    <a:pt x="23696" y="9283"/>
                  </a:lnTo>
                  <a:cubicBezTo>
                    <a:pt x="23696" y="9283"/>
                    <a:pt x="24094" y="4477"/>
                    <a:pt x="24314" y="1"/>
                  </a:cubicBezTo>
                  <a:close/>
                </a:path>
              </a:pathLst>
            </a:custGeom>
            <a:solidFill>
              <a:srgbClr val="FFFA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7"/>
            <p:cNvSpPr/>
            <p:nvPr/>
          </p:nvSpPr>
          <p:spPr>
            <a:xfrm>
              <a:off x="10590625" y="4086638"/>
              <a:ext cx="462825" cy="606475"/>
            </a:xfrm>
            <a:custGeom>
              <a:avLst/>
              <a:gdLst/>
              <a:ahLst/>
              <a:cxnLst/>
              <a:rect l="l" t="t" r="r" b="b"/>
              <a:pathLst>
                <a:path w="18513" h="24259" extrusionOk="0">
                  <a:moveTo>
                    <a:pt x="13532" y="0"/>
                  </a:moveTo>
                  <a:cubicBezTo>
                    <a:pt x="12936" y="105"/>
                    <a:pt x="12252" y="319"/>
                    <a:pt x="12306" y="749"/>
                  </a:cubicBezTo>
                  <a:cubicBezTo>
                    <a:pt x="12401" y="1502"/>
                    <a:pt x="12117" y="15230"/>
                    <a:pt x="10708" y="17393"/>
                  </a:cubicBezTo>
                  <a:cubicBezTo>
                    <a:pt x="9299" y="19556"/>
                    <a:pt x="3279" y="21153"/>
                    <a:pt x="1493" y="21248"/>
                  </a:cubicBezTo>
                  <a:cubicBezTo>
                    <a:pt x="1429" y="21252"/>
                    <a:pt x="1361" y="21253"/>
                    <a:pt x="1289" y="21253"/>
                  </a:cubicBezTo>
                  <a:cubicBezTo>
                    <a:pt x="933" y="21253"/>
                    <a:pt x="488" y="21215"/>
                    <a:pt x="0" y="21152"/>
                  </a:cubicBezTo>
                  <a:lnTo>
                    <a:pt x="0" y="21152"/>
                  </a:lnTo>
                  <a:cubicBezTo>
                    <a:pt x="2685" y="22538"/>
                    <a:pt x="5391" y="24182"/>
                    <a:pt x="7982" y="24257"/>
                  </a:cubicBezTo>
                  <a:cubicBezTo>
                    <a:pt x="8013" y="24258"/>
                    <a:pt x="8045" y="24258"/>
                    <a:pt x="8077" y="24258"/>
                  </a:cubicBezTo>
                  <a:cubicBezTo>
                    <a:pt x="11375" y="24258"/>
                    <a:pt x="16640" y="19535"/>
                    <a:pt x="17572" y="17393"/>
                  </a:cubicBezTo>
                  <a:cubicBezTo>
                    <a:pt x="18512" y="15230"/>
                    <a:pt x="17008" y="9964"/>
                    <a:pt x="16915" y="9119"/>
                  </a:cubicBezTo>
                  <a:cubicBezTo>
                    <a:pt x="16820" y="8272"/>
                    <a:pt x="17290" y="7990"/>
                    <a:pt x="17855" y="6861"/>
                  </a:cubicBezTo>
                  <a:cubicBezTo>
                    <a:pt x="18419" y="5734"/>
                    <a:pt x="14944" y="945"/>
                    <a:pt x="135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7"/>
            <p:cNvSpPr/>
            <p:nvPr/>
          </p:nvSpPr>
          <p:spPr>
            <a:xfrm>
              <a:off x="10566825" y="4241713"/>
              <a:ext cx="82275" cy="87000"/>
            </a:xfrm>
            <a:custGeom>
              <a:avLst/>
              <a:gdLst/>
              <a:ahLst/>
              <a:cxnLst/>
              <a:rect l="l" t="t" r="r" b="b"/>
              <a:pathLst>
                <a:path w="3291" h="3480" extrusionOk="0">
                  <a:moveTo>
                    <a:pt x="3291" y="1"/>
                  </a:moveTo>
                  <a:lnTo>
                    <a:pt x="1" y="3479"/>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7"/>
            <p:cNvSpPr/>
            <p:nvPr/>
          </p:nvSpPr>
          <p:spPr>
            <a:xfrm>
              <a:off x="9123450" y="3973738"/>
              <a:ext cx="1262400" cy="656825"/>
            </a:xfrm>
            <a:custGeom>
              <a:avLst/>
              <a:gdLst/>
              <a:ahLst/>
              <a:cxnLst/>
              <a:rect l="l" t="t" r="r" b="b"/>
              <a:pathLst>
                <a:path w="50496" h="26273" extrusionOk="0">
                  <a:moveTo>
                    <a:pt x="31201" y="0"/>
                  </a:moveTo>
                  <a:cubicBezTo>
                    <a:pt x="30099" y="0"/>
                    <a:pt x="22347" y="8392"/>
                    <a:pt x="16456" y="12412"/>
                  </a:cubicBezTo>
                  <a:cubicBezTo>
                    <a:pt x="10533" y="16456"/>
                    <a:pt x="753" y="21627"/>
                    <a:pt x="378" y="22003"/>
                  </a:cubicBezTo>
                  <a:cubicBezTo>
                    <a:pt x="1" y="22378"/>
                    <a:pt x="3292" y="22755"/>
                    <a:pt x="6865" y="22755"/>
                  </a:cubicBezTo>
                  <a:cubicBezTo>
                    <a:pt x="10438" y="22755"/>
                    <a:pt x="12977" y="22097"/>
                    <a:pt x="13635" y="21250"/>
                  </a:cubicBezTo>
                  <a:cubicBezTo>
                    <a:pt x="14293" y="20405"/>
                    <a:pt x="13541" y="18994"/>
                    <a:pt x="13541" y="18994"/>
                  </a:cubicBezTo>
                  <a:cubicBezTo>
                    <a:pt x="13541" y="18994"/>
                    <a:pt x="22097" y="15232"/>
                    <a:pt x="24825" y="14387"/>
                  </a:cubicBezTo>
                  <a:cubicBezTo>
                    <a:pt x="27552" y="13540"/>
                    <a:pt x="29620" y="11377"/>
                    <a:pt x="29620" y="11377"/>
                  </a:cubicBezTo>
                  <a:cubicBezTo>
                    <a:pt x="29620" y="11377"/>
                    <a:pt x="35449" y="22661"/>
                    <a:pt x="38082" y="24447"/>
                  </a:cubicBezTo>
                  <a:cubicBezTo>
                    <a:pt x="39509" y="25415"/>
                    <a:pt x="41735" y="26273"/>
                    <a:pt x="44178" y="26273"/>
                  </a:cubicBezTo>
                  <a:cubicBezTo>
                    <a:pt x="46246" y="26273"/>
                    <a:pt x="48469" y="25659"/>
                    <a:pt x="50495" y="23978"/>
                  </a:cubicBezTo>
                  <a:cubicBezTo>
                    <a:pt x="50495" y="23978"/>
                    <a:pt x="48708" y="20405"/>
                    <a:pt x="44571" y="14387"/>
                  </a:cubicBezTo>
                  <a:cubicBezTo>
                    <a:pt x="40434" y="8370"/>
                    <a:pt x="32253" y="94"/>
                    <a:pt x="31219" y="1"/>
                  </a:cubicBezTo>
                  <a:cubicBezTo>
                    <a:pt x="31213" y="0"/>
                    <a:pt x="31207" y="0"/>
                    <a:pt x="312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7"/>
            <p:cNvSpPr/>
            <p:nvPr/>
          </p:nvSpPr>
          <p:spPr>
            <a:xfrm>
              <a:off x="9123450" y="4304763"/>
              <a:ext cx="452825" cy="237850"/>
            </a:xfrm>
            <a:custGeom>
              <a:avLst/>
              <a:gdLst/>
              <a:ahLst/>
              <a:cxnLst/>
              <a:rect l="l" t="t" r="r" b="b"/>
              <a:pathLst>
                <a:path w="18113" h="9514" extrusionOk="0">
                  <a:moveTo>
                    <a:pt x="15212" y="0"/>
                  </a:moveTo>
                  <a:lnTo>
                    <a:pt x="15212" y="0"/>
                  </a:lnTo>
                  <a:cubicBezTo>
                    <a:pt x="9258" y="3889"/>
                    <a:pt x="728" y="8411"/>
                    <a:pt x="378" y="8762"/>
                  </a:cubicBezTo>
                  <a:cubicBezTo>
                    <a:pt x="1" y="9138"/>
                    <a:pt x="3292" y="9514"/>
                    <a:pt x="6865" y="9514"/>
                  </a:cubicBezTo>
                  <a:cubicBezTo>
                    <a:pt x="10438" y="9514"/>
                    <a:pt x="12977" y="8856"/>
                    <a:pt x="13635" y="8009"/>
                  </a:cubicBezTo>
                  <a:cubicBezTo>
                    <a:pt x="14293" y="7164"/>
                    <a:pt x="13541" y="5753"/>
                    <a:pt x="13541" y="5753"/>
                  </a:cubicBezTo>
                  <a:cubicBezTo>
                    <a:pt x="13541" y="5753"/>
                    <a:pt x="15653" y="4825"/>
                    <a:pt x="18113" y="3787"/>
                  </a:cubicBezTo>
                  <a:cubicBezTo>
                    <a:pt x="17428" y="3461"/>
                    <a:pt x="16715" y="2958"/>
                    <a:pt x="16079" y="2180"/>
                  </a:cubicBezTo>
                  <a:cubicBezTo>
                    <a:pt x="15406" y="1353"/>
                    <a:pt x="15195" y="618"/>
                    <a:pt x="15212" y="0"/>
                  </a:cubicBezTo>
                  <a:close/>
                </a:path>
              </a:pathLst>
            </a:custGeom>
            <a:solidFill>
              <a:srgbClr val="FFFA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7"/>
            <p:cNvSpPr/>
            <p:nvPr/>
          </p:nvSpPr>
          <p:spPr>
            <a:xfrm>
              <a:off x="8879000" y="4340438"/>
              <a:ext cx="427825" cy="263525"/>
            </a:xfrm>
            <a:custGeom>
              <a:avLst/>
              <a:gdLst/>
              <a:ahLst/>
              <a:cxnLst/>
              <a:rect l="l" t="t" r="r" b="b"/>
              <a:pathLst>
                <a:path w="17113" h="10541" extrusionOk="0">
                  <a:moveTo>
                    <a:pt x="13916" y="1"/>
                  </a:moveTo>
                  <a:cubicBezTo>
                    <a:pt x="13916" y="1"/>
                    <a:pt x="4513" y="6677"/>
                    <a:pt x="3291" y="7711"/>
                  </a:cubicBezTo>
                  <a:cubicBezTo>
                    <a:pt x="2068" y="8745"/>
                    <a:pt x="0" y="9309"/>
                    <a:pt x="846" y="10061"/>
                  </a:cubicBezTo>
                  <a:cubicBezTo>
                    <a:pt x="1217" y="10392"/>
                    <a:pt x="2023" y="10541"/>
                    <a:pt x="2929" y="10541"/>
                  </a:cubicBezTo>
                  <a:cubicBezTo>
                    <a:pt x="4089" y="10541"/>
                    <a:pt x="5413" y="10296"/>
                    <a:pt x="6205" y="9874"/>
                  </a:cubicBezTo>
                  <a:cubicBezTo>
                    <a:pt x="7535" y="9164"/>
                    <a:pt x="8697" y="8455"/>
                    <a:pt x="9849" y="8455"/>
                  </a:cubicBezTo>
                  <a:cubicBezTo>
                    <a:pt x="9920" y="8455"/>
                    <a:pt x="9990" y="8458"/>
                    <a:pt x="10061" y="8463"/>
                  </a:cubicBezTo>
                  <a:cubicBezTo>
                    <a:pt x="10161" y="8471"/>
                    <a:pt x="10261" y="8475"/>
                    <a:pt x="10361" y="8475"/>
                  </a:cubicBezTo>
                  <a:cubicBezTo>
                    <a:pt x="11465" y="8475"/>
                    <a:pt x="12458" y="7994"/>
                    <a:pt x="12976" y="6959"/>
                  </a:cubicBezTo>
                  <a:cubicBezTo>
                    <a:pt x="13541" y="5830"/>
                    <a:pt x="13541" y="5454"/>
                    <a:pt x="13541" y="5454"/>
                  </a:cubicBezTo>
                  <a:lnTo>
                    <a:pt x="16831" y="3479"/>
                  </a:lnTo>
                  <a:cubicBezTo>
                    <a:pt x="16831" y="3479"/>
                    <a:pt x="17113" y="2070"/>
                    <a:pt x="16079" y="1129"/>
                  </a:cubicBezTo>
                  <a:cubicBezTo>
                    <a:pt x="15045" y="189"/>
                    <a:pt x="13916" y="1"/>
                    <a:pt x="13916" y="1"/>
                  </a:cubicBezTo>
                  <a:close/>
                </a:path>
              </a:pathLst>
            </a:custGeom>
            <a:solidFill>
              <a:srgbClr val="FFFA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59;p34"/>
          <p:cNvSpPr txBox="1">
            <a:spLocks/>
          </p:cNvSpPr>
          <p:nvPr/>
        </p:nvSpPr>
        <p:spPr>
          <a:xfrm>
            <a:off x="0" y="1031228"/>
            <a:ext cx="7649005" cy="357267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17500">
              <a:buClr>
                <a:schemeClr val="dk2"/>
              </a:buClr>
              <a:buSzPts val="1400"/>
              <a:buFont typeface="Arial"/>
              <a:buChar char="●"/>
            </a:pPr>
            <a:r>
              <a:rPr lang="en-US" sz="2800" b="1">
                <a:solidFill>
                  <a:schemeClr val="dk2"/>
                </a:solidFill>
                <a:latin typeface="Advent Pro" panose="020B0604020202020204" charset="0"/>
              </a:rPr>
              <a:t>Data Source – </a:t>
            </a:r>
            <a:r>
              <a:rPr lang="en-US" sz="2800" b="1">
                <a:solidFill>
                  <a:schemeClr val="dk2"/>
                </a:solidFill>
                <a:latin typeface="Advent Pro" panose="020B0604020202020204" charset="0"/>
                <a:hlinkClick r:id="rId3"/>
              </a:rPr>
              <a:t>Kaggle</a:t>
            </a:r>
            <a:endParaRPr lang="en-US" sz="2800" b="1">
              <a:solidFill>
                <a:schemeClr val="dk2"/>
              </a:solidFill>
              <a:latin typeface="Advent Pro" panose="020B0604020202020204" charset="0"/>
            </a:endParaRPr>
          </a:p>
          <a:p>
            <a:pPr marL="457200" indent="-317500">
              <a:buClr>
                <a:schemeClr val="dk2"/>
              </a:buClr>
              <a:buSzPts val="1400"/>
              <a:buFont typeface="Arial"/>
              <a:buChar char="●"/>
            </a:pPr>
            <a:r>
              <a:rPr lang="en-US" sz="2800" b="1">
                <a:solidFill>
                  <a:schemeClr val="dk2"/>
                </a:solidFill>
                <a:latin typeface="Advent Pro" panose="020B0604020202020204" charset="0"/>
              </a:rPr>
              <a:t>Size: 197,428 rows × 16 columns</a:t>
            </a:r>
          </a:p>
          <a:p>
            <a:pPr marL="457200" indent="-317500">
              <a:buClr>
                <a:schemeClr val="dk2"/>
              </a:buClr>
              <a:buSzPts val="1400"/>
              <a:buFont typeface="Arial"/>
              <a:buChar char="●"/>
            </a:pPr>
            <a:endParaRPr lang="en-US">
              <a:solidFill>
                <a:schemeClr val="dk2"/>
              </a:solidFill>
            </a:endParaRPr>
          </a:p>
        </p:txBody>
      </p:sp>
    </p:spTree>
    <p:extLst>
      <p:ext uri="{BB962C8B-B14F-4D97-AF65-F5344CB8AC3E}">
        <p14:creationId xmlns:p14="http://schemas.microsoft.com/office/powerpoint/2010/main" val="1105825256"/>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37"/>
          <p:cNvSpPr txBox="1">
            <a:spLocks noGrp="1"/>
          </p:cNvSpPr>
          <p:nvPr>
            <p:ph type="title"/>
          </p:nvPr>
        </p:nvSpPr>
        <p:spPr>
          <a:xfrm>
            <a:off x="849993" y="211223"/>
            <a:ext cx="7551900" cy="75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F3309"/>
                </a:solidFill>
              </a:rPr>
              <a:t>Data Description and Challenges</a:t>
            </a:r>
            <a:endParaRPr>
              <a:solidFill>
                <a:srgbClr val="FF3309"/>
              </a:solidFill>
            </a:endParaRPr>
          </a:p>
        </p:txBody>
      </p:sp>
      <p:grpSp>
        <p:nvGrpSpPr>
          <p:cNvPr id="491" name="Google Shape;491;p37"/>
          <p:cNvGrpSpPr/>
          <p:nvPr/>
        </p:nvGrpSpPr>
        <p:grpSpPr>
          <a:xfrm>
            <a:off x="6060558" y="1129784"/>
            <a:ext cx="2841813" cy="1985556"/>
            <a:chOff x="8272025" y="3231288"/>
            <a:chExt cx="3394925" cy="2321700"/>
          </a:xfrm>
        </p:grpSpPr>
        <p:sp>
          <p:nvSpPr>
            <p:cNvPr id="492" name="Google Shape;492;p37"/>
            <p:cNvSpPr/>
            <p:nvPr/>
          </p:nvSpPr>
          <p:spPr>
            <a:xfrm>
              <a:off x="8272025" y="5109488"/>
              <a:ext cx="3394925" cy="443500"/>
            </a:xfrm>
            <a:custGeom>
              <a:avLst/>
              <a:gdLst/>
              <a:ahLst/>
              <a:cxnLst/>
              <a:rect l="l" t="t" r="r" b="b"/>
              <a:pathLst>
                <a:path w="135797" h="17740" extrusionOk="0">
                  <a:moveTo>
                    <a:pt x="67899" y="0"/>
                  </a:moveTo>
                  <a:cubicBezTo>
                    <a:pt x="49892" y="0"/>
                    <a:pt x="32621" y="935"/>
                    <a:pt x="19888" y="2599"/>
                  </a:cubicBezTo>
                  <a:cubicBezTo>
                    <a:pt x="7154" y="4261"/>
                    <a:pt x="1" y="6517"/>
                    <a:pt x="1" y="8870"/>
                  </a:cubicBezTo>
                  <a:cubicBezTo>
                    <a:pt x="1" y="11222"/>
                    <a:pt x="7154" y="13479"/>
                    <a:pt x="19888" y="15141"/>
                  </a:cubicBezTo>
                  <a:cubicBezTo>
                    <a:pt x="32621" y="16805"/>
                    <a:pt x="49892" y="17740"/>
                    <a:pt x="67899" y="17740"/>
                  </a:cubicBezTo>
                  <a:cubicBezTo>
                    <a:pt x="85907" y="17740"/>
                    <a:pt x="103176" y="16805"/>
                    <a:pt x="115909" y="15141"/>
                  </a:cubicBezTo>
                  <a:cubicBezTo>
                    <a:pt x="128642" y="13479"/>
                    <a:pt x="135796" y="11222"/>
                    <a:pt x="135796" y="8870"/>
                  </a:cubicBezTo>
                  <a:cubicBezTo>
                    <a:pt x="135796" y="6517"/>
                    <a:pt x="128642" y="4261"/>
                    <a:pt x="115909" y="2599"/>
                  </a:cubicBezTo>
                  <a:cubicBezTo>
                    <a:pt x="103176" y="935"/>
                    <a:pt x="85907" y="0"/>
                    <a:pt x="678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7"/>
            <p:cNvSpPr/>
            <p:nvPr/>
          </p:nvSpPr>
          <p:spPr>
            <a:xfrm>
              <a:off x="8806150" y="3422263"/>
              <a:ext cx="2444125" cy="1048825"/>
            </a:xfrm>
            <a:custGeom>
              <a:avLst/>
              <a:gdLst/>
              <a:ahLst/>
              <a:cxnLst/>
              <a:rect l="l" t="t" r="r" b="b"/>
              <a:pathLst>
                <a:path w="97765" h="41953" extrusionOk="0">
                  <a:moveTo>
                    <a:pt x="62916" y="0"/>
                  </a:moveTo>
                  <a:cubicBezTo>
                    <a:pt x="59429" y="0"/>
                    <a:pt x="55942" y="135"/>
                    <a:pt x="52490" y="292"/>
                  </a:cubicBezTo>
                  <a:cubicBezTo>
                    <a:pt x="42429" y="747"/>
                    <a:pt x="32288" y="471"/>
                    <a:pt x="22253" y="1133"/>
                  </a:cubicBezTo>
                  <a:cubicBezTo>
                    <a:pt x="11202" y="1865"/>
                    <a:pt x="7112" y="6937"/>
                    <a:pt x="4674" y="17153"/>
                  </a:cubicBezTo>
                  <a:cubicBezTo>
                    <a:pt x="3325" y="22812"/>
                    <a:pt x="2615" y="28747"/>
                    <a:pt x="2465" y="34565"/>
                  </a:cubicBezTo>
                  <a:lnTo>
                    <a:pt x="1" y="41952"/>
                  </a:lnTo>
                  <a:lnTo>
                    <a:pt x="97764" y="41952"/>
                  </a:lnTo>
                  <a:lnTo>
                    <a:pt x="95302" y="34565"/>
                  </a:lnTo>
                  <a:cubicBezTo>
                    <a:pt x="95302" y="34565"/>
                    <a:pt x="94562" y="6001"/>
                    <a:pt x="84464" y="2798"/>
                  </a:cubicBezTo>
                  <a:cubicBezTo>
                    <a:pt x="77496" y="589"/>
                    <a:pt x="70206" y="0"/>
                    <a:pt x="6291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7"/>
            <p:cNvSpPr/>
            <p:nvPr/>
          </p:nvSpPr>
          <p:spPr>
            <a:xfrm>
              <a:off x="8430750" y="4082838"/>
              <a:ext cx="646325" cy="926525"/>
            </a:xfrm>
            <a:custGeom>
              <a:avLst/>
              <a:gdLst/>
              <a:ahLst/>
              <a:cxnLst/>
              <a:rect l="l" t="t" r="r" b="b"/>
              <a:pathLst>
                <a:path w="25853" h="37061" extrusionOk="0">
                  <a:moveTo>
                    <a:pt x="19840" y="1"/>
                  </a:moveTo>
                  <a:cubicBezTo>
                    <a:pt x="14163" y="1"/>
                    <a:pt x="1" y="11149"/>
                    <a:pt x="243" y="13559"/>
                  </a:cubicBezTo>
                  <a:cubicBezTo>
                    <a:pt x="489" y="16020"/>
                    <a:pt x="3198" y="33505"/>
                    <a:pt x="4921" y="34245"/>
                  </a:cubicBezTo>
                  <a:cubicBezTo>
                    <a:pt x="6270" y="34823"/>
                    <a:pt x="9279" y="37060"/>
                    <a:pt x="12413" y="37060"/>
                  </a:cubicBezTo>
                  <a:cubicBezTo>
                    <a:pt x="13283" y="37060"/>
                    <a:pt x="14162" y="36888"/>
                    <a:pt x="15018" y="36460"/>
                  </a:cubicBezTo>
                  <a:cubicBezTo>
                    <a:pt x="18957" y="34491"/>
                    <a:pt x="25853" y="11590"/>
                    <a:pt x="25853" y="11590"/>
                  </a:cubicBezTo>
                  <a:lnTo>
                    <a:pt x="25853" y="5187"/>
                  </a:lnTo>
                  <a:cubicBezTo>
                    <a:pt x="25853" y="5187"/>
                    <a:pt x="25607" y="508"/>
                    <a:pt x="20189" y="16"/>
                  </a:cubicBezTo>
                  <a:cubicBezTo>
                    <a:pt x="20077" y="6"/>
                    <a:pt x="19960" y="1"/>
                    <a:pt x="198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7"/>
            <p:cNvSpPr/>
            <p:nvPr/>
          </p:nvSpPr>
          <p:spPr>
            <a:xfrm>
              <a:off x="10930125" y="4082838"/>
              <a:ext cx="646275" cy="926525"/>
            </a:xfrm>
            <a:custGeom>
              <a:avLst/>
              <a:gdLst/>
              <a:ahLst/>
              <a:cxnLst/>
              <a:rect l="l" t="t" r="r" b="b"/>
              <a:pathLst>
                <a:path w="25851" h="37061" extrusionOk="0">
                  <a:moveTo>
                    <a:pt x="6013" y="1"/>
                  </a:moveTo>
                  <a:cubicBezTo>
                    <a:pt x="5893" y="1"/>
                    <a:pt x="5776" y="6"/>
                    <a:pt x="5664" y="16"/>
                  </a:cubicBezTo>
                  <a:cubicBezTo>
                    <a:pt x="247" y="508"/>
                    <a:pt x="0" y="5187"/>
                    <a:pt x="0" y="5187"/>
                  </a:cubicBezTo>
                  <a:lnTo>
                    <a:pt x="0" y="11590"/>
                  </a:lnTo>
                  <a:cubicBezTo>
                    <a:pt x="0" y="11590"/>
                    <a:pt x="6896" y="34491"/>
                    <a:pt x="10835" y="36460"/>
                  </a:cubicBezTo>
                  <a:cubicBezTo>
                    <a:pt x="11691" y="36888"/>
                    <a:pt x="12570" y="37060"/>
                    <a:pt x="13440" y="37060"/>
                  </a:cubicBezTo>
                  <a:cubicBezTo>
                    <a:pt x="16574" y="37060"/>
                    <a:pt x="19583" y="34823"/>
                    <a:pt x="20931" y="34245"/>
                  </a:cubicBezTo>
                  <a:cubicBezTo>
                    <a:pt x="22655" y="33505"/>
                    <a:pt x="25364" y="16020"/>
                    <a:pt x="25610" y="13559"/>
                  </a:cubicBezTo>
                  <a:cubicBezTo>
                    <a:pt x="25851" y="11149"/>
                    <a:pt x="11688" y="1"/>
                    <a:pt x="60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7"/>
            <p:cNvSpPr/>
            <p:nvPr/>
          </p:nvSpPr>
          <p:spPr>
            <a:xfrm>
              <a:off x="8750775" y="4354113"/>
              <a:ext cx="2517950" cy="277050"/>
            </a:xfrm>
            <a:custGeom>
              <a:avLst/>
              <a:gdLst/>
              <a:ahLst/>
              <a:cxnLst/>
              <a:rect l="l" t="t" r="r" b="b"/>
              <a:pathLst>
                <a:path w="100718" h="11082" extrusionOk="0">
                  <a:moveTo>
                    <a:pt x="87174" y="1"/>
                  </a:moveTo>
                  <a:lnTo>
                    <a:pt x="13052" y="739"/>
                  </a:lnTo>
                  <a:cubicBezTo>
                    <a:pt x="12964" y="873"/>
                    <a:pt x="12484" y="1292"/>
                    <a:pt x="11756" y="1893"/>
                  </a:cubicBezTo>
                  <a:cubicBezTo>
                    <a:pt x="8444" y="4625"/>
                    <a:pt x="1" y="11081"/>
                    <a:pt x="1" y="11081"/>
                  </a:cubicBezTo>
                  <a:lnTo>
                    <a:pt x="100718" y="11081"/>
                  </a:lnTo>
                  <a:lnTo>
                    <a:pt x="871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7"/>
            <p:cNvSpPr/>
            <p:nvPr/>
          </p:nvSpPr>
          <p:spPr>
            <a:xfrm>
              <a:off x="8750775" y="4631138"/>
              <a:ext cx="2517950" cy="254500"/>
            </a:xfrm>
            <a:custGeom>
              <a:avLst/>
              <a:gdLst/>
              <a:ahLst/>
              <a:cxnLst/>
              <a:rect l="l" t="t" r="r" b="b"/>
              <a:pathLst>
                <a:path w="100718" h="10180" extrusionOk="0">
                  <a:moveTo>
                    <a:pt x="1" y="0"/>
                  </a:moveTo>
                  <a:lnTo>
                    <a:pt x="1" y="10179"/>
                  </a:lnTo>
                  <a:lnTo>
                    <a:pt x="100649" y="10179"/>
                  </a:lnTo>
                  <a:lnTo>
                    <a:pt x="10071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7"/>
            <p:cNvSpPr/>
            <p:nvPr/>
          </p:nvSpPr>
          <p:spPr>
            <a:xfrm>
              <a:off x="8585250" y="5135938"/>
              <a:ext cx="251725" cy="289375"/>
            </a:xfrm>
            <a:custGeom>
              <a:avLst/>
              <a:gdLst/>
              <a:ahLst/>
              <a:cxnLst/>
              <a:rect l="l" t="t" r="r" b="b"/>
              <a:pathLst>
                <a:path w="10069" h="11575" extrusionOk="0">
                  <a:moveTo>
                    <a:pt x="3420" y="1"/>
                  </a:moveTo>
                  <a:lnTo>
                    <a:pt x="268" y="9877"/>
                  </a:lnTo>
                  <a:cubicBezTo>
                    <a:pt x="0" y="10717"/>
                    <a:pt x="627" y="11575"/>
                    <a:pt x="1508" y="11575"/>
                  </a:cubicBezTo>
                  <a:cubicBezTo>
                    <a:pt x="1935" y="11575"/>
                    <a:pt x="2333" y="11366"/>
                    <a:pt x="2577" y="11017"/>
                  </a:cubicBezTo>
                  <a:lnTo>
                    <a:pt x="10069" y="248"/>
                  </a:lnTo>
                  <a:lnTo>
                    <a:pt x="342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7"/>
            <p:cNvSpPr/>
            <p:nvPr/>
          </p:nvSpPr>
          <p:spPr>
            <a:xfrm>
              <a:off x="11182175" y="5135938"/>
              <a:ext cx="251750" cy="289375"/>
            </a:xfrm>
            <a:custGeom>
              <a:avLst/>
              <a:gdLst/>
              <a:ahLst/>
              <a:cxnLst/>
              <a:rect l="l" t="t" r="r" b="b"/>
              <a:pathLst>
                <a:path w="10070" h="11575" extrusionOk="0">
                  <a:moveTo>
                    <a:pt x="6650" y="1"/>
                  </a:moveTo>
                  <a:lnTo>
                    <a:pt x="1" y="248"/>
                  </a:lnTo>
                  <a:lnTo>
                    <a:pt x="7493" y="11017"/>
                  </a:lnTo>
                  <a:cubicBezTo>
                    <a:pt x="7736" y="11366"/>
                    <a:pt x="8135" y="11575"/>
                    <a:pt x="8561" y="11575"/>
                  </a:cubicBezTo>
                  <a:cubicBezTo>
                    <a:pt x="9442" y="11575"/>
                    <a:pt x="10069" y="10717"/>
                    <a:pt x="9801" y="9877"/>
                  </a:cubicBezTo>
                  <a:lnTo>
                    <a:pt x="66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7"/>
            <p:cNvSpPr/>
            <p:nvPr/>
          </p:nvSpPr>
          <p:spPr>
            <a:xfrm>
              <a:off x="8401625" y="4333888"/>
              <a:ext cx="3214500" cy="846575"/>
            </a:xfrm>
            <a:custGeom>
              <a:avLst/>
              <a:gdLst/>
              <a:ahLst/>
              <a:cxnLst/>
              <a:rect l="l" t="t" r="r" b="b"/>
              <a:pathLst>
                <a:path w="128580" h="33863" extrusionOk="0">
                  <a:moveTo>
                    <a:pt x="6915" y="1"/>
                  </a:moveTo>
                  <a:cubicBezTo>
                    <a:pt x="5989" y="1"/>
                    <a:pt x="5134" y="230"/>
                    <a:pt x="4331" y="624"/>
                  </a:cubicBezTo>
                  <a:cubicBezTo>
                    <a:pt x="1499" y="2014"/>
                    <a:pt x="0" y="5190"/>
                    <a:pt x="424" y="8317"/>
                  </a:cubicBezTo>
                  <a:cubicBezTo>
                    <a:pt x="1118" y="13448"/>
                    <a:pt x="2430" y="22345"/>
                    <a:pt x="3623" y="25927"/>
                  </a:cubicBezTo>
                  <a:cubicBezTo>
                    <a:pt x="5347" y="31098"/>
                    <a:pt x="5347" y="32083"/>
                    <a:pt x="9042" y="33315"/>
                  </a:cubicBezTo>
                  <a:cubicBezTo>
                    <a:pt x="10273" y="33725"/>
                    <a:pt x="17112" y="33862"/>
                    <a:pt x="25684" y="33862"/>
                  </a:cubicBezTo>
                  <a:cubicBezTo>
                    <a:pt x="39418" y="33862"/>
                    <a:pt x="57601" y="33511"/>
                    <a:pt x="64291" y="33371"/>
                  </a:cubicBezTo>
                  <a:cubicBezTo>
                    <a:pt x="70980" y="33511"/>
                    <a:pt x="89163" y="33862"/>
                    <a:pt x="102898" y="33862"/>
                  </a:cubicBezTo>
                  <a:cubicBezTo>
                    <a:pt x="111470" y="33862"/>
                    <a:pt x="118309" y="33725"/>
                    <a:pt x="119540" y="33315"/>
                  </a:cubicBezTo>
                  <a:cubicBezTo>
                    <a:pt x="123234" y="32083"/>
                    <a:pt x="123234" y="31097"/>
                    <a:pt x="124957" y="25927"/>
                  </a:cubicBezTo>
                  <a:cubicBezTo>
                    <a:pt x="126152" y="22345"/>
                    <a:pt x="127464" y="13450"/>
                    <a:pt x="128158" y="8317"/>
                  </a:cubicBezTo>
                  <a:cubicBezTo>
                    <a:pt x="128580" y="5190"/>
                    <a:pt x="127083" y="2014"/>
                    <a:pt x="124250" y="624"/>
                  </a:cubicBezTo>
                  <a:cubicBezTo>
                    <a:pt x="123448" y="231"/>
                    <a:pt x="122594" y="1"/>
                    <a:pt x="121669" y="1"/>
                  </a:cubicBezTo>
                  <a:cubicBezTo>
                    <a:pt x="120713" y="1"/>
                    <a:pt x="119682" y="247"/>
                    <a:pt x="118555" y="810"/>
                  </a:cubicBezTo>
                  <a:cubicBezTo>
                    <a:pt x="114123" y="3025"/>
                    <a:pt x="114615" y="11890"/>
                    <a:pt x="114615" y="11890"/>
                  </a:cubicBezTo>
                  <a:lnTo>
                    <a:pt x="114615" y="21741"/>
                  </a:lnTo>
                  <a:lnTo>
                    <a:pt x="13967" y="21741"/>
                  </a:lnTo>
                  <a:lnTo>
                    <a:pt x="13967" y="11890"/>
                  </a:lnTo>
                  <a:cubicBezTo>
                    <a:pt x="13967" y="11890"/>
                    <a:pt x="14459" y="3025"/>
                    <a:pt x="10026" y="808"/>
                  </a:cubicBezTo>
                  <a:cubicBezTo>
                    <a:pt x="8900" y="246"/>
                    <a:pt x="7870" y="1"/>
                    <a:pt x="6915"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7"/>
            <p:cNvSpPr/>
            <p:nvPr/>
          </p:nvSpPr>
          <p:spPr>
            <a:xfrm>
              <a:off x="10395250" y="4081188"/>
              <a:ext cx="658200" cy="611950"/>
            </a:xfrm>
            <a:custGeom>
              <a:avLst/>
              <a:gdLst/>
              <a:ahLst/>
              <a:cxnLst/>
              <a:rect l="l" t="t" r="r" b="b"/>
              <a:pathLst>
                <a:path w="26328" h="24478" extrusionOk="0">
                  <a:moveTo>
                    <a:pt x="20373" y="0"/>
                  </a:moveTo>
                  <a:cubicBezTo>
                    <a:pt x="18261" y="0"/>
                    <a:pt x="14291" y="1721"/>
                    <a:pt x="14291" y="1721"/>
                  </a:cubicBezTo>
                  <a:cubicBezTo>
                    <a:pt x="14291" y="1721"/>
                    <a:pt x="11753" y="3507"/>
                    <a:pt x="11096" y="3977"/>
                  </a:cubicBezTo>
                  <a:cubicBezTo>
                    <a:pt x="10437" y="4447"/>
                    <a:pt x="4326" y="5481"/>
                    <a:pt x="2351" y="5763"/>
                  </a:cubicBezTo>
                  <a:cubicBezTo>
                    <a:pt x="375" y="6045"/>
                    <a:pt x="0" y="13569"/>
                    <a:pt x="375" y="15825"/>
                  </a:cubicBezTo>
                  <a:cubicBezTo>
                    <a:pt x="752" y="18081"/>
                    <a:pt x="2256" y="18928"/>
                    <a:pt x="5641" y="20338"/>
                  </a:cubicBezTo>
                  <a:cubicBezTo>
                    <a:pt x="9026" y="21748"/>
                    <a:pt x="12506" y="24381"/>
                    <a:pt x="15797" y="24476"/>
                  </a:cubicBezTo>
                  <a:cubicBezTo>
                    <a:pt x="15828" y="24477"/>
                    <a:pt x="15860" y="24477"/>
                    <a:pt x="15892" y="24477"/>
                  </a:cubicBezTo>
                  <a:cubicBezTo>
                    <a:pt x="19190" y="24477"/>
                    <a:pt x="24455" y="19753"/>
                    <a:pt x="25387" y="17611"/>
                  </a:cubicBezTo>
                  <a:cubicBezTo>
                    <a:pt x="26327" y="15448"/>
                    <a:pt x="24823" y="10182"/>
                    <a:pt x="24728" y="9337"/>
                  </a:cubicBezTo>
                  <a:cubicBezTo>
                    <a:pt x="24635" y="8490"/>
                    <a:pt x="25105" y="8208"/>
                    <a:pt x="25669" y="7080"/>
                  </a:cubicBezTo>
                  <a:cubicBezTo>
                    <a:pt x="26234" y="5952"/>
                    <a:pt x="22754" y="1156"/>
                    <a:pt x="21343" y="215"/>
                  </a:cubicBezTo>
                  <a:cubicBezTo>
                    <a:pt x="21116" y="64"/>
                    <a:pt x="20779" y="0"/>
                    <a:pt x="203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7"/>
            <p:cNvSpPr/>
            <p:nvPr/>
          </p:nvSpPr>
          <p:spPr>
            <a:xfrm>
              <a:off x="10277675" y="3231288"/>
              <a:ext cx="735825" cy="898050"/>
            </a:xfrm>
            <a:custGeom>
              <a:avLst/>
              <a:gdLst/>
              <a:ahLst/>
              <a:cxnLst/>
              <a:rect l="l" t="t" r="r" b="b"/>
              <a:pathLst>
                <a:path w="29433" h="35922" extrusionOk="0">
                  <a:moveTo>
                    <a:pt x="9241" y="0"/>
                  </a:moveTo>
                  <a:cubicBezTo>
                    <a:pt x="7403" y="0"/>
                    <a:pt x="5563" y="557"/>
                    <a:pt x="4703" y="1114"/>
                  </a:cubicBezTo>
                  <a:cubicBezTo>
                    <a:pt x="3104" y="2148"/>
                    <a:pt x="1882" y="2523"/>
                    <a:pt x="1882" y="2523"/>
                  </a:cubicBezTo>
                  <a:cubicBezTo>
                    <a:pt x="1882" y="2523"/>
                    <a:pt x="1" y="2523"/>
                    <a:pt x="1" y="4874"/>
                  </a:cubicBezTo>
                  <a:cubicBezTo>
                    <a:pt x="1" y="7225"/>
                    <a:pt x="2070" y="8541"/>
                    <a:pt x="2447" y="8541"/>
                  </a:cubicBezTo>
                  <a:cubicBezTo>
                    <a:pt x="2575" y="8541"/>
                    <a:pt x="3024" y="8475"/>
                    <a:pt x="3608" y="8475"/>
                  </a:cubicBezTo>
                  <a:cubicBezTo>
                    <a:pt x="4728" y="8475"/>
                    <a:pt x="6344" y="8719"/>
                    <a:pt x="7148" y="10140"/>
                  </a:cubicBezTo>
                  <a:cubicBezTo>
                    <a:pt x="8370" y="12303"/>
                    <a:pt x="10063" y="16064"/>
                    <a:pt x="11567" y="18415"/>
                  </a:cubicBezTo>
                  <a:cubicBezTo>
                    <a:pt x="13071" y="20766"/>
                    <a:pt x="14388" y="21988"/>
                    <a:pt x="15986" y="22458"/>
                  </a:cubicBezTo>
                  <a:cubicBezTo>
                    <a:pt x="17585" y="22929"/>
                    <a:pt x="19466" y="26030"/>
                    <a:pt x="19277" y="28475"/>
                  </a:cubicBezTo>
                  <a:cubicBezTo>
                    <a:pt x="19089" y="30921"/>
                    <a:pt x="18055" y="34306"/>
                    <a:pt x="19277" y="35529"/>
                  </a:cubicBezTo>
                  <a:cubicBezTo>
                    <a:pt x="19547" y="35798"/>
                    <a:pt x="19917" y="35921"/>
                    <a:pt x="20347" y="35921"/>
                  </a:cubicBezTo>
                  <a:cubicBezTo>
                    <a:pt x="21865" y="35921"/>
                    <a:pt x="24123" y="34383"/>
                    <a:pt x="25295" y="32332"/>
                  </a:cubicBezTo>
                  <a:cubicBezTo>
                    <a:pt x="26800" y="29699"/>
                    <a:pt x="25389" y="30074"/>
                    <a:pt x="25671" y="26784"/>
                  </a:cubicBezTo>
                  <a:cubicBezTo>
                    <a:pt x="25953" y="23492"/>
                    <a:pt x="29433" y="20954"/>
                    <a:pt x="27363" y="15688"/>
                  </a:cubicBezTo>
                  <a:cubicBezTo>
                    <a:pt x="25295" y="10422"/>
                    <a:pt x="17583" y="10045"/>
                    <a:pt x="16456" y="9952"/>
                  </a:cubicBezTo>
                  <a:cubicBezTo>
                    <a:pt x="16456" y="9952"/>
                    <a:pt x="15422" y="4122"/>
                    <a:pt x="13354" y="1584"/>
                  </a:cubicBezTo>
                  <a:cubicBezTo>
                    <a:pt x="12399" y="411"/>
                    <a:pt x="10821" y="0"/>
                    <a:pt x="924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7"/>
            <p:cNvSpPr/>
            <p:nvPr/>
          </p:nvSpPr>
          <p:spPr>
            <a:xfrm>
              <a:off x="9177525" y="3937813"/>
              <a:ext cx="923150" cy="626925"/>
            </a:xfrm>
            <a:custGeom>
              <a:avLst/>
              <a:gdLst/>
              <a:ahLst/>
              <a:cxnLst/>
              <a:rect l="l" t="t" r="r" b="b"/>
              <a:pathLst>
                <a:path w="36926" h="25077" extrusionOk="0">
                  <a:moveTo>
                    <a:pt x="22417" y="0"/>
                  </a:moveTo>
                  <a:cubicBezTo>
                    <a:pt x="22228" y="0"/>
                    <a:pt x="22057" y="38"/>
                    <a:pt x="21909" y="121"/>
                  </a:cubicBezTo>
                  <a:cubicBezTo>
                    <a:pt x="20216" y="1061"/>
                    <a:pt x="1" y="17610"/>
                    <a:pt x="1" y="17610"/>
                  </a:cubicBezTo>
                  <a:lnTo>
                    <a:pt x="4420" y="21183"/>
                  </a:lnTo>
                  <a:lnTo>
                    <a:pt x="21722" y="11310"/>
                  </a:lnTo>
                  <a:cubicBezTo>
                    <a:pt x="21722" y="11310"/>
                    <a:pt x="23885" y="15165"/>
                    <a:pt x="26234" y="18739"/>
                  </a:cubicBezTo>
                  <a:cubicBezTo>
                    <a:pt x="28585" y="22312"/>
                    <a:pt x="32818" y="24662"/>
                    <a:pt x="34885" y="25039"/>
                  </a:cubicBezTo>
                  <a:cubicBezTo>
                    <a:pt x="35028" y="25064"/>
                    <a:pt x="35159" y="25077"/>
                    <a:pt x="35281" y="25077"/>
                  </a:cubicBezTo>
                  <a:cubicBezTo>
                    <a:pt x="36925" y="25077"/>
                    <a:pt x="36721" y="22795"/>
                    <a:pt x="36108" y="20431"/>
                  </a:cubicBezTo>
                  <a:cubicBezTo>
                    <a:pt x="35451" y="17892"/>
                    <a:pt x="30278" y="6609"/>
                    <a:pt x="28210" y="4069"/>
                  </a:cubicBezTo>
                  <a:cubicBezTo>
                    <a:pt x="28210" y="4069"/>
                    <a:pt x="24375" y="0"/>
                    <a:pt x="2241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7"/>
            <p:cNvSpPr/>
            <p:nvPr/>
          </p:nvSpPr>
          <p:spPr>
            <a:xfrm>
              <a:off x="10016750" y="3695763"/>
              <a:ext cx="759300" cy="893875"/>
            </a:xfrm>
            <a:custGeom>
              <a:avLst/>
              <a:gdLst/>
              <a:ahLst/>
              <a:cxnLst/>
              <a:rect l="l" t="t" r="r" b="b"/>
              <a:pathLst>
                <a:path w="30372" h="35755" extrusionOk="0">
                  <a:moveTo>
                    <a:pt x="15103" y="0"/>
                  </a:moveTo>
                  <a:cubicBezTo>
                    <a:pt x="13223" y="0"/>
                    <a:pt x="11048" y="941"/>
                    <a:pt x="10531" y="2751"/>
                  </a:cubicBezTo>
                  <a:cubicBezTo>
                    <a:pt x="9968" y="4725"/>
                    <a:pt x="5360" y="11307"/>
                    <a:pt x="5078" y="11965"/>
                  </a:cubicBezTo>
                  <a:cubicBezTo>
                    <a:pt x="4795" y="12623"/>
                    <a:pt x="1" y="17983"/>
                    <a:pt x="1" y="17983"/>
                  </a:cubicBezTo>
                  <a:lnTo>
                    <a:pt x="13071" y="35755"/>
                  </a:lnTo>
                  <a:cubicBezTo>
                    <a:pt x="13071" y="35755"/>
                    <a:pt x="17865" y="34532"/>
                    <a:pt x="18242" y="30582"/>
                  </a:cubicBezTo>
                  <a:cubicBezTo>
                    <a:pt x="18619" y="26633"/>
                    <a:pt x="18430" y="23248"/>
                    <a:pt x="21533" y="19581"/>
                  </a:cubicBezTo>
                  <a:cubicBezTo>
                    <a:pt x="24635" y="15914"/>
                    <a:pt x="29619" y="9896"/>
                    <a:pt x="29995" y="5664"/>
                  </a:cubicBezTo>
                  <a:cubicBezTo>
                    <a:pt x="30372" y="1433"/>
                    <a:pt x="27080" y="775"/>
                    <a:pt x="25200" y="586"/>
                  </a:cubicBezTo>
                  <a:cubicBezTo>
                    <a:pt x="23320" y="399"/>
                    <a:pt x="21533" y="23"/>
                    <a:pt x="21533" y="23"/>
                  </a:cubicBezTo>
                  <a:lnTo>
                    <a:pt x="19558" y="306"/>
                  </a:lnTo>
                  <a:cubicBezTo>
                    <a:pt x="19558" y="306"/>
                    <a:pt x="17583" y="211"/>
                    <a:pt x="15609" y="24"/>
                  </a:cubicBezTo>
                  <a:cubicBezTo>
                    <a:pt x="15444" y="8"/>
                    <a:pt x="15274" y="0"/>
                    <a:pt x="15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7"/>
            <p:cNvSpPr/>
            <p:nvPr/>
          </p:nvSpPr>
          <p:spPr>
            <a:xfrm>
              <a:off x="10078175" y="3848488"/>
              <a:ext cx="220675" cy="303925"/>
            </a:xfrm>
            <a:custGeom>
              <a:avLst/>
              <a:gdLst/>
              <a:ahLst/>
              <a:cxnLst/>
              <a:rect l="l" t="t" r="r" b="b"/>
              <a:pathLst>
                <a:path w="8827" h="12157" extrusionOk="0">
                  <a:moveTo>
                    <a:pt x="6328" y="1"/>
                  </a:moveTo>
                  <a:cubicBezTo>
                    <a:pt x="4791" y="2532"/>
                    <a:pt x="2803" y="5432"/>
                    <a:pt x="2621" y="5856"/>
                  </a:cubicBezTo>
                  <a:cubicBezTo>
                    <a:pt x="2481" y="6182"/>
                    <a:pt x="1227" y="7670"/>
                    <a:pt x="1" y="9083"/>
                  </a:cubicBezTo>
                  <a:lnTo>
                    <a:pt x="3749" y="12156"/>
                  </a:lnTo>
                  <a:lnTo>
                    <a:pt x="8826" y="5386"/>
                  </a:lnTo>
                  <a:cubicBezTo>
                    <a:pt x="8826" y="5386"/>
                    <a:pt x="8263" y="4634"/>
                    <a:pt x="7792" y="3787"/>
                  </a:cubicBezTo>
                  <a:cubicBezTo>
                    <a:pt x="7322" y="2942"/>
                    <a:pt x="8356" y="1249"/>
                    <a:pt x="8356" y="1249"/>
                  </a:cubicBezTo>
                  <a:lnTo>
                    <a:pt x="6328" y="1"/>
                  </a:lnTo>
                  <a:close/>
                </a:path>
              </a:pathLst>
            </a:custGeom>
            <a:solidFill>
              <a:srgbClr val="FFFA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7"/>
            <p:cNvSpPr/>
            <p:nvPr/>
          </p:nvSpPr>
          <p:spPr>
            <a:xfrm>
              <a:off x="10449575" y="3614063"/>
              <a:ext cx="161975" cy="229550"/>
            </a:xfrm>
            <a:custGeom>
              <a:avLst/>
              <a:gdLst/>
              <a:ahLst/>
              <a:cxnLst/>
              <a:rect l="l" t="t" r="r" b="b"/>
              <a:pathLst>
                <a:path w="6479" h="9182" extrusionOk="0">
                  <a:moveTo>
                    <a:pt x="3657" y="0"/>
                  </a:moveTo>
                  <a:lnTo>
                    <a:pt x="835" y="753"/>
                  </a:lnTo>
                  <a:cubicBezTo>
                    <a:pt x="835" y="753"/>
                    <a:pt x="1776" y="2257"/>
                    <a:pt x="835" y="4326"/>
                  </a:cubicBezTo>
                  <a:cubicBezTo>
                    <a:pt x="1" y="6161"/>
                    <a:pt x="351" y="9181"/>
                    <a:pt x="1820" y="9181"/>
                  </a:cubicBezTo>
                  <a:cubicBezTo>
                    <a:pt x="2006" y="9181"/>
                    <a:pt x="2211" y="9133"/>
                    <a:pt x="2433" y="9027"/>
                  </a:cubicBezTo>
                  <a:cubicBezTo>
                    <a:pt x="4407" y="8086"/>
                    <a:pt x="6478" y="3949"/>
                    <a:pt x="6478" y="3949"/>
                  </a:cubicBezTo>
                  <a:cubicBezTo>
                    <a:pt x="6478" y="3949"/>
                    <a:pt x="4315" y="1693"/>
                    <a:pt x="3657" y="0"/>
                  </a:cubicBezTo>
                  <a:close/>
                </a:path>
              </a:pathLst>
            </a:custGeom>
            <a:solidFill>
              <a:srgbClr val="FFFA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7"/>
            <p:cNvSpPr/>
            <p:nvPr/>
          </p:nvSpPr>
          <p:spPr>
            <a:xfrm>
              <a:off x="10323150" y="3343563"/>
              <a:ext cx="222575" cy="312250"/>
            </a:xfrm>
            <a:custGeom>
              <a:avLst/>
              <a:gdLst/>
              <a:ahLst/>
              <a:cxnLst/>
              <a:rect l="l" t="t" r="r" b="b"/>
              <a:pathLst>
                <a:path w="8903" h="12490" extrusionOk="0">
                  <a:moveTo>
                    <a:pt x="2304" y="1"/>
                  </a:moveTo>
                  <a:cubicBezTo>
                    <a:pt x="1706" y="1"/>
                    <a:pt x="1" y="129"/>
                    <a:pt x="158" y="1606"/>
                  </a:cubicBezTo>
                  <a:cubicBezTo>
                    <a:pt x="158" y="1606"/>
                    <a:pt x="2037" y="11949"/>
                    <a:pt x="4013" y="12419"/>
                  </a:cubicBezTo>
                  <a:cubicBezTo>
                    <a:pt x="4214" y="12467"/>
                    <a:pt x="4424" y="12489"/>
                    <a:pt x="4637" y="12489"/>
                  </a:cubicBezTo>
                  <a:cubicBezTo>
                    <a:pt x="6515" y="12489"/>
                    <a:pt x="8714" y="10820"/>
                    <a:pt x="8714" y="10820"/>
                  </a:cubicBezTo>
                  <a:cubicBezTo>
                    <a:pt x="8714" y="10820"/>
                    <a:pt x="8055" y="9786"/>
                    <a:pt x="7962" y="8187"/>
                  </a:cubicBezTo>
                  <a:cubicBezTo>
                    <a:pt x="7867" y="6588"/>
                    <a:pt x="8902" y="4709"/>
                    <a:pt x="7773" y="4050"/>
                  </a:cubicBezTo>
                  <a:cubicBezTo>
                    <a:pt x="6644" y="3392"/>
                    <a:pt x="6363" y="4332"/>
                    <a:pt x="4482" y="2358"/>
                  </a:cubicBezTo>
                  <a:cubicBezTo>
                    <a:pt x="2602" y="383"/>
                    <a:pt x="2507" y="7"/>
                    <a:pt x="2507" y="7"/>
                  </a:cubicBezTo>
                  <a:cubicBezTo>
                    <a:pt x="2507" y="7"/>
                    <a:pt x="2430" y="1"/>
                    <a:pt x="2304" y="1"/>
                  </a:cubicBezTo>
                  <a:close/>
                </a:path>
              </a:pathLst>
            </a:custGeom>
            <a:solidFill>
              <a:srgbClr val="FFFA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7"/>
            <p:cNvSpPr/>
            <p:nvPr/>
          </p:nvSpPr>
          <p:spPr>
            <a:xfrm>
              <a:off x="9892150" y="3940813"/>
              <a:ext cx="580650" cy="296225"/>
            </a:xfrm>
            <a:custGeom>
              <a:avLst/>
              <a:gdLst/>
              <a:ahLst/>
              <a:cxnLst/>
              <a:rect l="l" t="t" r="r" b="b"/>
              <a:pathLst>
                <a:path w="23226" h="11849" extrusionOk="0">
                  <a:moveTo>
                    <a:pt x="8275" y="1"/>
                  </a:moveTo>
                  <a:lnTo>
                    <a:pt x="0" y="4231"/>
                  </a:lnTo>
                  <a:lnTo>
                    <a:pt x="13823" y="11848"/>
                  </a:lnTo>
                  <a:lnTo>
                    <a:pt x="23226" y="6207"/>
                  </a:lnTo>
                  <a:lnTo>
                    <a:pt x="827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7"/>
            <p:cNvSpPr/>
            <p:nvPr/>
          </p:nvSpPr>
          <p:spPr>
            <a:xfrm>
              <a:off x="9791050" y="3757463"/>
              <a:ext cx="446675" cy="479575"/>
            </a:xfrm>
            <a:custGeom>
              <a:avLst/>
              <a:gdLst/>
              <a:ahLst/>
              <a:cxnLst/>
              <a:rect l="l" t="t" r="r" b="b"/>
              <a:pathLst>
                <a:path w="17867" h="19183" extrusionOk="0">
                  <a:moveTo>
                    <a:pt x="1" y="1"/>
                  </a:moveTo>
                  <a:lnTo>
                    <a:pt x="4044" y="11565"/>
                  </a:lnTo>
                  <a:lnTo>
                    <a:pt x="17867" y="19182"/>
                  </a:lnTo>
                  <a:lnTo>
                    <a:pt x="15329" y="4983"/>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7"/>
            <p:cNvSpPr/>
            <p:nvPr/>
          </p:nvSpPr>
          <p:spPr>
            <a:xfrm>
              <a:off x="10200100" y="3690338"/>
              <a:ext cx="622975" cy="596050"/>
            </a:xfrm>
            <a:custGeom>
              <a:avLst/>
              <a:gdLst/>
              <a:ahLst/>
              <a:cxnLst/>
              <a:rect l="l" t="t" r="r" b="b"/>
              <a:pathLst>
                <a:path w="24919" h="23842" extrusionOk="0">
                  <a:moveTo>
                    <a:pt x="21550" y="0"/>
                  </a:moveTo>
                  <a:cubicBezTo>
                    <a:pt x="20367" y="0"/>
                    <a:pt x="18970" y="612"/>
                    <a:pt x="17678" y="2215"/>
                  </a:cubicBezTo>
                  <a:lnTo>
                    <a:pt x="18525" y="4848"/>
                  </a:lnTo>
                  <a:lnTo>
                    <a:pt x="19934" y="17635"/>
                  </a:lnTo>
                  <a:cubicBezTo>
                    <a:pt x="19934" y="17635"/>
                    <a:pt x="16456" y="18764"/>
                    <a:pt x="13164" y="19328"/>
                  </a:cubicBezTo>
                  <a:cubicBezTo>
                    <a:pt x="9874" y="19892"/>
                    <a:pt x="8087" y="19893"/>
                    <a:pt x="8087" y="19893"/>
                  </a:cubicBezTo>
                  <a:cubicBezTo>
                    <a:pt x="8087" y="19893"/>
                    <a:pt x="6959" y="18482"/>
                    <a:pt x="5924" y="18200"/>
                  </a:cubicBezTo>
                  <a:cubicBezTo>
                    <a:pt x="5407" y="18059"/>
                    <a:pt x="5054" y="18035"/>
                    <a:pt x="4714" y="18035"/>
                  </a:cubicBezTo>
                  <a:cubicBezTo>
                    <a:pt x="4542" y="18035"/>
                    <a:pt x="4374" y="18041"/>
                    <a:pt x="4188" y="18041"/>
                  </a:cubicBezTo>
                  <a:cubicBezTo>
                    <a:pt x="4006" y="18041"/>
                    <a:pt x="3807" y="18035"/>
                    <a:pt x="3574" y="18012"/>
                  </a:cubicBezTo>
                  <a:cubicBezTo>
                    <a:pt x="3190" y="17973"/>
                    <a:pt x="2837" y="17935"/>
                    <a:pt x="2574" y="17935"/>
                  </a:cubicBezTo>
                  <a:cubicBezTo>
                    <a:pt x="2192" y="17935"/>
                    <a:pt x="1997" y="18016"/>
                    <a:pt x="2163" y="18294"/>
                  </a:cubicBezTo>
                  <a:cubicBezTo>
                    <a:pt x="2445" y="18764"/>
                    <a:pt x="2727" y="18671"/>
                    <a:pt x="3667" y="18764"/>
                  </a:cubicBezTo>
                  <a:cubicBezTo>
                    <a:pt x="4608" y="18858"/>
                    <a:pt x="5454" y="19987"/>
                    <a:pt x="5454" y="19987"/>
                  </a:cubicBezTo>
                  <a:lnTo>
                    <a:pt x="2727" y="21397"/>
                  </a:lnTo>
                  <a:cubicBezTo>
                    <a:pt x="2727" y="21397"/>
                    <a:pt x="1129" y="20833"/>
                    <a:pt x="564" y="20833"/>
                  </a:cubicBezTo>
                  <a:cubicBezTo>
                    <a:pt x="1" y="20833"/>
                    <a:pt x="282" y="21209"/>
                    <a:pt x="282" y="21209"/>
                  </a:cubicBezTo>
                  <a:cubicBezTo>
                    <a:pt x="282" y="21209"/>
                    <a:pt x="1881" y="21773"/>
                    <a:pt x="2539" y="22431"/>
                  </a:cubicBezTo>
                  <a:cubicBezTo>
                    <a:pt x="3197" y="23090"/>
                    <a:pt x="4231" y="23842"/>
                    <a:pt x="5267" y="23842"/>
                  </a:cubicBezTo>
                  <a:cubicBezTo>
                    <a:pt x="6300" y="23842"/>
                    <a:pt x="10251" y="22244"/>
                    <a:pt x="10251" y="22244"/>
                  </a:cubicBezTo>
                  <a:cubicBezTo>
                    <a:pt x="10251" y="22244"/>
                    <a:pt x="16926" y="22056"/>
                    <a:pt x="17960" y="22056"/>
                  </a:cubicBezTo>
                  <a:lnTo>
                    <a:pt x="23696" y="18389"/>
                  </a:lnTo>
                  <a:cubicBezTo>
                    <a:pt x="23696" y="18389"/>
                    <a:pt x="24918" y="3625"/>
                    <a:pt x="24260" y="1745"/>
                  </a:cubicBezTo>
                  <a:cubicBezTo>
                    <a:pt x="23914" y="756"/>
                    <a:pt x="22864" y="0"/>
                    <a:pt x="215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7"/>
            <p:cNvSpPr/>
            <p:nvPr/>
          </p:nvSpPr>
          <p:spPr>
            <a:xfrm>
              <a:off x="10200100" y="3917988"/>
              <a:ext cx="607850" cy="368400"/>
            </a:xfrm>
            <a:custGeom>
              <a:avLst/>
              <a:gdLst/>
              <a:ahLst/>
              <a:cxnLst/>
              <a:rect l="l" t="t" r="r" b="b"/>
              <a:pathLst>
                <a:path w="24314" h="14736" extrusionOk="0">
                  <a:moveTo>
                    <a:pt x="24314" y="1"/>
                  </a:moveTo>
                  <a:lnTo>
                    <a:pt x="19120" y="1149"/>
                  </a:lnTo>
                  <a:lnTo>
                    <a:pt x="19934" y="8529"/>
                  </a:lnTo>
                  <a:cubicBezTo>
                    <a:pt x="19934" y="8529"/>
                    <a:pt x="16456" y="9658"/>
                    <a:pt x="13164" y="10222"/>
                  </a:cubicBezTo>
                  <a:cubicBezTo>
                    <a:pt x="9873" y="10786"/>
                    <a:pt x="8087" y="10787"/>
                    <a:pt x="8087" y="10787"/>
                  </a:cubicBezTo>
                  <a:cubicBezTo>
                    <a:pt x="8087" y="10787"/>
                    <a:pt x="6958" y="9376"/>
                    <a:pt x="5924" y="9094"/>
                  </a:cubicBezTo>
                  <a:cubicBezTo>
                    <a:pt x="5407" y="8953"/>
                    <a:pt x="5054" y="8929"/>
                    <a:pt x="4713" y="8929"/>
                  </a:cubicBezTo>
                  <a:cubicBezTo>
                    <a:pt x="4541" y="8929"/>
                    <a:pt x="4373" y="8935"/>
                    <a:pt x="4187" y="8935"/>
                  </a:cubicBezTo>
                  <a:cubicBezTo>
                    <a:pt x="4005" y="8935"/>
                    <a:pt x="3806" y="8929"/>
                    <a:pt x="3573" y="8906"/>
                  </a:cubicBezTo>
                  <a:cubicBezTo>
                    <a:pt x="3189" y="8867"/>
                    <a:pt x="2836" y="8829"/>
                    <a:pt x="2573" y="8829"/>
                  </a:cubicBezTo>
                  <a:cubicBezTo>
                    <a:pt x="2191" y="8829"/>
                    <a:pt x="1996" y="8910"/>
                    <a:pt x="2163" y="9188"/>
                  </a:cubicBezTo>
                  <a:cubicBezTo>
                    <a:pt x="2445" y="9658"/>
                    <a:pt x="2727" y="9565"/>
                    <a:pt x="3667" y="9658"/>
                  </a:cubicBezTo>
                  <a:cubicBezTo>
                    <a:pt x="4608" y="9752"/>
                    <a:pt x="5454" y="10881"/>
                    <a:pt x="5454" y="10881"/>
                  </a:cubicBezTo>
                  <a:lnTo>
                    <a:pt x="2727" y="12291"/>
                  </a:lnTo>
                  <a:cubicBezTo>
                    <a:pt x="2727" y="12291"/>
                    <a:pt x="1128" y="11727"/>
                    <a:pt x="564" y="11727"/>
                  </a:cubicBezTo>
                  <a:cubicBezTo>
                    <a:pt x="1" y="11727"/>
                    <a:pt x="282" y="12103"/>
                    <a:pt x="282" y="12103"/>
                  </a:cubicBezTo>
                  <a:cubicBezTo>
                    <a:pt x="282" y="12103"/>
                    <a:pt x="1880" y="12667"/>
                    <a:pt x="2539" y="13325"/>
                  </a:cubicBezTo>
                  <a:cubicBezTo>
                    <a:pt x="3197" y="13984"/>
                    <a:pt x="4231" y="14736"/>
                    <a:pt x="5265" y="14736"/>
                  </a:cubicBezTo>
                  <a:cubicBezTo>
                    <a:pt x="6300" y="14736"/>
                    <a:pt x="10249" y="13138"/>
                    <a:pt x="10249" y="13138"/>
                  </a:cubicBezTo>
                  <a:cubicBezTo>
                    <a:pt x="10249" y="13138"/>
                    <a:pt x="16926" y="12950"/>
                    <a:pt x="17960" y="12950"/>
                  </a:cubicBezTo>
                  <a:lnTo>
                    <a:pt x="23696" y="9283"/>
                  </a:lnTo>
                  <a:cubicBezTo>
                    <a:pt x="23696" y="9283"/>
                    <a:pt x="24094" y="4477"/>
                    <a:pt x="24314" y="1"/>
                  </a:cubicBezTo>
                  <a:close/>
                </a:path>
              </a:pathLst>
            </a:custGeom>
            <a:solidFill>
              <a:srgbClr val="FFFA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7"/>
            <p:cNvSpPr/>
            <p:nvPr/>
          </p:nvSpPr>
          <p:spPr>
            <a:xfrm>
              <a:off x="10590625" y="4086638"/>
              <a:ext cx="462825" cy="606475"/>
            </a:xfrm>
            <a:custGeom>
              <a:avLst/>
              <a:gdLst/>
              <a:ahLst/>
              <a:cxnLst/>
              <a:rect l="l" t="t" r="r" b="b"/>
              <a:pathLst>
                <a:path w="18513" h="24259" extrusionOk="0">
                  <a:moveTo>
                    <a:pt x="13532" y="0"/>
                  </a:moveTo>
                  <a:cubicBezTo>
                    <a:pt x="12936" y="105"/>
                    <a:pt x="12252" y="319"/>
                    <a:pt x="12306" y="749"/>
                  </a:cubicBezTo>
                  <a:cubicBezTo>
                    <a:pt x="12401" y="1502"/>
                    <a:pt x="12117" y="15230"/>
                    <a:pt x="10708" y="17393"/>
                  </a:cubicBezTo>
                  <a:cubicBezTo>
                    <a:pt x="9299" y="19556"/>
                    <a:pt x="3279" y="21153"/>
                    <a:pt x="1493" y="21248"/>
                  </a:cubicBezTo>
                  <a:cubicBezTo>
                    <a:pt x="1429" y="21252"/>
                    <a:pt x="1361" y="21253"/>
                    <a:pt x="1289" y="21253"/>
                  </a:cubicBezTo>
                  <a:cubicBezTo>
                    <a:pt x="933" y="21253"/>
                    <a:pt x="488" y="21215"/>
                    <a:pt x="0" y="21152"/>
                  </a:cubicBezTo>
                  <a:lnTo>
                    <a:pt x="0" y="21152"/>
                  </a:lnTo>
                  <a:cubicBezTo>
                    <a:pt x="2685" y="22538"/>
                    <a:pt x="5391" y="24182"/>
                    <a:pt x="7982" y="24257"/>
                  </a:cubicBezTo>
                  <a:cubicBezTo>
                    <a:pt x="8013" y="24258"/>
                    <a:pt x="8045" y="24258"/>
                    <a:pt x="8077" y="24258"/>
                  </a:cubicBezTo>
                  <a:cubicBezTo>
                    <a:pt x="11375" y="24258"/>
                    <a:pt x="16640" y="19535"/>
                    <a:pt x="17572" y="17393"/>
                  </a:cubicBezTo>
                  <a:cubicBezTo>
                    <a:pt x="18512" y="15230"/>
                    <a:pt x="17008" y="9964"/>
                    <a:pt x="16915" y="9119"/>
                  </a:cubicBezTo>
                  <a:cubicBezTo>
                    <a:pt x="16820" y="8272"/>
                    <a:pt x="17290" y="7990"/>
                    <a:pt x="17855" y="6861"/>
                  </a:cubicBezTo>
                  <a:cubicBezTo>
                    <a:pt x="18419" y="5734"/>
                    <a:pt x="14944" y="945"/>
                    <a:pt x="135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7"/>
            <p:cNvSpPr/>
            <p:nvPr/>
          </p:nvSpPr>
          <p:spPr>
            <a:xfrm>
              <a:off x="10566825" y="4241713"/>
              <a:ext cx="82275" cy="87000"/>
            </a:xfrm>
            <a:custGeom>
              <a:avLst/>
              <a:gdLst/>
              <a:ahLst/>
              <a:cxnLst/>
              <a:rect l="l" t="t" r="r" b="b"/>
              <a:pathLst>
                <a:path w="3291" h="3480" extrusionOk="0">
                  <a:moveTo>
                    <a:pt x="3291" y="1"/>
                  </a:moveTo>
                  <a:lnTo>
                    <a:pt x="1" y="3479"/>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7"/>
            <p:cNvSpPr/>
            <p:nvPr/>
          </p:nvSpPr>
          <p:spPr>
            <a:xfrm>
              <a:off x="9123450" y="3973738"/>
              <a:ext cx="1262400" cy="656825"/>
            </a:xfrm>
            <a:custGeom>
              <a:avLst/>
              <a:gdLst/>
              <a:ahLst/>
              <a:cxnLst/>
              <a:rect l="l" t="t" r="r" b="b"/>
              <a:pathLst>
                <a:path w="50496" h="26273" extrusionOk="0">
                  <a:moveTo>
                    <a:pt x="31201" y="0"/>
                  </a:moveTo>
                  <a:cubicBezTo>
                    <a:pt x="30099" y="0"/>
                    <a:pt x="22347" y="8392"/>
                    <a:pt x="16456" y="12412"/>
                  </a:cubicBezTo>
                  <a:cubicBezTo>
                    <a:pt x="10533" y="16456"/>
                    <a:pt x="753" y="21627"/>
                    <a:pt x="378" y="22003"/>
                  </a:cubicBezTo>
                  <a:cubicBezTo>
                    <a:pt x="1" y="22378"/>
                    <a:pt x="3292" y="22755"/>
                    <a:pt x="6865" y="22755"/>
                  </a:cubicBezTo>
                  <a:cubicBezTo>
                    <a:pt x="10438" y="22755"/>
                    <a:pt x="12977" y="22097"/>
                    <a:pt x="13635" y="21250"/>
                  </a:cubicBezTo>
                  <a:cubicBezTo>
                    <a:pt x="14293" y="20405"/>
                    <a:pt x="13541" y="18994"/>
                    <a:pt x="13541" y="18994"/>
                  </a:cubicBezTo>
                  <a:cubicBezTo>
                    <a:pt x="13541" y="18994"/>
                    <a:pt x="22097" y="15232"/>
                    <a:pt x="24825" y="14387"/>
                  </a:cubicBezTo>
                  <a:cubicBezTo>
                    <a:pt x="27552" y="13540"/>
                    <a:pt x="29620" y="11377"/>
                    <a:pt x="29620" y="11377"/>
                  </a:cubicBezTo>
                  <a:cubicBezTo>
                    <a:pt x="29620" y="11377"/>
                    <a:pt x="35449" y="22661"/>
                    <a:pt x="38082" y="24447"/>
                  </a:cubicBezTo>
                  <a:cubicBezTo>
                    <a:pt x="39509" y="25415"/>
                    <a:pt x="41735" y="26273"/>
                    <a:pt x="44178" y="26273"/>
                  </a:cubicBezTo>
                  <a:cubicBezTo>
                    <a:pt x="46246" y="26273"/>
                    <a:pt x="48469" y="25659"/>
                    <a:pt x="50495" y="23978"/>
                  </a:cubicBezTo>
                  <a:cubicBezTo>
                    <a:pt x="50495" y="23978"/>
                    <a:pt x="48708" y="20405"/>
                    <a:pt x="44571" y="14387"/>
                  </a:cubicBezTo>
                  <a:cubicBezTo>
                    <a:pt x="40434" y="8370"/>
                    <a:pt x="32253" y="94"/>
                    <a:pt x="31219" y="1"/>
                  </a:cubicBezTo>
                  <a:cubicBezTo>
                    <a:pt x="31213" y="0"/>
                    <a:pt x="31207" y="0"/>
                    <a:pt x="312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7"/>
            <p:cNvSpPr/>
            <p:nvPr/>
          </p:nvSpPr>
          <p:spPr>
            <a:xfrm>
              <a:off x="9123450" y="4304763"/>
              <a:ext cx="452825" cy="237850"/>
            </a:xfrm>
            <a:custGeom>
              <a:avLst/>
              <a:gdLst/>
              <a:ahLst/>
              <a:cxnLst/>
              <a:rect l="l" t="t" r="r" b="b"/>
              <a:pathLst>
                <a:path w="18113" h="9514" extrusionOk="0">
                  <a:moveTo>
                    <a:pt x="15212" y="0"/>
                  </a:moveTo>
                  <a:lnTo>
                    <a:pt x="15212" y="0"/>
                  </a:lnTo>
                  <a:cubicBezTo>
                    <a:pt x="9258" y="3889"/>
                    <a:pt x="728" y="8411"/>
                    <a:pt x="378" y="8762"/>
                  </a:cubicBezTo>
                  <a:cubicBezTo>
                    <a:pt x="1" y="9138"/>
                    <a:pt x="3292" y="9514"/>
                    <a:pt x="6865" y="9514"/>
                  </a:cubicBezTo>
                  <a:cubicBezTo>
                    <a:pt x="10438" y="9514"/>
                    <a:pt x="12977" y="8856"/>
                    <a:pt x="13635" y="8009"/>
                  </a:cubicBezTo>
                  <a:cubicBezTo>
                    <a:pt x="14293" y="7164"/>
                    <a:pt x="13541" y="5753"/>
                    <a:pt x="13541" y="5753"/>
                  </a:cubicBezTo>
                  <a:cubicBezTo>
                    <a:pt x="13541" y="5753"/>
                    <a:pt x="15653" y="4825"/>
                    <a:pt x="18113" y="3787"/>
                  </a:cubicBezTo>
                  <a:cubicBezTo>
                    <a:pt x="17428" y="3461"/>
                    <a:pt x="16715" y="2958"/>
                    <a:pt x="16079" y="2180"/>
                  </a:cubicBezTo>
                  <a:cubicBezTo>
                    <a:pt x="15406" y="1353"/>
                    <a:pt x="15195" y="618"/>
                    <a:pt x="15212" y="0"/>
                  </a:cubicBezTo>
                  <a:close/>
                </a:path>
              </a:pathLst>
            </a:custGeom>
            <a:solidFill>
              <a:srgbClr val="FFFA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7"/>
            <p:cNvSpPr/>
            <p:nvPr/>
          </p:nvSpPr>
          <p:spPr>
            <a:xfrm>
              <a:off x="8879000" y="4340438"/>
              <a:ext cx="427825" cy="263525"/>
            </a:xfrm>
            <a:custGeom>
              <a:avLst/>
              <a:gdLst/>
              <a:ahLst/>
              <a:cxnLst/>
              <a:rect l="l" t="t" r="r" b="b"/>
              <a:pathLst>
                <a:path w="17113" h="10541" extrusionOk="0">
                  <a:moveTo>
                    <a:pt x="13916" y="1"/>
                  </a:moveTo>
                  <a:cubicBezTo>
                    <a:pt x="13916" y="1"/>
                    <a:pt x="4513" y="6677"/>
                    <a:pt x="3291" y="7711"/>
                  </a:cubicBezTo>
                  <a:cubicBezTo>
                    <a:pt x="2068" y="8745"/>
                    <a:pt x="0" y="9309"/>
                    <a:pt x="846" y="10061"/>
                  </a:cubicBezTo>
                  <a:cubicBezTo>
                    <a:pt x="1217" y="10392"/>
                    <a:pt x="2023" y="10541"/>
                    <a:pt x="2929" y="10541"/>
                  </a:cubicBezTo>
                  <a:cubicBezTo>
                    <a:pt x="4089" y="10541"/>
                    <a:pt x="5413" y="10296"/>
                    <a:pt x="6205" y="9874"/>
                  </a:cubicBezTo>
                  <a:cubicBezTo>
                    <a:pt x="7535" y="9164"/>
                    <a:pt x="8697" y="8455"/>
                    <a:pt x="9849" y="8455"/>
                  </a:cubicBezTo>
                  <a:cubicBezTo>
                    <a:pt x="9920" y="8455"/>
                    <a:pt x="9990" y="8458"/>
                    <a:pt x="10061" y="8463"/>
                  </a:cubicBezTo>
                  <a:cubicBezTo>
                    <a:pt x="10161" y="8471"/>
                    <a:pt x="10261" y="8475"/>
                    <a:pt x="10361" y="8475"/>
                  </a:cubicBezTo>
                  <a:cubicBezTo>
                    <a:pt x="11465" y="8475"/>
                    <a:pt x="12458" y="7994"/>
                    <a:pt x="12976" y="6959"/>
                  </a:cubicBezTo>
                  <a:cubicBezTo>
                    <a:pt x="13541" y="5830"/>
                    <a:pt x="13541" y="5454"/>
                    <a:pt x="13541" y="5454"/>
                  </a:cubicBezTo>
                  <a:lnTo>
                    <a:pt x="16831" y="3479"/>
                  </a:lnTo>
                  <a:cubicBezTo>
                    <a:pt x="16831" y="3479"/>
                    <a:pt x="17113" y="2070"/>
                    <a:pt x="16079" y="1129"/>
                  </a:cubicBezTo>
                  <a:cubicBezTo>
                    <a:pt x="15045" y="189"/>
                    <a:pt x="13916" y="1"/>
                    <a:pt x="13916" y="1"/>
                  </a:cubicBezTo>
                  <a:close/>
                </a:path>
              </a:pathLst>
            </a:custGeom>
            <a:solidFill>
              <a:srgbClr val="FFFA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59;p34"/>
          <p:cNvSpPr txBox="1">
            <a:spLocks/>
          </p:cNvSpPr>
          <p:nvPr/>
        </p:nvSpPr>
        <p:spPr>
          <a:xfrm>
            <a:off x="115841" y="928786"/>
            <a:ext cx="8813571" cy="402524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17500">
              <a:buClr>
                <a:schemeClr val="dk2"/>
              </a:buClr>
              <a:buSzPts val="1400"/>
              <a:buFont typeface="Arial"/>
              <a:buChar char="●"/>
            </a:pPr>
            <a:r>
              <a:rPr lang="en-US" sz="1600" b="1" err="1">
                <a:solidFill>
                  <a:schemeClr val="dk2"/>
                </a:solidFill>
                <a:latin typeface="Advent Pro"/>
              </a:rPr>
              <a:t>market_id</a:t>
            </a:r>
            <a:r>
              <a:rPr lang="en-US" sz="1600" b="1">
                <a:solidFill>
                  <a:schemeClr val="dk2"/>
                </a:solidFill>
                <a:latin typeface="Advent Pro"/>
              </a:rPr>
              <a:t>: Numeric ID for the city/region.</a:t>
            </a:r>
          </a:p>
          <a:p>
            <a:pPr marL="457200" indent="-317500">
              <a:buClr>
                <a:schemeClr val="dk2"/>
              </a:buClr>
              <a:buSzPts val="1400"/>
              <a:buFont typeface="Arial"/>
              <a:buChar char="●"/>
            </a:pPr>
            <a:r>
              <a:rPr lang="en-US" sz="1600" b="1" err="1">
                <a:solidFill>
                  <a:schemeClr val="dk2"/>
                </a:solidFill>
                <a:latin typeface="Advent Pro"/>
              </a:rPr>
              <a:t>created_at</a:t>
            </a:r>
            <a:r>
              <a:rPr lang="en-US" sz="1600" b="1">
                <a:solidFill>
                  <a:schemeClr val="dk2"/>
                </a:solidFill>
                <a:latin typeface="Advent Pro"/>
              </a:rPr>
              <a:t>: UTC timestamp when the order was placed.</a:t>
            </a:r>
          </a:p>
          <a:p>
            <a:pPr marL="457200" indent="-317500">
              <a:buClr>
                <a:schemeClr val="dk2"/>
              </a:buClr>
              <a:buSzPts val="1400"/>
              <a:buFont typeface="Arial"/>
              <a:buChar char="●"/>
            </a:pPr>
            <a:r>
              <a:rPr lang="en-US" sz="1600" b="1" err="1">
                <a:solidFill>
                  <a:schemeClr val="dk2"/>
                </a:solidFill>
                <a:latin typeface="Advent Pro"/>
              </a:rPr>
              <a:t>actual_delivery_time</a:t>
            </a:r>
            <a:r>
              <a:rPr lang="en-US" sz="1600" b="1">
                <a:solidFill>
                  <a:schemeClr val="dk2"/>
                </a:solidFill>
                <a:latin typeface="Advent Pro"/>
              </a:rPr>
              <a:t>: UTC timestamp when the order arrived.</a:t>
            </a:r>
          </a:p>
          <a:p>
            <a:pPr marL="457200" indent="-317500">
              <a:buClr>
                <a:schemeClr val="dk2"/>
              </a:buClr>
              <a:buSzPts val="1400"/>
              <a:buFont typeface="Arial"/>
              <a:buChar char="●"/>
            </a:pPr>
            <a:r>
              <a:rPr lang="en-US" sz="1600" b="1" err="1">
                <a:solidFill>
                  <a:schemeClr val="dk2"/>
                </a:solidFill>
                <a:latin typeface="Advent Pro"/>
              </a:rPr>
              <a:t>store_id</a:t>
            </a:r>
            <a:r>
              <a:rPr lang="en-US" sz="1600" b="1">
                <a:solidFill>
                  <a:schemeClr val="dk2"/>
                </a:solidFill>
                <a:latin typeface="Advent Pro"/>
              </a:rPr>
              <a:t>: Numeric ID for the restaurant.</a:t>
            </a:r>
          </a:p>
          <a:p>
            <a:pPr marL="457200" indent="-317500">
              <a:buClr>
                <a:schemeClr val="dk2"/>
              </a:buClr>
              <a:buSzPts val="1400"/>
              <a:buFont typeface="Arial"/>
              <a:buChar char="●"/>
            </a:pPr>
            <a:r>
              <a:rPr lang="en-US" sz="1600" b="1" err="1">
                <a:solidFill>
                  <a:schemeClr val="dk2"/>
                </a:solidFill>
                <a:latin typeface="Advent Pro"/>
              </a:rPr>
              <a:t>store_primary_category</a:t>
            </a:r>
            <a:r>
              <a:rPr lang="en-US" sz="1600" b="1">
                <a:solidFill>
                  <a:schemeClr val="dk2"/>
                </a:solidFill>
                <a:latin typeface="Advent Pro"/>
              </a:rPr>
              <a:t>: Cuisine type (e.g. Italian, Asian).</a:t>
            </a:r>
          </a:p>
          <a:p>
            <a:pPr marL="457200" indent="-317500">
              <a:buClr>
                <a:schemeClr val="dk2"/>
              </a:buClr>
              <a:buSzPts val="1400"/>
              <a:buFont typeface="Arial"/>
              <a:buChar char="●"/>
            </a:pPr>
            <a:r>
              <a:rPr lang="en-US" sz="1600" b="1" err="1">
                <a:solidFill>
                  <a:schemeClr val="dk2"/>
                </a:solidFill>
                <a:latin typeface="Advent Pro"/>
              </a:rPr>
              <a:t>order_protocol</a:t>
            </a:r>
            <a:r>
              <a:rPr lang="en-US" sz="1600" b="1">
                <a:solidFill>
                  <a:schemeClr val="dk2"/>
                </a:solidFill>
                <a:latin typeface="Advent Pro"/>
              </a:rPr>
              <a:t>: ID for the channel used (app/API/etc.).</a:t>
            </a:r>
          </a:p>
          <a:p>
            <a:pPr marL="457200" indent="-317500">
              <a:buClr>
                <a:schemeClr val="dk2"/>
              </a:buClr>
              <a:buSzPts val="1400"/>
              <a:buFont typeface="Arial"/>
              <a:buChar char="●"/>
            </a:pPr>
            <a:r>
              <a:rPr lang="en-US" sz="1600" b="1" err="1">
                <a:solidFill>
                  <a:schemeClr val="dk2"/>
                </a:solidFill>
                <a:latin typeface="Advent Pro"/>
              </a:rPr>
              <a:t>total_items</a:t>
            </a:r>
            <a:r>
              <a:rPr lang="en-US" sz="1600" b="1">
                <a:solidFill>
                  <a:schemeClr val="dk2"/>
                </a:solidFill>
                <a:latin typeface="Advent Pro"/>
              </a:rPr>
              <a:t>: Total count of items ordered.</a:t>
            </a:r>
          </a:p>
          <a:p>
            <a:pPr marL="457200" indent="-317500">
              <a:buClr>
                <a:schemeClr val="dk2"/>
              </a:buClr>
              <a:buSzPts val="1400"/>
              <a:buFont typeface="Arial"/>
              <a:buChar char="●"/>
            </a:pPr>
            <a:r>
              <a:rPr lang="en-US" sz="1600" b="1">
                <a:solidFill>
                  <a:schemeClr val="dk2"/>
                </a:solidFill>
                <a:latin typeface="Advent Pro"/>
              </a:rPr>
              <a:t>subtotal: Order value in cents.</a:t>
            </a:r>
          </a:p>
          <a:p>
            <a:pPr marL="457200" indent="-317500">
              <a:buClr>
                <a:schemeClr val="dk2"/>
              </a:buClr>
              <a:buSzPts val="1400"/>
              <a:buFont typeface="Arial"/>
              <a:buChar char="●"/>
            </a:pPr>
            <a:r>
              <a:rPr lang="en-US" sz="1600" b="1" err="1">
                <a:solidFill>
                  <a:schemeClr val="dk2"/>
                </a:solidFill>
                <a:latin typeface="Advent Pro"/>
              </a:rPr>
              <a:t>num_distinct_items</a:t>
            </a:r>
            <a:r>
              <a:rPr lang="en-US" sz="1600" b="1">
                <a:solidFill>
                  <a:schemeClr val="dk2"/>
                </a:solidFill>
                <a:latin typeface="Advent Pro"/>
              </a:rPr>
              <a:t>: Count of unique items.</a:t>
            </a:r>
          </a:p>
          <a:p>
            <a:pPr marL="457200" indent="-317500">
              <a:buClr>
                <a:schemeClr val="dk2"/>
              </a:buClr>
              <a:buSzPts val="1400"/>
              <a:buFont typeface="Arial"/>
              <a:buChar char="●"/>
            </a:pPr>
            <a:r>
              <a:rPr lang="en-US" sz="1600" b="1" err="1">
                <a:solidFill>
                  <a:schemeClr val="dk2"/>
                </a:solidFill>
                <a:latin typeface="Advent Pro"/>
              </a:rPr>
              <a:t>min_item_price</a:t>
            </a:r>
            <a:r>
              <a:rPr lang="en-US" sz="1600" b="1">
                <a:solidFill>
                  <a:schemeClr val="dk2"/>
                </a:solidFill>
                <a:latin typeface="Advent Pro"/>
              </a:rPr>
              <a:t>: Lowest single‑item price in cents.</a:t>
            </a:r>
          </a:p>
          <a:p>
            <a:pPr marL="457200" indent="-317500">
              <a:buClr>
                <a:schemeClr val="dk2"/>
              </a:buClr>
              <a:buSzPts val="1400"/>
              <a:buFont typeface="Arial"/>
              <a:buChar char="●"/>
            </a:pPr>
            <a:r>
              <a:rPr lang="en-US" sz="1600" b="1" err="1">
                <a:solidFill>
                  <a:schemeClr val="dk2"/>
                </a:solidFill>
                <a:latin typeface="Advent Pro"/>
              </a:rPr>
              <a:t>max_item_price</a:t>
            </a:r>
            <a:r>
              <a:rPr lang="en-US" sz="1600" b="1">
                <a:solidFill>
                  <a:schemeClr val="dk2"/>
                </a:solidFill>
                <a:latin typeface="Advent Pro"/>
              </a:rPr>
              <a:t>: Highest single‑item price in cents.</a:t>
            </a:r>
          </a:p>
          <a:p>
            <a:pPr marL="457200" indent="-317500">
              <a:buClr>
                <a:schemeClr val="dk2"/>
              </a:buClr>
              <a:buSzPts val="1400"/>
              <a:buFont typeface="Arial"/>
              <a:buChar char="●"/>
            </a:pPr>
            <a:r>
              <a:rPr lang="en-US" sz="1600" b="1" err="1">
                <a:solidFill>
                  <a:schemeClr val="dk2"/>
                </a:solidFill>
                <a:latin typeface="Advent Pro"/>
              </a:rPr>
              <a:t>total_onshift_dashers</a:t>
            </a:r>
            <a:r>
              <a:rPr lang="en-US" sz="1600" b="1">
                <a:solidFill>
                  <a:schemeClr val="dk2"/>
                </a:solidFill>
                <a:latin typeface="Advent Pro"/>
              </a:rPr>
              <a:t>: Dashers online within 10 mi at order time.</a:t>
            </a:r>
          </a:p>
          <a:p>
            <a:pPr marL="457200" indent="-317500">
              <a:buClr>
                <a:schemeClr val="dk2"/>
              </a:buClr>
              <a:buSzPts val="1400"/>
              <a:buFont typeface="Arial"/>
              <a:buChar char="●"/>
            </a:pPr>
            <a:r>
              <a:rPr lang="en-US" sz="1600" b="1" err="1">
                <a:solidFill>
                  <a:schemeClr val="dk2"/>
                </a:solidFill>
                <a:latin typeface="Advent Pro"/>
              </a:rPr>
              <a:t>total_busy_dashers</a:t>
            </a:r>
            <a:r>
              <a:rPr lang="en-US" sz="1600" b="1">
                <a:solidFill>
                  <a:schemeClr val="dk2"/>
                </a:solidFill>
                <a:latin typeface="Advent Pro"/>
              </a:rPr>
              <a:t>: Of those, dashers currently on a delivery.</a:t>
            </a:r>
          </a:p>
          <a:p>
            <a:pPr marL="457200" indent="-317500">
              <a:buClr>
                <a:schemeClr val="dk2"/>
              </a:buClr>
              <a:buSzPts val="1400"/>
              <a:buFont typeface="Arial"/>
              <a:buChar char="●"/>
            </a:pPr>
            <a:r>
              <a:rPr lang="en-US" sz="1600" b="1" err="1">
                <a:solidFill>
                  <a:schemeClr val="dk2"/>
                </a:solidFill>
                <a:latin typeface="Advent Pro"/>
              </a:rPr>
              <a:t>total_outstanding_orders</a:t>
            </a:r>
            <a:r>
              <a:rPr lang="en-US" sz="1600" b="1">
                <a:solidFill>
                  <a:schemeClr val="dk2"/>
                </a:solidFill>
                <a:latin typeface="Advent Pro"/>
              </a:rPr>
              <a:t>: Active orders within 10 mi.</a:t>
            </a:r>
          </a:p>
          <a:p>
            <a:pPr marL="457200" indent="-317500">
              <a:buClr>
                <a:schemeClr val="dk2"/>
              </a:buClr>
              <a:buSzPts val="1400"/>
              <a:buFont typeface="Arial"/>
              <a:buChar char="●"/>
            </a:pPr>
            <a:r>
              <a:rPr lang="en-US" sz="1600" b="1" err="1">
                <a:solidFill>
                  <a:schemeClr val="dk2"/>
                </a:solidFill>
                <a:latin typeface="Advent Pro"/>
              </a:rPr>
              <a:t>estimated_order_place_duration</a:t>
            </a:r>
            <a:r>
              <a:rPr lang="en-US" sz="1600" b="1">
                <a:solidFill>
                  <a:schemeClr val="dk2"/>
                </a:solidFill>
                <a:latin typeface="Advent Pro"/>
              </a:rPr>
              <a:t>: </a:t>
            </a:r>
            <a:r>
              <a:rPr lang="en-US" sz="1600" b="1">
                <a:solidFill>
                  <a:srgbClr val="3C4043"/>
                </a:solidFill>
                <a:latin typeface="Advent Pro"/>
              </a:rPr>
              <a:t>Estimated time for the restaurant to receive the order from DoorDash</a:t>
            </a:r>
            <a:r>
              <a:rPr lang="en-US" sz="1100">
                <a:solidFill>
                  <a:srgbClr val="3C4043"/>
                </a:solidFill>
              </a:rPr>
              <a:t> </a:t>
            </a:r>
            <a:r>
              <a:rPr lang="en-US" sz="1600" b="1">
                <a:solidFill>
                  <a:schemeClr val="dk2"/>
                </a:solidFill>
                <a:latin typeface="Advent Pro"/>
              </a:rPr>
              <a:t>(s).</a:t>
            </a:r>
          </a:p>
          <a:p>
            <a:pPr marL="457200" indent="-317500">
              <a:buClr>
                <a:schemeClr val="dk2"/>
              </a:buClr>
              <a:buSzPts val="1400"/>
              <a:buFont typeface="Arial"/>
              <a:buChar char="●"/>
            </a:pPr>
            <a:r>
              <a:rPr lang="en-US" sz="1600" b="1" err="1">
                <a:solidFill>
                  <a:schemeClr val="dk2"/>
                </a:solidFill>
                <a:latin typeface="Advent Pro"/>
              </a:rPr>
              <a:t>estimated_store_to_consumer_driving_duration</a:t>
            </a:r>
            <a:r>
              <a:rPr lang="en-US" sz="1600" b="1">
                <a:solidFill>
                  <a:schemeClr val="dk2"/>
                </a:solidFill>
                <a:latin typeface="Advent Pro"/>
              </a:rPr>
              <a:t>: Model’s predicted drive time (s).</a:t>
            </a: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79">
          <a:extLst>
            <a:ext uri="{FF2B5EF4-FFF2-40B4-BE49-F238E27FC236}">
              <a16:creationId xmlns:a16="http://schemas.microsoft.com/office/drawing/2014/main" id="{FBA20E73-F514-C333-2E0C-F10802BB20FB}"/>
            </a:ext>
          </a:extLst>
        </p:cNvPr>
        <p:cNvGrpSpPr/>
        <p:nvPr/>
      </p:nvGrpSpPr>
      <p:grpSpPr>
        <a:xfrm>
          <a:off x="0" y="0"/>
          <a:ext cx="0" cy="0"/>
          <a:chOff x="0" y="0"/>
          <a:chExt cx="0" cy="0"/>
        </a:xfrm>
      </p:grpSpPr>
      <p:sp>
        <p:nvSpPr>
          <p:cNvPr id="480" name="Google Shape;480;p37">
            <a:extLst>
              <a:ext uri="{FF2B5EF4-FFF2-40B4-BE49-F238E27FC236}">
                <a16:creationId xmlns:a16="http://schemas.microsoft.com/office/drawing/2014/main" id="{D80A5517-FBF3-3205-67AF-1FEF5EFDAC77}"/>
              </a:ext>
            </a:extLst>
          </p:cNvPr>
          <p:cNvSpPr txBox="1">
            <a:spLocks noGrp="1"/>
          </p:cNvSpPr>
          <p:nvPr>
            <p:ph type="title"/>
          </p:nvPr>
        </p:nvSpPr>
        <p:spPr>
          <a:xfrm>
            <a:off x="311700" y="445025"/>
            <a:ext cx="8520600" cy="572700"/>
          </a:xfrm>
        </p:spPr>
        <p:txBody>
          <a:bodyPr spcFirstLastPara="1" wrap="square" lIns="91425" tIns="91425" rIns="91425" bIns="91425" anchor="ctr" anchorCtr="0">
            <a:noAutofit/>
          </a:bodyPr>
          <a:lstStyle/>
          <a:p>
            <a:pPr>
              <a:lnSpc>
                <a:spcPct val="90000"/>
              </a:lnSpc>
            </a:pPr>
            <a:r>
              <a:rPr lang="en-US" sz="3600">
                <a:solidFill>
                  <a:srgbClr val="FF3309"/>
                </a:solidFill>
              </a:rPr>
              <a:t>Target Variable</a:t>
            </a:r>
          </a:p>
        </p:txBody>
      </p:sp>
      <p:sp>
        <p:nvSpPr>
          <p:cNvPr id="3" name="Google Shape;359;p34">
            <a:extLst>
              <a:ext uri="{FF2B5EF4-FFF2-40B4-BE49-F238E27FC236}">
                <a16:creationId xmlns:a16="http://schemas.microsoft.com/office/drawing/2014/main" id="{89980FA7-7CA3-7E39-2C55-857B077237FA}"/>
              </a:ext>
            </a:extLst>
          </p:cNvPr>
          <p:cNvSpPr txBox="1">
            <a:spLocks/>
          </p:cNvSpPr>
          <p:nvPr/>
        </p:nvSpPr>
        <p:spPr>
          <a:xfrm>
            <a:off x="367117" y="1378198"/>
            <a:ext cx="6982719" cy="3017411"/>
          </a:xfrm>
          <a:prstGeom prst="rect">
            <a:avLst/>
          </a:prstGeom>
          <a:noFill/>
          <a:ln>
            <a:noFill/>
          </a:ln>
        </p:spPr>
        <p:style>
          <a:lnRef idx="0">
            <a:scrgbClr r="0" g="0" b="0"/>
          </a:lnRef>
          <a:fillRef idx="0">
            <a:scrgbClr r="0" g="0" b="0"/>
          </a:fillRef>
          <a:effectRef idx="0">
            <a:scrgbClr r="0" g="0" b="0"/>
          </a:effectRef>
          <a:fontRef idx="minor">
            <a:schemeClr val="accent2"/>
          </a:fontRef>
        </p:style>
        <p:txBody>
          <a:bodyPr spcFirstLastPara="1" lIns="91425" tIns="91425" rIns="91425" bIns="91425"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Aft>
                <a:spcPts val="600"/>
              </a:spcAft>
              <a:buSzPts val="1400"/>
            </a:pPr>
            <a:r>
              <a:rPr lang="en-US" sz="2400" b="1" i="0" u="none" strike="noStrike" cap="none">
                <a:solidFill>
                  <a:schemeClr val="bg2"/>
                </a:solidFill>
                <a:latin typeface="Advent Pro"/>
              </a:rPr>
              <a:t>The target variable </a:t>
            </a:r>
            <a:r>
              <a:rPr lang="en-US" sz="2400" b="1" i="0" u="none" strike="noStrike" cap="none" err="1">
                <a:solidFill>
                  <a:schemeClr val="bg2"/>
                </a:solidFill>
                <a:latin typeface="Advent Pro"/>
              </a:rPr>
              <a:t>delivery_duration_minutes</a:t>
            </a:r>
            <a:r>
              <a:rPr lang="en-US" sz="2400" b="1" i="0" u="none" strike="noStrike" cap="none">
                <a:solidFill>
                  <a:schemeClr val="bg2"/>
                </a:solidFill>
                <a:latin typeface="Advent Pro"/>
              </a:rPr>
              <a:t> represents the total time (in minutes) taken for an order to be delivered from the moment it is placed.</a:t>
            </a:r>
          </a:p>
          <a:p>
            <a:pPr>
              <a:spcAft>
                <a:spcPts val="600"/>
              </a:spcAft>
              <a:buSzPts val="1400"/>
            </a:pPr>
            <a:endParaRPr lang="en-US" sz="2400" b="1" i="0" u="none" strike="noStrike" cap="none">
              <a:solidFill>
                <a:schemeClr val="bg2"/>
              </a:solidFill>
              <a:latin typeface="Advent Pro" panose="020B0604020202020204" charset="0"/>
            </a:endParaRPr>
          </a:p>
          <a:p>
            <a:pPr>
              <a:spcAft>
                <a:spcPts val="600"/>
              </a:spcAft>
            </a:pPr>
            <a:r>
              <a:rPr lang="en-US" sz="2400" b="1" i="0" u="none" strike="noStrike" cap="none">
                <a:solidFill>
                  <a:schemeClr val="bg2"/>
                </a:solidFill>
                <a:latin typeface="Advent Pro"/>
              </a:rPr>
              <a:t>Calculation:</a:t>
            </a:r>
          </a:p>
          <a:p>
            <a:pPr>
              <a:spcAft>
                <a:spcPts val="600"/>
              </a:spcAft>
            </a:pPr>
            <a:r>
              <a:rPr lang="en-US" sz="2400" b="1" i="0" u="none" strike="noStrike" cap="none" err="1">
                <a:solidFill>
                  <a:schemeClr val="bg2"/>
                </a:solidFill>
                <a:latin typeface="Advent Pro"/>
              </a:rPr>
              <a:t>delivery_duration_minutes</a:t>
            </a:r>
            <a:r>
              <a:rPr lang="en-US" sz="2400" b="1" i="0" u="none" strike="noStrike" cap="none">
                <a:solidFill>
                  <a:schemeClr val="bg2"/>
                </a:solidFill>
                <a:latin typeface="Advent Pro"/>
              </a:rPr>
              <a:t> = (</a:t>
            </a:r>
            <a:r>
              <a:rPr lang="en-US" sz="2400" b="1" i="0" u="none" strike="noStrike" cap="none" err="1">
                <a:solidFill>
                  <a:schemeClr val="bg2"/>
                </a:solidFill>
                <a:latin typeface="Advent Pro"/>
              </a:rPr>
              <a:t>actual_delivery_time</a:t>
            </a:r>
            <a:r>
              <a:rPr lang="en-US" sz="2400" b="1" i="0" u="none" strike="noStrike" cap="none">
                <a:solidFill>
                  <a:schemeClr val="bg2"/>
                </a:solidFill>
                <a:latin typeface="Advent Pro"/>
              </a:rPr>
              <a:t> - </a:t>
            </a:r>
            <a:r>
              <a:rPr lang="en-US" sz="2400" b="1" i="0" u="none" strike="noStrike" cap="none" err="1">
                <a:solidFill>
                  <a:schemeClr val="bg2"/>
                </a:solidFill>
                <a:latin typeface="Advent Pro"/>
              </a:rPr>
              <a:t>created_at</a:t>
            </a:r>
            <a:r>
              <a:rPr lang="en-US" sz="2400" b="1" i="0" u="none" strike="noStrike" cap="none">
                <a:solidFill>
                  <a:schemeClr val="bg2"/>
                </a:solidFill>
                <a:latin typeface="Advent Pro"/>
              </a:rPr>
              <a:t>).</a:t>
            </a:r>
            <a:r>
              <a:rPr lang="en-US" sz="2400" b="1" i="0" u="none" strike="noStrike" cap="none" err="1">
                <a:solidFill>
                  <a:schemeClr val="bg2"/>
                </a:solidFill>
                <a:latin typeface="Advent Pro"/>
              </a:rPr>
              <a:t>total_seconds</a:t>
            </a:r>
            <a:r>
              <a:rPr lang="en-US" sz="2400" b="1" i="0" u="none" strike="noStrike" cap="none">
                <a:solidFill>
                  <a:schemeClr val="bg2"/>
                </a:solidFill>
                <a:latin typeface="Advent Pro"/>
              </a:rPr>
              <a:t>() / 60</a:t>
            </a:r>
          </a:p>
        </p:txBody>
      </p:sp>
      <p:pic>
        <p:nvPicPr>
          <p:cNvPr id="4" name="Graphic 3" descr="Bullseye with solid fill">
            <a:extLst>
              <a:ext uri="{FF2B5EF4-FFF2-40B4-BE49-F238E27FC236}">
                <a16:creationId xmlns:a16="http://schemas.microsoft.com/office/drawing/2014/main" id="{F8594E02-F442-59AB-50A7-706D85A69E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82914" y="2080129"/>
            <a:ext cx="1950619" cy="1950619"/>
          </a:xfrm>
          <a:prstGeom prst="rect">
            <a:avLst/>
          </a:prstGeom>
          <a:ln>
            <a:noFill/>
          </a:ln>
        </p:spPr>
      </p:pic>
    </p:spTree>
    <p:extLst>
      <p:ext uri="{BB962C8B-B14F-4D97-AF65-F5344CB8AC3E}">
        <p14:creationId xmlns:p14="http://schemas.microsoft.com/office/powerpoint/2010/main" val="3453137555"/>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75" name="Google Shape;275;p32"/>
          <p:cNvSpPr txBox="1">
            <a:spLocks noGrp="1"/>
          </p:cNvSpPr>
          <p:nvPr>
            <p:ph type="title" idx="6"/>
          </p:nvPr>
        </p:nvSpPr>
        <p:spPr>
          <a:xfrm>
            <a:off x="717924" y="211885"/>
            <a:ext cx="7479631" cy="649351"/>
          </a:xfrm>
          <a:prstGeom prst="rect">
            <a:avLst/>
          </a:prstGeom>
        </p:spPr>
        <p:txBody>
          <a:bodyPr spcFirstLastPara="1" wrap="square" lIns="91425" tIns="91425" rIns="91425" bIns="91425" anchor="b" anchorCtr="0">
            <a:noAutofit/>
          </a:bodyPr>
          <a:lstStyle/>
          <a:p>
            <a:pPr algn="l"/>
            <a:r>
              <a:rPr lang="en-IN" sz="3600">
                <a:solidFill>
                  <a:srgbClr val="FF3309"/>
                </a:solidFill>
              </a:rPr>
              <a:t>Before Data Pre-processing</a:t>
            </a:r>
            <a:endParaRPr lang="en-IN" sz="3600" b="0">
              <a:solidFill>
                <a:srgbClr val="FF3309"/>
              </a:solidFill>
            </a:endParaRPr>
          </a:p>
        </p:txBody>
      </p:sp>
      <p:sp>
        <p:nvSpPr>
          <p:cNvPr id="280" name="Google Shape;280;p32"/>
          <p:cNvSpPr txBox="1">
            <a:spLocks noGrp="1"/>
          </p:cNvSpPr>
          <p:nvPr>
            <p:ph type="title" idx="14"/>
          </p:nvPr>
        </p:nvSpPr>
        <p:spPr>
          <a:xfrm>
            <a:off x="6153525" y="1174203"/>
            <a:ext cx="2044030" cy="140014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2EAF7"/>
                </a:solidFill>
              </a:rPr>
              <a:t>0</a:t>
            </a:r>
            <a:endParaRPr>
              <a:solidFill>
                <a:srgbClr val="F2EAF7"/>
              </a:solidFill>
            </a:endParaRPr>
          </a:p>
        </p:txBody>
      </p:sp>
      <p:pic>
        <p:nvPicPr>
          <p:cNvPr id="12" name="Picture 11"/>
          <p:cNvPicPr>
            <a:picLocks noChangeAspect="1"/>
          </p:cNvPicPr>
          <p:nvPr/>
        </p:nvPicPr>
        <p:blipFill>
          <a:blip r:embed="rId3"/>
          <a:stretch>
            <a:fillRect/>
          </a:stretch>
        </p:blipFill>
        <p:spPr>
          <a:xfrm>
            <a:off x="3225505" y="861236"/>
            <a:ext cx="5276850" cy="409394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3" name="Title 12"/>
          <p:cNvSpPr>
            <a:spLocks noGrp="1"/>
          </p:cNvSpPr>
          <p:nvPr>
            <p:ph type="title" idx="8"/>
          </p:nvPr>
        </p:nvSpPr>
        <p:spPr>
          <a:xfrm>
            <a:off x="320590" y="1174203"/>
            <a:ext cx="2881810" cy="3012312"/>
          </a:xfrm>
        </p:spPr>
        <p:txBody>
          <a:bodyPr/>
          <a:lstStyle/>
          <a:p>
            <a:pPr algn="l"/>
            <a:r>
              <a:rPr lang="en-US" sz="1800">
                <a:solidFill>
                  <a:schemeClr val="tx1"/>
                </a:solidFill>
              </a:rPr>
              <a:t>1. Most features show weak correlation with delivery duration.</a:t>
            </a:r>
            <a:br>
              <a:rPr lang="en-US" sz="1800">
                <a:solidFill>
                  <a:schemeClr val="tx1"/>
                </a:solidFill>
              </a:rPr>
            </a:br>
            <a:br>
              <a:rPr lang="en-US" sz="1800">
                <a:solidFill>
                  <a:schemeClr val="tx1"/>
                </a:solidFill>
              </a:rPr>
            </a:br>
            <a:r>
              <a:rPr lang="en-US" sz="1800">
                <a:solidFill>
                  <a:schemeClr val="tx1"/>
                </a:solidFill>
              </a:rPr>
              <a:t>2. </a:t>
            </a:r>
            <a:r>
              <a:rPr lang="en-US" sz="1800" err="1">
                <a:solidFill>
                  <a:schemeClr val="tx1"/>
                </a:solidFill>
              </a:rPr>
              <a:t>total_outstanding_orders</a:t>
            </a:r>
            <a:r>
              <a:rPr lang="en-US" sz="1800">
                <a:solidFill>
                  <a:schemeClr val="tx1"/>
                </a:solidFill>
              </a:rPr>
              <a:t>, </a:t>
            </a:r>
            <a:r>
              <a:rPr lang="en-US" sz="1800" err="1">
                <a:solidFill>
                  <a:schemeClr val="tx1"/>
                </a:solidFill>
              </a:rPr>
              <a:t>total_busy_dashers</a:t>
            </a:r>
            <a:r>
              <a:rPr lang="en-US" sz="1800">
                <a:solidFill>
                  <a:schemeClr val="tx1"/>
                </a:solidFill>
              </a:rPr>
              <a:t>, and </a:t>
            </a:r>
            <a:r>
              <a:rPr lang="en-US" sz="1800" err="1">
                <a:solidFill>
                  <a:schemeClr val="tx1"/>
                </a:solidFill>
              </a:rPr>
              <a:t>total_onshift_dashers</a:t>
            </a:r>
            <a:r>
              <a:rPr lang="en-US" sz="1800">
                <a:solidFill>
                  <a:schemeClr val="tx1"/>
                </a:solidFill>
              </a:rPr>
              <a:t> shows moderate correlation, indicating a more direct impact on delivery efficiency.</a:t>
            </a:r>
            <a:endParaRPr lang="en-IN" sz="1800">
              <a:solidFill>
                <a:schemeClr val="tx1"/>
              </a:solidFill>
            </a:endParaRPr>
          </a:p>
        </p:txBody>
      </p:sp>
    </p:spTree>
    <p:extLst>
      <p:ext uri="{BB962C8B-B14F-4D97-AF65-F5344CB8AC3E}">
        <p14:creationId xmlns:p14="http://schemas.microsoft.com/office/powerpoint/2010/main" val="2735833441"/>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75" name="Google Shape;275;p32"/>
          <p:cNvSpPr txBox="1">
            <a:spLocks noGrp="1"/>
          </p:cNvSpPr>
          <p:nvPr>
            <p:ph type="title" idx="6"/>
          </p:nvPr>
        </p:nvSpPr>
        <p:spPr>
          <a:xfrm>
            <a:off x="717924" y="211885"/>
            <a:ext cx="7479631" cy="649351"/>
          </a:xfrm>
          <a:prstGeom prst="rect">
            <a:avLst/>
          </a:prstGeom>
        </p:spPr>
        <p:txBody>
          <a:bodyPr spcFirstLastPara="1" wrap="square" lIns="91425" tIns="91425" rIns="91425" bIns="91425" anchor="b" anchorCtr="0">
            <a:noAutofit/>
          </a:bodyPr>
          <a:lstStyle/>
          <a:p>
            <a:pPr algn="l"/>
            <a:r>
              <a:rPr lang="en-IN" sz="3600">
                <a:solidFill>
                  <a:srgbClr val="FF3309"/>
                </a:solidFill>
              </a:rPr>
              <a:t>Before Data Pre-processing</a:t>
            </a:r>
            <a:endParaRPr lang="en-IN" sz="3600" b="0">
              <a:solidFill>
                <a:srgbClr val="FF3309"/>
              </a:solidFill>
            </a:endParaRPr>
          </a:p>
        </p:txBody>
      </p:sp>
      <p:sp>
        <p:nvSpPr>
          <p:cNvPr id="280" name="Google Shape;280;p32"/>
          <p:cNvSpPr txBox="1">
            <a:spLocks noGrp="1"/>
          </p:cNvSpPr>
          <p:nvPr>
            <p:ph type="title" idx="14"/>
          </p:nvPr>
        </p:nvSpPr>
        <p:spPr>
          <a:xfrm>
            <a:off x="6153525" y="1174203"/>
            <a:ext cx="2044030" cy="140014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2EAF7"/>
                </a:solidFill>
              </a:rPr>
              <a:t>0</a:t>
            </a:r>
            <a:endParaRPr>
              <a:solidFill>
                <a:srgbClr val="F2EAF7"/>
              </a:solidFill>
            </a:endParaRPr>
          </a:p>
        </p:txBody>
      </p:sp>
      <p:pic>
        <p:nvPicPr>
          <p:cNvPr id="2" name="Picture 1"/>
          <p:cNvPicPr>
            <a:picLocks noChangeAspect="1"/>
          </p:cNvPicPr>
          <p:nvPr/>
        </p:nvPicPr>
        <p:blipFill>
          <a:blip r:embed="rId3"/>
          <a:stretch>
            <a:fillRect/>
          </a:stretch>
        </p:blipFill>
        <p:spPr>
          <a:xfrm>
            <a:off x="2931663" y="768565"/>
            <a:ext cx="5954363" cy="35461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itle 12"/>
          <p:cNvSpPr>
            <a:spLocks noGrp="1"/>
          </p:cNvSpPr>
          <p:nvPr>
            <p:ph type="title" idx="8"/>
          </p:nvPr>
        </p:nvSpPr>
        <p:spPr>
          <a:xfrm>
            <a:off x="329424" y="1498449"/>
            <a:ext cx="2197100" cy="1918412"/>
          </a:xfrm>
        </p:spPr>
        <p:txBody>
          <a:bodyPr/>
          <a:lstStyle/>
          <a:p>
            <a:pPr algn="l"/>
            <a:r>
              <a:rPr lang="en-US" sz="1800">
                <a:solidFill>
                  <a:schemeClr val="tx1"/>
                </a:solidFill>
              </a:rPr>
              <a:t>Linear and Ridge deliver the lowest errors, Random Forest performs worst, and </a:t>
            </a:r>
            <a:r>
              <a:rPr lang="en-US" sz="1800" err="1">
                <a:solidFill>
                  <a:schemeClr val="tx1"/>
                </a:solidFill>
              </a:rPr>
              <a:t>XGBoost</a:t>
            </a:r>
            <a:r>
              <a:rPr lang="en-US" sz="1800">
                <a:solidFill>
                  <a:schemeClr val="tx1"/>
                </a:solidFill>
              </a:rPr>
              <a:t> sits in the middle.</a:t>
            </a:r>
            <a:endParaRPr lang="en-IN" sz="1800">
              <a:solidFill>
                <a:schemeClr val="tx1"/>
              </a:solidFill>
            </a:endParaRPr>
          </a:p>
        </p:txBody>
      </p:sp>
      <p:pic>
        <p:nvPicPr>
          <p:cNvPr id="4" name="Picture 3">
            <a:extLst>
              <a:ext uri="{FF2B5EF4-FFF2-40B4-BE49-F238E27FC236}">
                <a16:creationId xmlns:a16="http://schemas.microsoft.com/office/drawing/2014/main" id="{4F16D63B-361E-1D66-838F-A185CF1C70FA}"/>
              </a:ext>
            </a:extLst>
          </p:cNvPr>
          <p:cNvPicPr>
            <a:picLocks noChangeAspect="1"/>
          </p:cNvPicPr>
          <p:nvPr/>
        </p:nvPicPr>
        <p:blipFill>
          <a:blip r:embed="rId4"/>
          <a:stretch>
            <a:fillRect/>
          </a:stretch>
        </p:blipFill>
        <p:spPr>
          <a:xfrm>
            <a:off x="126999" y="4314692"/>
            <a:ext cx="3810196" cy="787440"/>
          </a:xfrm>
          <a:prstGeom prst="rect">
            <a:avLst/>
          </a:prstGeom>
        </p:spPr>
      </p:pic>
    </p:spTree>
    <p:extLst>
      <p:ext uri="{BB962C8B-B14F-4D97-AF65-F5344CB8AC3E}">
        <p14:creationId xmlns:p14="http://schemas.microsoft.com/office/powerpoint/2010/main" val="418662949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75" name="Google Shape;275;p32"/>
          <p:cNvSpPr txBox="1">
            <a:spLocks noGrp="1"/>
          </p:cNvSpPr>
          <p:nvPr>
            <p:ph type="title" idx="6"/>
          </p:nvPr>
        </p:nvSpPr>
        <p:spPr>
          <a:xfrm>
            <a:off x="717924" y="211885"/>
            <a:ext cx="7479631" cy="649351"/>
          </a:xfrm>
          <a:prstGeom prst="rect">
            <a:avLst/>
          </a:prstGeom>
        </p:spPr>
        <p:txBody>
          <a:bodyPr spcFirstLastPara="1" wrap="square" lIns="91425" tIns="91425" rIns="91425" bIns="91425" anchor="b" anchorCtr="0">
            <a:noAutofit/>
          </a:bodyPr>
          <a:lstStyle/>
          <a:p>
            <a:pPr algn="l"/>
            <a:r>
              <a:rPr lang="en-IN" sz="3600">
                <a:solidFill>
                  <a:srgbClr val="FF3309"/>
                </a:solidFill>
              </a:rPr>
              <a:t>Before Data Pre-processing</a:t>
            </a:r>
            <a:endParaRPr lang="en-IN" sz="3600" b="0">
              <a:solidFill>
                <a:srgbClr val="FF3309"/>
              </a:solidFill>
            </a:endParaRPr>
          </a:p>
        </p:txBody>
      </p:sp>
      <p:sp>
        <p:nvSpPr>
          <p:cNvPr id="280" name="Google Shape;280;p32"/>
          <p:cNvSpPr txBox="1">
            <a:spLocks noGrp="1"/>
          </p:cNvSpPr>
          <p:nvPr>
            <p:ph type="title" idx="14"/>
          </p:nvPr>
        </p:nvSpPr>
        <p:spPr>
          <a:xfrm>
            <a:off x="6153525" y="1174203"/>
            <a:ext cx="2044030" cy="140014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2EAF7"/>
                </a:solidFill>
              </a:rPr>
              <a:t>0</a:t>
            </a:r>
            <a:endParaRPr>
              <a:solidFill>
                <a:srgbClr val="F2EAF7"/>
              </a:solidFill>
            </a:endParaRPr>
          </a:p>
        </p:txBody>
      </p:sp>
      <p:pic>
        <p:nvPicPr>
          <p:cNvPr id="2" name="Picture 1"/>
          <p:cNvPicPr>
            <a:picLocks noChangeAspect="1"/>
          </p:cNvPicPr>
          <p:nvPr/>
        </p:nvPicPr>
        <p:blipFill>
          <a:blip r:embed="rId3"/>
          <a:stretch>
            <a:fillRect/>
          </a:stretch>
        </p:blipFill>
        <p:spPr>
          <a:xfrm>
            <a:off x="2457818" y="861236"/>
            <a:ext cx="6524625" cy="404691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itle 12"/>
          <p:cNvSpPr>
            <a:spLocks noGrp="1"/>
          </p:cNvSpPr>
          <p:nvPr>
            <p:ph type="title" idx="8"/>
          </p:nvPr>
        </p:nvSpPr>
        <p:spPr>
          <a:xfrm>
            <a:off x="122705" y="1510588"/>
            <a:ext cx="2197100" cy="1918412"/>
          </a:xfrm>
        </p:spPr>
        <p:txBody>
          <a:bodyPr/>
          <a:lstStyle/>
          <a:p>
            <a:pPr algn="l"/>
            <a:r>
              <a:rPr lang="en-US" sz="1800">
                <a:solidFill>
                  <a:schemeClr val="tx1"/>
                </a:solidFill>
              </a:rPr>
              <a:t>Linear and Ridge explain about 20% of the variance, </a:t>
            </a:r>
            <a:r>
              <a:rPr lang="en-US" sz="1800" err="1">
                <a:solidFill>
                  <a:schemeClr val="tx1"/>
                </a:solidFill>
              </a:rPr>
              <a:t>XGBoost</a:t>
            </a:r>
            <a:r>
              <a:rPr lang="en-US" sz="1800">
                <a:solidFill>
                  <a:schemeClr val="tx1"/>
                </a:solidFill>
              </a:rPr>
              <a:t> about 16%, and Random Forest actually scores below zero.</a:t>
            </a:r>
            <a:endParaRPr lang="en-IN" sz="1800">
              <a:solidFill>
                <a:schemeClr val="tx1"/>
              </a:solidFill>
            </a:endParaRPr>
          </a:p>
        </p:txBody>
      </p:sp>
    </p:spTree>
    <p:extLst>
      <p:ext uri="{BB962C8B-B14F-4D97-AF65-F5344CB8AC3E}">
        <p14:creationId xmlns:p14="http://schemas.microsoft.com/office/powerpoint/2010/main" val="315675204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75" name="Google Shape;275;p32"/>
          <p:cNvSpPr txBox="1">
            <a:spLocks noGrp="1"/>
          </p:cNvSpPr>
          <p:nvPr>
            <p:ph type="title" idx="6"/>
          </p:nvPr>
        </p:nvSpPr>
        <p:spPr>
          <a:xfrm>
            <a:off x="717924" y="211885"/>
            <a:ext cx="7479631" cy="649351"/>
          </a:xfrm>
          <a:prstGeom prst="rect">
            <a:avLst/>
          </a:prstGeom>
        </p:spPr>
        <p:txBody>
          <a:bodyPr spcFirstLastPara="1" wrap="square" lIns="91425" tIns="91425" rIns="91425" bIns="91425" anchor="b" anchorCtr="0">
            <a:noAutofit/>
          </a:bodyPr>
          <a:lstStyle/>
          <a:p>
            <a:pPr algn="l"/>
            <a:r>
              <a:rPr lang="en-IN" sz="3600">
                <a:solidFill>
                  <a:srgbClr val="FF3309"/>
                </a:solidFill>
              </a:rPr>
              <a:t>Data Processing – Version 1</a:t>
            </a:r>
            <a:endParaRPr lang="en-IN" sz="3600" b="0">
              <a:solidFill>
                <a:srgbClr val="FF3309"/>
              </a:solidFill>
            </a:endParaRPr>
          </a:p>
        </p:txBody>
      </p:sp>
      <p:sp>
        <p:nvSpPr>
          <p:cNvPr id="6" name="Title 12"/>
          <p:cNvSpPr>
            <a:spLocks noGrp="1"/>
          </p:cNvSpPr>
          <p:nvPr>
            <p:ph type="title" idx="8"/>
          </p:nvPr>
        </p:nvSpPr>
        <p:spPr>
          <a:xfrm>
            <a:off x="182095" y="1703157"/>
            <a:ext cx="2197100" cy="2065924"/>
          </a:xfrm>
        </p:spPr>
        <p:txBody>
          <a:bodyPr/>
          <a:lstStyle/>
          <a:p>
            <a:pPr algn="l"/>
            <a:r>
              <a:rPr lang="en-US" sz="1800">
                <a:solidFill>
                  <a:schemeClr val="tx1"/>
                </a:solidFill>
              </a:rPr>
              <a:t>Saturday and Monday have the slowest deliveries, while Wednesday and Friday are the fastest and most consistent.</a:t>
            </a:r>
            <a:endParaRPr lang="en-IN" sz="1800">
              <a:solidFill>
                <a:schemeClr val="tx1"/>
              </a:solidFill>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9805" y="1149350"/>
            <a:ext cx="6642100" cy="33210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408078805"/>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75" name="Google Shape;275;p32"/>
          <p:cNvSpPr txBox="1">
            <a:spLocks noGrp="1"/>
          </p:cNvSpPr>
          <p:nvPr>
            <p:ph type="title" idx="6"/>
          </p:nvPr>
        </p:nvSpPr>
        <p:spPr>
          <a:xfrm>
            <a:off x="717924" y="211885"/>
            <a:ext cx="7479631" cy="649351"/>
          </a:xfrm>
          <a:prstGeom prst="rect">
            <a:avLst/>
          </a:prstGeom>
        </p:spPr>
        <p:txBody>
          <a:bodyPr spcFirstLastPara="1" wrap="square" lIns="91425" tIns="91425" rIns="91425" bIns="91425" anchor="b" anchorCtr="0">
            <a:noAutofit/>
          </a:bodyPr>
          <a:lstStyle/>
          <a:p>
            <a:pPr algn="l"/>
            <a:r>
              <a:rPr lang="en-IN" sz="3600">
                <a:solidFill>
                  <a:srgbClr val="FF3309"/>
                </a:solidFill>
              </a:rPr>
              <a:t>Data Processing – Version 1</a:t>
            </a:r>
            <a:endParaRPr lang="en-IN" sz="3600" b="0">
              <a:solidFill>
                <a:srgbClr val="FF3309"/>
              </a:solidFill>
            </a:endParaRPr>
          </a:p>
        </p:txBody>
      </p:sp>
      <p:sp>
        <p:nvSpPr>
          <p:cNvPr id="6" name="Title 12"/>
          <p:cNvSpPr>
            <a:spLocks noGrp="1"/>
          </p:cNvSpPr>
          <p:nvPr>
            <p:ph type="title" idx="8"/>
          </p:nvPr>
        </p:nvSpPr>
        <p:spPr>
          <a:xfrm>
            <a:off x="311524" y="1714500"/>
            <a:ext cx="2197100" cy="1737081"/>
          </a:xfrm>
        </p:spPr>
        <p:txBody>
          <a:bodyPr/>
          <a:lstStyle/>
          <a:p>
            <a:pPr algn="l"/>
            <a:r>
              <a:rPr lang="en-US" sz="2000">
                <a:solidFill>
                  <a:schemeClr val="tx1"/>
                </a:solidFill>
              </a:rPr>
              <a:t>Dasher load peaks at specific hours, highlighting the day’s highest-demand periods.</a:t>
            </a:r>
            <a:endParaRPr lang="en-IN" sz="2000">
              <a:solidFill>
                <a:schemeClr val="tx1"/>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2700" y="1066800"/>
            <a:ext cx="6451600" cy="32258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836631052"/>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4">
          <a:extLst>
            <a:ext uri="{FF2B5EF4-FFF2-40B4-BE49-F238E27FC236}">
              <a16:creationId xmlns:a16="http://schemas.microsoft.com/office/drawing/2014/main" id="{6E08C7CC-422F-BF19-A618-D1EF4606BDF4}"/>
            </a:ext>
          </a:extLst>
        </p:cNvPr>
        <p:cNvGrpSpPr/>
        <p:nvPr/>
      </p:nvGrpSpPr>
      <p:grpSpPr>
        <a:xfrm>
          <a:off x="0" y="0"/>
          <a:ext cx="0" cy="0"/>
          <a:chOff x="0" y="0"/>
          <a:chExt cx="0" cy="0"/>
        </a:xfrm>
      </p:grpSpPr>
      <p:sp>
        <p:nvSpPr>
          <p:cNvPr id="275" name="Google Shape;275;p32">
            <a:extLst>
              <a:ext uri="{FF2B5EF4-FFF2-40B4-BE49-F238E27FC236}">
                <a16:creationId xmlns:a16="http://schemas.microsoft.com/office/drawing/2014/main" id="{1451101A-F824-B73D-0832-3B8C7ED2A12F}"/>
              </a:ext>
            </a:extLst>
          </p:cNvPr>
          <p:cNvSpPr txBox="1">
            <a:spLocks noGrp="1"/>
          </p:cNvSpPr>
          <p:nvPr>
            <p:ph type="title" idx="6"/>
          </p:nvPr>
        </p:nvSpPr>
        <p:spPr>
          <a:xfrm>
            <a:off x="717924" y="211885"/>
            <a:ext cx="7479631" cy="649351"/>
          </a:xfrm>
          <a:prstGeom prst="rect">
            <a:avLst/>
          </a:prstGeom>
        </p:spPr>
        <p:txBody>
          <a:bodyPr spcFirstLastPara="1" wrap="square" lIns="91425" tIns="91425" rIns="91425" bIns="91425" anchor="b" anchorCtr="0">
            <a:noAutofit/>
          </a:bodyPr>
          <a:lstStyle/>
          <a:p>
            <a:pPr algn="l"/>
            <a:r>
              <a:rPr lang="en-IN" sz="3600">
                <a:solidFill>
                  <a:srgbClr val="FF3309"/>
                </a:solidFill>
              </a:rPr>
              <a:t>Data Processing – Version 1</a:t>
            </a:r>
            <a:endParaRPr lang="en-IN" sz="3600" b="0">
              <a:solidFill>
                <a:srgbClr val="FF3309"/>
              </a:solidFill>
            </a:endParaRPr>
          </a:p>
        </p:txBody>
      </p:sp>
      <p:sp>
        <p:nvSpPr>
          <p:cNvPr id="6" name="Title 12">
            <a:extLst>
              <a:ext uri="{FF2B5EF4-FFF2-40B4-BE49-F238E27FC236}">
                <a16:creationId xmlns:a16="http://schemas.microsoft.com/office/drawing/2014/main" id="{4F90855B-AF10-7581-8F79-522D5C00EF58}"/>
              </a:ext>
            </a:extLst>
          </p:cNvPr>
          <p:cNvSpPr>
            <a:spLocks noGrp="1"/>
          </p:cNvSpPr>
          <p:nvPr>
            <p:ph type="title" idx="8"/>
          </p:nvPr>
        </p:nvSpPr>
        <p:spPr>
          <a:xfrm>
            <a:off x="502024" y="1472812"/>
            <a:ext cx="2197100" cy="1940669"/>
          </a:xfrm>
        </p:spPr>
        <p:txBody>
          <a:bodyPr/>
          <a:lstStyle/>
          <a:p>
            <a:pPr algn="l"/>
            <a:r>
              <a:rPr lang="en-US" sz="2000">
                <a:solidFill>
                  <a:schemeClr val="tx1"/>
                </a:solidFill>
              </a:rPr>
              <a:t>American, Pizza, and Mexican together account for over 60% of orders among the top six categories.</a:t>
            </a:r>
            <a:endParaRPr lang="en-IN" sz="2000">
              <a:solidFill>
                <a:schemeClr val="tx1"/>
              </a:solidFill>
            </a:endParaRPr>
          </a:p>
        </p:txBody>
      </p:sp>
      <p:pic>
        <p:nvPicPr>
          <p:cNvPr id="3" name="Picture 2">
            <a:extLst>
              <a:ext uri="{FF2B5EF4-FFF2-40B4-BE49-F238E27FC236}">
                <a16:creationId xmlns:a16="http://schemas.microsoft.com/office/drawing/2014/main" id="{070771DD-46E4-7EA9-F66C-6406BDB892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70300" y="861236"/>
            <a:ext cx="4095750" cy="40957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846521842"/>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p48"/>
          <p:cNvSpPr txBox="1">
            <a:spLocks noGrp="1"/>
          </p:cNvSpPr>
          <p:nvPr>
            <p:ph type="title"/>
          </p:nvPr>
        </p:nvSpPr>
        <p:spPr>
          <a:xfrm>
            <a:off x="375219" y="2326228"/>
            <a:ext cx="1869600" cy="755699"/>
          </a:xfrm>
          <a:prstGeom prst="rect">
            <a:avLst/>
          </a:prstGeom>
        </p:spPr>
        <p:txBody>
          <a:bodyPr spcFirstLastPara="1" wrap="square" lIns="91425" tIns="91425" rIns="91425" bIns="91425" anchor="b" anchorCtr="0">
            <a:noAutofit/>
          </a:bodyPr>
          <a:lstStyle/>
          <a:p>
            <a:r>
              <a:rPr lang="en-US">
                <a:solidFill>
                  <a:srgbClr val="FF3309"/>
                </a:solidFill>
              </a:rPr>
              <a:t>Preprocessing Steps:</a:t>
            </a:r>
            <a:endParaRPr>
              <a:solidFill>
                <a:srgbClr val="FF3309"/>
              </a:solidFill>
            </a:endParaRPr>
          </a:p>
        </p:txBody>
      </p:sp>
      <p:sp>
        <p:nvSpPr>
          <p:cNvPr id="971" name="Google Shape;971;p48"/>
          <p:cNvSpPr txBox="1">
            <a:spLocks noGrp="1"/>
          </p:cNvSpPr>
          <p:nvPr>
            <p:ph type="subTitle" idx="1"/>
          </p:nvPr>
        </p:nvSpPr>
        <p:spPr>
          <a:xfrm>
            <a:off x="375219" y="3035859"/>
            <a:ext cx="2331154" cy="129491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US"/>
              <a:t>V1 used:</a:t>
            </a:r>
          </a:p>
          <a:p>
            <a:pPr marL="0" lvl="0" indent="0" algn="l" rtl="0">
              <a:lnSpc>
                <a:spcPct val="150000"/>
              </a:lnSpc>
              <a:spcBef>
                <a:spcPts val="0"/>
              </a:spcBef>
              <a:spcAft>
                <a:spcPts val="0"/>
              </a:spcAft>
              <a:buClr>
                <a:schemeClr val="dk1"/>
              </a:buClr>
              <a:buSzPts val="1100"/>
              <a:buFont typeface="Arial"/>
              <a:buNone/>
            </a:pPr>
            <a:r>
              <a:rPr lang="en-US" b="1"/>
              <a:t>→  </a:t>
            </a:r>
            <a:r>
              <a:rPr lang="en" b="1">
                <a:solidFill>
                  <a:schemeClr val="tx1"/>
                </a:solidFill>
              </a:rPr>
              <a:t>Null Value Removal</a:t>
            </a:r>
          </a:p>
          <a:p>
            <a:pPr marL="0" lvl="0" indent="0" algn="l" rtl="0">
              <a:lnSpc>
                <a:spcPct val="150000"/>
              </a:lnSpc>
              <a:spcBef>
                <a:spcPts val="0"/>
              </a:spcBef>
              <a:spcAft>
                <a:spcPts val="0"/>
              </a:spcAft>
              <a:buClr>
                <a:schemeClr val="dk1"/>
              </a:buClr>
              <a:buSzPts val="1100"/>
            </a:pPr>
            <a:r>
              <a:rPr lang="en-US" b="1"/>
              <a:t>→  </a:t>
            </a:r>
            <a:r>
              <a:rPr lang="en" b="1">
                <a:solidFill>
                  <a:schemeClr val="tx1"/>
                </a:solidFill>
              </a:rPr>
              <a:t>Encoding</a:t>
            </a:r>
            <a:endParaRPr lang="en-US" b="1">
              <a:solidFill>
                <a:schemeClr val="tx1"/>
              </a:solidFill>
            </a:endParaRPr>
          </a:p>
          <a:p>
            <a:pPr marL="0" lvl="0" indent="0" rtl="0">
              <a:spcBef>
                <a:spcPts val="0"/>
              </a:spcBef>
              <a:spcAft>
                <a:spcPts val="0"/>
              </a:spcAft>
              <a:buClr>
                <a:schemeClr val="dk1"/>
              </a:buClr>
              <a:buSzPts val="1100"/>
              <a:buFont typeface="Arial"/>
              <a:buNone/>
            </a:pPr>
            <a:endParaRPr lang="en-US" b="1"/>
          </a:p>
        </p:txBody>
      </p:sp>
      <p:sp>
        <p:nvSpPr>
          <p:cNvPr id="972" name="Google Shape;972;p48"/>
          <p:cNvSpPr txBox="1">
            <a:spLocks noGrp="1"/>
          </p:cNvSpPr>
          <p:nvPr>
            <p:ph type="title" idx="2"/>
          </p:nvPr>
        </p:nvSpPr>
        <p:spPr>
          <a:xfrm>
            <a:off x="3210855" y="2412646"/>
            <a:ext cx="2184979" cy="44333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F3309"/>
                </a:solidFill>
              </a:rPr>
              <a:t>Encoding </a:t>
            </a:r>
            <a:r>
              <a:rPr lang="en-US">
                <a:solidFill>
                  <a:srgbClr val="FF3309"/>
                </a:solidFill>
              </a:rPr>
              <a:t>Strategy </a:t>
            </a:r>
            <a:endParaRPr>
              <a:solidFill>
                <a:srgbClr val="FF3309"/>
              </a:solidFill>
            </a:endParaRPr>
          </a:p>
        </p:txBody>
      </p:sp>
      <p:sp>
        <p:nvSpPr>
          <p:cNvPr id="973" name="Google Shape;973;p48"/>
          <p:cNvSpPr txBox="1">
            <a:spLocks noGrp="1"/>
          </p:cNvSpPr>
          <p:nvPr>
            <p:ph type="subTitle" idx="3"/>
          </p:nvPr>
        </p:nvSpPr>
        <p:spPr>
          <a:xfrm>
            <a:off x="3265748" y="2704077"/>
            <a:ext cx="2652458" cy="2437453"/>
          </a:xfrm>
          <a:prstGeom prst="rect">
            <a:avLst/>
          </a:prstGeom>
        </p:spPr>
        <p:txBody>
          <a:bodyPr spcFirstLastPara="1" wrap="square" lIns="91425" tIns="91425" rIns="91425" bIns="91425" anchor="t" anchorCtr="0">
            <a:noAutofit/>
          </a:bodyPr>
          <a:lstStyle/>
          <a:p>
            <a:pPr marL="285750" lvl="0" indent="-285750" algn="l" rtl="0">
              <a:lnSpc>
                <a:spcPct val="150000"/>
              </a:lnSpc>
              <a:spcBef>
                <a:spcPts val="0"/>
              </a:spcBef>
              <a:spcAft>
                <a:spcPts val="0"/>
              </a:spcAft>
              <a:buClr>
                <a:schemeClr val="dk1"/>
              </a:buClr>
              <a:buSzPts val="1100"/>
              <a:buFont typeface="Wingdings" panose="05000000000000000000" pitchFamily="2" charset="2"/>
              <a:buChar char="ü"/>
            </a:pPr>
            <a:r>
              <a:rPr lang="en-US" b="1"/>
              <a:t>Target encoding </a:t>
            </a:r>
          </a:p>
          <a:p>
            <a:pPr marL="0" indent="0" algn="l">
              <a:lnSpc>
                <a:spcPct val="150000"/>
              </a:lnSpc>
              <a:buClr>
                <a:schemeClr val="dk1"/>
              </a:buClr>
              <a:buSzPts val="1100"/>
            </a:pPr>
            <a:r>
              <a:rPr lang="en-US" sz="1400"/>
              <a:t>→ Weakened interpretability and generalization</a:t>
            </a:r>
            <a:endParaRPr lang="en-US" sz="600"/>
          </a:p>
          <a:p>
            <a:pPr marL="285750" lvl="0" indent="-285750" algn="l" rtl="0">
              <a:lnSpc>
                <a:spcPct val="150000"/>
              </a:lnSpc>
              <a:spcBef>
                <a:spcPts val="0"/>
              </a:spcBef>
              <a:spcAft>
                <a:spcPts val="0"/>
              </a:spcAft>
              <a:buClr>
                <a:schemeClr val="dk1"/>
              </a:buClr>
              <a:buSzPts val="1100"/>
              <a:buFont typeface="Wingdings" panose="05000000000000000000" pitchFamily="2" charset="2"/>
              <a:buChar char="ü"/>
            </a:pPr>
            <a:r>
              <a:rPr lang="en-US" b="1"/>
              <a:t>One Hot encoding </a:t>
            </a:r>
          </a:p>
          <a:p>
            <a:pPr marL="0" lvl="0" indent="0" algn="l" rtl="0">
              <a:lnSpc>
                <a:spcPct val="150000"/>
              </a:lnSpc>
              <a:spcBef>
                <a:spcPts val="0"/>
              </a:spcBef>
              <a:spcAft>
                <a:spcPts val="0"/>
              </a:spcAft>
              <a:buClr>
                <a:schemeClr val="dk1"/>
              </a:buClr>
              <a:buSzPts val="1100"/>
              <a:buFont typeface="Arial"/>
              <a:buNone/>
            </a:pPr>
            <a:r>
              <a:rPr lang="en-US" sz="1400"/>
              <a:t>→ Made models (esp. Linear, Ridge) more prone to noise and overfitting</a:t>
            </a:r>
          </a:p>
          <a:p>
            <a:pPr marL="0" lvl="0" indent="0" algn="l" rtl="0">
              <a:spcBef>
                <a:spcPts val="0"/>
              </a:spcBef>
              <a:spcAft>
                <a:spcPts val="0"/>
              </a:spcAft>
              <a:buClr>
                <a:schemeClr val="dk1"/>
              </a:buClr>
              <a:buSzPts val="1100"/>
              <a:buFont typeface="Arial"/>
              <a:buNone/>
            </a:pPr>
            <a:endParaRPr lang="en-US" b="1">
              <a:solidFill>
                <a:schemeClr val="dk2"/>
              </a:solidFill>
            </a:endParaRPr>
          </a:p>
        </p:txBody>
      </p:sp>
      <p:sp>
        <p:nvSpPr>
          <p:cNvPr id="974" name="Google Shape;974;p48"/>
          <p:cNvSpPr txBox="1">
            <a:spLocks noGrp="1"/>
          </p:cNvSpPr>
          <p:nvPr>
            <p:ph type="title" idx="4"/>
          </p:nvPr>
        </p:nvSpPr>
        <p:spPr>
          <a:xfrm>
            <a:off x="6285350" y="2476600"/>
            <a:ext cx="2387044" cy="40893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F3309"/>
                </a:solidFill>
              </a:rPr>
              <a:t>Null Value Removal</a:t>
            </a:r>
            <a:endParaRPr>
              <a:solidFill>
                <a:srgbClr val="FF3309"/>
              </a:solidFill>
            </a:endParaRPr>
          </a:p>
        </p:txBody>
      </p:sp>
      <p:sp>
        <p:nvSpPr>
          <p:cNvPr id="975" name="Google Shape;975;p48"/>
          <p:cNvSpPr txBox="1">
            <a:spLocks noGrp="1"/>
          </p:cNvSpPr>
          <p:nvPr>
            <p:ph type="subTitle" idx="5"/>
          </p:nvPr>
        </p:nvSpPr>
        <p:spPr>
          <a:xfrm>
            <a:off x="6477582" y="2845498"/>
            <a:ext cx="2483388" cy="2005708"/>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Clr>
                <a:schemeClr val="dk1"/>
              </a:buClr>
              <a:buSzPts val="1100"/>
              <a:buFont typeface="Wingdings" panose="05000000000000000000" pitchFamily="2" charset="2"/>
              <a:buChar char="ü"/>
            </a:pPr>
            <a:r>
              <a:rPr lang="en-US" b="1"/>
              <a:t>Dropped rows </a:t>
            </a:r>
          </a:p>
          <a:p>
            <a:pPr marL="0" lvl="0" indent="0" algn="l" rtl="0">
              <a:spcBef>
                <a:spcPts val="0"/>
              </a:spcBef>
              <a:spcAft>
                <a:spcPts val="0"/>
              </a:spcAft>
              <a:buClr>
                <a:schemeClr val="dk1"/>
              </a:buClr>
              <a:buSzPts val="1100"/>
              <a:buFont typeface="Arial"/>
              <a:buNone/>
            </a:pPr>
            <a:r>
              <a:rPr lang="en-US" b="1"/>
              <a:t>with missing values </a:t>
            </a:r>
          </a:p>
          <a:p>
            <a:pPr marL="0" lvl="0" indent="0" algn="l" rtl="0">
              <a:lnSpc>
                <a:spcPct val="150000"/>
              </a:lnSpc>
              <a:spcBef>
                <a:spcPts val="0"/>
              </a:spcBef>
              <a:spcAft>
                <a:spcPts val="0"/>
              </a:spcAft>
              <a:buClr>
                <a:schemeClr val="dk1"/>
              </a:buClr>
              <a:buSzPts val="1100"/>
              <a:buFont typeface="Arial"/>
              <a:buNone/>
            </a:pPr>
            <a:r>
              <a:rPr lang="en-US"/>
              <a:t>→  Reduced data size </a:t>
            </a:r>
          </a:p>
          <a:p>
            <a:pPr marL="0" lvl="0" indent="0" algn="l" rtl="0">
              <a:lnSpc>
                <a:spcPct val="150000"/>
              </a:lnSpc>
              <a:spcBef>
                <a:spcPts val="0"/>
              </a:spcBef>
              <a:spcAft>
                <a:spcPts val="0"/>
              </a:spcAft>
              <a:buClr>
                <a:schemeClr val="dk1"/>
              </a:buClr>
              <a:buSzPts val="1100"/>
              <a:buFont typeface="Arial"/>
              <a:buNone/>
            </a:pPr>
            <a:r>
              <a:rPr lang="en-US"/>
              <a:t>→ Less diversity </a:t>
            </a:r>
          </a:p>
          <a:p>
            <a:pPr marL="0" lvl="0" indent="0" algn="l" rtl="0">
              <a:lnSpc>
                <a:spcPct val="150000"/>
              </a:lnSpc>
              <a:spcBef>
                <a:spcPts val="0"/>
              </a:spcBef>
              <a:spcAft>
                <a:spcPts val="0"/>
              </a:spcAft>
              <a:buClr>
                <a:schemeClr val="dk1"/>
              </a:buClr>
              <a:buSzPts val="1100"/>
              <a:buFont typeface="Arial"/>
              <a:buNone/>
            </a:pPr>
            <a:r>
              <a:rPr lang="en-US"/>
              <a:t>→ Potential bias</a:t>
            </a:r>
            <a:endParaRPr b="1">
              <a:solidFill>
                <a:schemeClr val="dk2"/>
              </a:solidFill>
            </a:endParaRPr>
          </a:p>
        </p:txBody>
      </p:sp>
      <p:sp>
        <p:nvSpPr>
          <p:cNvPr id="976" name="Google Shape;976;p48"/>
          <p:cNvSpPr txBox="1">
            <a:spLocks noGrp="1"/>
          </p:cNvSpPr>
          <p:nvPr>
            <p:ph type="title" idx="6"/>
          </p:nvPr>
        </p:nvSpPr>
        <p:spPr>
          <a:xfrm>
            <a:off x="796050" y="201100"/>
            <a:ext cx="7551900" cy="75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F3309"/>
                </a:solidFill>
              </a:rPr>
              <a:t>Version 1 – Null Value Removal + Encoding</a:t>
            </a:r>
            <a:endParaRPr>
              <a:solidFill>
                <a:srgbClr val="FF3309"/>
              </a:solidFill>
            </a:endParaRPr>
          </a:p>
        </p:txBody>
      </p:sp>
      <p:sp>
        <p:nvSpPr>
          <p:cNvPr id="977" name="Google Shape;977;p48"/>
          <p:cNvSpPr/>
          <p:nvPr/>
        </p:nvSpPr>
        <p:spPr>
          <a:xfrm>
            <a:off x="708970" y="1130565"/>
            <a:ext cx="1181100" cy="1181100"/>
          </a:xfrm>
          <a:prstGeom prst="ellipse">
            <a:avLst/>
          </a:prstGeom>
          <a:solidFill>
            <a:srgbClr val="FF6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8"/>
          <p:cNvSpPr/>
          <p:nvPr/>
        </p:nvSpPr>
        <p:spPr>
          <a:xfrm>
            <a:off x="3677384" y="1127185"/>
            <a:ext cx="1181100" cy="1181100"/>
          </a:xfrm>
          <a:prstGeom prst="ellipse">
            <a:avLst/>
          </a:prstGeom>
          <a:solidFill>
            <a:srgbClr val="FF6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8"/>
          <p:cNvSpPr/>
          <p:nvPr/>
        </p:nvSpPr>
        <p:spPr>
          <a:xfrm>
            <a:off x="6826785" y="1213719"/>
            <a:ext cx="1181100" cy="1181100"/>
          </a:xfrm>
          <a:prstGeom prst="ellipse">
            <a:avLst/>
          </a:prstGeom>
          <a:solidFill>
            <a:srgbClr val="FF6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0" name="Google Shape;980;p48"/>
          <p:cNvGrpSpPr/>
          <p:nvPr/>
        </p:nvGrpSpPr>
        <p:grpSpPr>
          <a:xfrm>
            <a:off x="7163086" y="1541652"/>
            <a:ext cx="508498" cy="508132"/>
            <a:chOff x="1749879" y="1970906"/>
            <a:chExt cx="364436" cy="364174"/>
          </a:xfrm>
        </p:grpSpPr>
        <p:sp>
          <p:nvSpPr>
            <p:cNvPr id="981" name="Google Shape;981;p48"/>
            <p:cNvSpPr/>
            <p:nvPr/>
          </p:nvSpPr>
          <p:spPr>
            <a:xfrm>
              <a:off x="1750141" y="1970906"/>
              <a:ext cx="276124" cy="181982"/>
            </a:xfrm>
            <a:custGeom>
              <a:avLst/>
              <a:gdLst/>
              <a:ahLst/>
              <a:cxnLst/>
              <a:rect l="l" t="t" r="r" b="b"/>
              <a:pathLst>
                <a:path w="10515" h="6930" extrusionOk="0">
                  <a:moveTo>
                    <a:pt x="900" y="1"/>
                  </a:moveTo>
                  <a:cubicBezTo>
                    <a:pt x="402" y="1"/>
                    <a:pt x="0" y="403"/>
                    <a:pt x="0" y="900"/>
                  </a:cubicBezTo>
                  <a:lnTo>
                    <a:pt x="0" y="6709"/>
                  </a:lnTo>
                  <a:cubicBezTo>
                    <a:pt x="0" y="6834"/>
                    <a:pt x="96" y="6930"/>
                    <a:pt x="221" y="6930"/>
                  </a:cubicBezTo>
                  <a:lnTo>
                    <a:pt x="2460" y="6930"/>
                  </a:lnTo>
                  <a:cubicBezTo>
                    <a:pt x="2709" y="6930"/>
                    <a:pt x="2910" y="6729"/>
                    <a:pt x="2910" y="6480"/>
                  </a:cubicBezTo>
                  <a:lnTo>
                    <a:pt x="2910" y="6039"/>
                  </a:lnTo>
                  <a:cubicBezTo>
                    <a:pt x="2910" y="5848"/>
                    <a:pt x="2824" y="5657"/>
                    <a:pt x="2680" y="5532"/>
                  </a:cubicBezTo>
                  <a:cubicBezTo>
                    <a:pt x="1790" y="4805"/>
                    <a:pt x="2307" y="3360"/>
                    <a:pt x="3455" y="3350"/>
                  </a:cubicBezTo>
                  <a:cubicBezTo>
                    <a:pt x="4604" y="3350"/>
                    <a:pt x="5140" y="4786"/>
                    <a:pt x="4259" y="5523"/>
                  </a:cubicBezTo>
                  <a:cubicBezTo>
                    <a:pt x="4106" y="5647"/>
                    <a:pt x="4020" y="5839"/>
                    <a:pt x="4020" y="6030"/>
                  </a:cubicBezTo>
                  <a:lnTo>
                    <a:pt x="4020" y="6489"/>
                  </a:lnTo>
                  <a:cubicBezTo>
                    <a:pt x="4020" y="6729"/>
                    <a:pt x="4221" y="6930"/>
                    <a:pt x="4470" y="6930"/>
                  </a:cubicBezTo>
                  <a:lnTo>
                    <a:pt x="6929" y="6930"/>
                  </a:lnTo>
                  <a:lnTo>
                    <a:pt x="6929" y="4470"/>
                  </a:lnTo>
                  <a:cubicBezTo>
                    <a:pt x="6929" y="4221"/>
                    <a:pt x="7130" y="4030"/>
                    <a:pt x="7379" y="4030"/>
                  </a:cubicBezTo>
                  <a:lnTo>
                    <a:pt x="7838" y="4030"/>
                  </a:lnTo>
                  <a:cubicBezTo>
                    <a:pt x="7848" y="4029"/>
                    <a:pt x="7858" y="4029"/>
                    <a:pt x="7867" y="4029"/>
                  </a:cubicBezTo>
                  <a:cubicBezTo>
                    <a:pt x="8048" y="4029"/>
                    <a:pt x="8218" y="4114"/>
                    <a:pt x="8336" y="4259"/>
                  </a:cubicBezTo>
                  <a:cubicBezTo>
                    <a:pt x="8594" y="4564"/>
                    <a:pt x="8935" y="4700"/>
                    <a:pt x="9270" y="4700"/>
                  </a:cubicBezTo>
                  <a:cubicBezTo>
                    <a:pt x="9903" y="4700"/>
                    <a:pt x="10515" y="4213"/>
                    <a:pt x="10509" y="3456"/>
                  </a:cubicBezTo>
                  <a:cubicBezTo>
                    <a:pt x="10509" y="2711"/>
                    <a:pt x="9902" y="2236"/>
                    <a:pt x="9277" y="2236"/>
                  </a:cubicBezTo>
                  <a:cubicBezTo>
                    <a:pt x="8937" y="2236"/>
                    <a:pt x="8592" y="2377"/>
                    <a:pt x="8336" y="2690"/>
                  </a:cubicBezTo>
                  <a:cubicBezTo>
                    <a:pt x="8202" y="2833"/>
                    <a:pt x="8020" y="2910"/>
                    <a:pt x="7829" y="2910"/>
                  </a:cubicBezTo>
                  <a:lnTo>
                    <a:pt x="7379" y="2910"/>
                  </a:lnTo>
                  <a:cubicBezTo>
                    <a:pt x="7130" y="2910"/>
                    <a:pt x="6929" y="2709"/>
                    <a:pt x="6929" y="2460"/>
                  </a:cubicBezTo>
                  <a:lnTo>
                    <a:pt x="6929" y="221"/>
                  </a:lnTo>
                  <a:cubicBezTo>
                    <a:pt x="6929" y="106"/>
                    <a:pt x="6834" y="1"/>
                    <a:pt x="67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8"/>
            <p:cNvSpPr/>
            <p:nvPr/>
          </p:nvSpPr>
          <p:spPr>
            <a:xfrm>
              <a:off x="1932097" y="1970906"/>
              <a:ext cx="182218" cy="275966"/>
            </a:xfrm>
            <a:custGeom>
              <a:avLst/>
              <a:gdLst/>
              <a:ahLst/>
              <a:cxnLst/>
              <a:rect l="l" t="t" r="r" b="b"/>
              <a:pathLst>
                <a:path w="6939" h="10509" extrusionOk="0">
                  <a:moveTo>
                    <a:pt x="230" y="1"/>
                  </a:moveTo>
                  <a:cubicBezTo>
                    <a:pt x="106" y="1"/>
                    <a:pt x="0" y="96"/>
                    <a:pt x="0" y="221"/>
                  </a:cubicBezTo>
                  <a:lnTo>
                    <a:pt x="0" y="2460"/>
                  </a:lnTo>
                  <a:cubicBezTo>
                    <a:pt x="0" y="2709"/>
                    <a:pt x="201" y="2910"/>
                    <a:pt x="450" y="2910"/>
                  </a:cubicBezTo>
                  <a:lnTo>
                    <a:pt x="900" y="2910"/>
                  </a:lnTo>
                  <a:cubicBezTo>
                    <a:pt x="1091" y="2910"/>
                    <a:pt x="1273" y="2833"/>
                    <a:pt x="1407" y="2690"/>
                  </a:cubicBezTo>
                  <a:cubicBezTo>
                    <a:pt x="1663" y="2377"/>
                    <a:pt x="2008" y="2236"/>
                    <a:pt x="2348" y="2236"/>
                  </a:cubicBezTo>
                  <a:cubicBezTo>
                    <a:pt x="2973" y="2236"/>
                    <a:pt x="3580" y="2711"/>
                    <a:pt x="3580" y="3456"/>
                  </a:cubicBezTo>
                  <a:cubicBezTo>
                    <a:pt x="3586" y="4213"/>
                    <a:pt x="2974" y="4700"/>
                    <a:pt x="2341" y="4700"/>
                  </a:cubicBezTo>
                  <a:cubicBezTo>
                    <a:pt x="2006" y="4700"/>
                    <a:pt x="1665" y="4564"/>
                    <a:pt x="1407" y="4259"/>
                  </a:cubicBezTo>
                  <a:cubicBezTo>
                    <a:pt x="1289" y="4114"/>
                    <a:pt x="1119" y="4029"/>
                    <a:pt x="938" y="4029"/>
                  </a:cubicBezTo>
                  <a:cubicBezTo>
                    <a:pt x="929" y="4029"/>
                    <a:pt x="919" y="4029"/>
                    <a:pt x="909" y="4030"/>
                  </a:cubicBezTo>
                  <a:lnTo>
                    <a:pt x="450" y="4030"/>
                  </a:lnTo>
                  <a:cubicBezTo>
                    <a:pt x="201" y="4030"/>
                    <a:pt x="0" y="4221"/>
                    <a:pt x="0" y="4470"/>
                  </a:cubicBezTo>
                  <a:lnTo>
                    <a:pt x="0" y="6930"/>
                  </a:lnTo>
                  <a:lnTo>
                    <a:pt x="2469" y="6930"/>
                  </a:lnTo>
                  <a:cubicBezTo>
                    <a:pt x="2718" y="6930"/>
                    <a:pt x="2919" y="7130"/>
                    <a:pt x="2919" y="7379"/>
                  </a:cubicBezTo>
                  <a:lnTo>
                    <a:pt x="2919" y="7839"/>
                  </a:lnTo>
                  <a:cubicBezTo>
                    <a:pt x="2919" y="8030"/>
                    <a:pt x="2833" y="8212"/>
                    <a:pt x="2680" y="8346"/>
                  </a:cubicBezTo>
                  <a:cubicBezTo>
                    <a:pt x="1802" y="9080"/>
                    <a:pt x="2322" y="10509"/>
                    <a:pt x="3472" y="10509"/>
                  </a:cubicBezTo>
                  <a:cubicBezTo>
                    <a:pt x="3476" y="10509"/>
                    <a:pt x="3480" y="10509"/>
                    <a:pt x="3484" y="10509"/>
                  </a:cubicBezTo>
                  <a:cubicBezTo>
                    <a:pt x="4632" y="10509"/>
                    <a:pt x="5140" y="9064"/>
                    <a:pt x="4259" y="8336"/>
                  </a:cubicBezTo>
                  <a:cubicBezTo>
                    <a:pt x="4106" y="8202"/>
                    <a:pt x="4029" y="8021"/>
                    <a:pt x="4029" y="7829"/>
                  </a:cubicBezTo>
                  <a:lnTo>
                    <a:pt x="4029" y="7379"/>
                  </a:lnTo>
                  <a:cubicBezTo>
                    <a:pt x="4029" y="7130"/>
                    <a:pt x="4230" y="6930"/>
                    <a:pt x="4479" y="6930"/>
                  </a:cubicBezTo>
                  <a:lnTo>
                    <a:pt x="6709" y="6930"/>
                  </a:lnTo>
                  <a:cubicBezTo>
                    <a:pt x="6833" y="6930"/>
                    <a:pt x="6939" y="6834"/>
                    <a:pt x="6939" y="6709"/>
                  </a:cubicBezTo>
                  <a:lnTo>
                    <a:pt x="6939" y="891"/>
                  </a:lnTo>
                  <a:cubicBezTo>
                    <a:pt x="6939" y="403"/>
                    <a:pt x="6537" y="1"/>
                    <a:pt x="60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8"/>
            <p:cNvSpPr/>
            <p:nvPr/>
          </p:nvSpPr>
          <p:spPr>
            <a:xfrm>
              <a:off x="1838086" y="2152862"/>
              <a:ext cx="276229" cy="182218"/>
            </a:xfrm>
            <a:custGeom>
              <a:avLst/>
              <a:gdLst/>
              <a:ahLst/>
              <a:cxnLst/>
              <a:rect l="l" t="t" r="r" b="b"/>
              <a:pathLst>
                <a:path w="10519" h="6939" extrusionOk="0">
                  <a:moveTo>
                    <a:pt x="3580" y="1"/>
                  </a:moveTo>
                  <a:lnTo>
                    <a:pt x="3580" y="2460"/>
                  </a:lnTo>
                  <a:cubicBezTo>
                    <a:pt x="3580" y="2709"/>
                    <a:pt x="3379" y="2910"/>
                    <a:pt x="3140" y="2910"/>
                  </a:cubicBezTo>
                  <a:lnTo>
                    <a:pt x="2681" y="2910"/>
                  </a:lnTo>
                  <a:cubicBezTo>
                    <a:pt x="2489" y="2910"/>
                    <a:pt x="2298" y="2824"/>
                    <a:pt x="2173" y="2680"/>
                  </a:cubicBezTo>
                  <a:cubicBezTo>
                    <a:pt x="1918" y="2375"/>
                    <a:pt x="1579" y="2239"/>
                    <a:pt x="1245" y="2239"/>
                  </a:cubicBezTo>
                  <a:cubicBezTo>
                    <a:pt x="614" y="2239"/>
                    <a:pt x="1" y="2724"/>
                    <a:pt x="1" y="3475"/>
                  </a:cubicBezTo>
                  <a:cubicBezTo>
                    <a:pt x="7" y="4221"/>
                    <a:pt x="620" y="4700"/>
                    <a:pt x="1248" y="4700"/>
                  </a:cubicBezTo>
                  <a:cubicBezTo>
                    <a:pt x="1586" y="4700"/>
                    <a:pt x="1928" y="4561"/>
                    <a:pt x="2183" y="4250"/>
                  </a:cubicBezTo>
                  <a:cubicBezTo>
                    <a:pt x="2301" y="4113"/>
                    <a:pt x="2480" y="4029"/>
                    <a:pt x="2661" y="4029"/>
                  </a:cubicBezTo>
                  <a:cubicBezTo>
                    <a:pt x="2671" y="4029"/>
                    <a:pt x="2681" y="4029"/>
                    <a:pt x="2690" y="4030"/>
                  </a:cubicBezTo>
                  <a:lnTo>
                    <a:pt x="3140" y="4030"/>
                  </a:lnTo>
                  <a:cubicBezTo>
                    <a:pt x="3379" y="4030"/>
                    <a:pt x="3580" y="4231"/>
                    <a:pt x="3580" y="4479"/>
                  </a:cubicBezTo>
                  <a:lnTo>
                    <a:pt x="3580" y="6709"/>
                  </a:lnTo>
                  <a:cubicBezTo>
                    <a:pt x="3580" y="6834"/>
                    <a:pt x="3686" y="6939"/>
                    <a:pt x="3800" y="6939"/>
                  </a:cubicBezTo>
                  <a:lnTo>
                    <a:pt x="9619" y="6939"/>
                  </a:lnTo>
                  <a:cubicBezTo>
                    <a:pt x="10117" y="6939"/>
                    <a:pt x="10519" y="6537"/>
                    <a:pt x="10519" y="6039"/>
                  </a:cubicBezTo>
                  <a:lnTo>
                    <a:pt x="10519" y="230"/>
                  </a:lnTo>
                  <a:cubicBezTo>
                    <a:pt x="10519" y="106"/>
                    <a:pt x="10413" y="1"/>
                    <a:pt x="10289" y="1"/>
                  </a:cubicBezTo>
                  <a:lnTo>
                    <a:pt x="8059" y="1"/>
                  </a:lnTo>
                  <a:cubicBezTo>
                    <a:pt x="7810" y="1"/>
                    <a:pt x="7609" y="201"/>
                    <a:pt x="7609" y="450"/>
                  </a:cubicBezTo>
                  <a:lnTo>
                    <a:pt x="7609" y="900"/>
                  </a:lnTo>
                  <a:cubicBezTo>
                    <a:pt x="7600" y="1092"/>
                    <a:pt x="7686" y="1273"/>
                    <a:pt x="7829" y="1407"/>
                  </a:cubicBezTo>
                  <a:cubicBezTo>
                    <a:pt x="8720" y="2135"/>
                    <a:pt x="8203" y="3580"/>
                    <a:pt x="7054" y="3580"/>
                  </a:cubicBezTo>
                  <a:cubicBezTo>
                    <a:pt x="7050" y="3580"/>
                    <a:pt x="7047" y="3580"/>
                    <a:pt x="7043" y="3580"/>
                  </a:cubicBezTo>
                  <a:cubicBezTo>
                    <a:pt x="5902" y="3580"/>
                    <a:pt x="5382" y="2151"/>
                    <a:pt x="6260" y="1417"/>
                  </a:cubicBezTo>
                  <a:cubicBezTo>
                    <a:pt x="6404" y="1283"/>
                    <a:pt x="6490" y="1101"/>
                    <a:pt x="6490" y="910"/>
                  </a:cubicBezTo>
                  <a:lnTo>
                    <a:pt x="6490" y="450"/>
                  </a:lnTo>
                  <a:cubicBezTo>
                    <a:pt x="6490" y="201"/>
                    <a:pt x="6289" y="1"/>
                    <a:pt x="6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8"/>
            <p:cNvSpPr/>
            <p:nvPr/>
          </p:nvSpPr>
          <p:spPr>
            <a:xfrm>
              <a:off x="1749879" y="2058877"/>
              <a:ext cx="182244" cy="276203"/>
            </a:xfrm>
            <a:custGeom>
              <a:avLst/>
              <a:gdLst/>
              <a:ahLst/>
              <a:cxnLst/>
              <a:rect l="l" t="t" r="r" b="b"/>
              <a:pathLst>
                <a:path w="6940" h="10518" extrusionOk="0">
                  <a:moveTo>
                    <a:pt x="3465" y="0"/>
                  </a:moveTo>
                  <a:cubicBezTo>
                    <a:pt x="2317" y="10"/>
                    <a:pt x="1810" y="1455"/>
                    <a:pt x="2700" y="2182"/>
                  </a:cubicBezTo>
                  <a:cubicBezTo>
                    <a:pt x="2843" y="2307"/>
                    <a:pt x="2920" y="2498"/>
                    <a:pt x="2920" y="2689"/>
                  </a:cubicBezTo>
                  <a:lnTo>
                    <a:pt x="2920" y="3139"/>
                  </a:lnTo>
                  <a:cubicBezTo>
                    <a:pt x="2920" y="3379"/>
                    <a:pt x="2719" y="3580"/>
                    <a:pt x="2470" y="3580"/>
                  </a:cubicBezTo>
                  <a:lnTo>
                    <a:pt x="231" y="3580"/>
                  </a:lnTo>
                  <a:cubicBezTo>
                    <a:pt x="106" y="3580"/>
                    <a:pt x="1" y="3685"/>
                    <a:pt x="1" y="3809"/>
                  </a:cubicBezTo>
                  <a:lnTo>
                    <a:pt x="1" y="9618"/>
                  </a:lnTo>
                  <a:cubicBezTo>
                    <a:pt x="1" y="10116"/>
                    <a:pt x="403" y="10518"/>
                    <a:pt x="900" y="10518"/>
                  </a:cubicBezTo>
                  <a:lnTo>
                    <a:pt x="6710" y="10518"/>
                  </a:lnTo>
                  <a:cubicBezTo>
                    <a:pt x="6834" y="10518"/>
                    <a:pt x="6939" y="10413"/>
                    <a:pt x="6939" y="10288"/>
                  </a:cubicBezTo>
                  <a:lnTo>
                    <a:pt x="6939" y="8058"/>
                  </a:lnTo>
                  <a:cubicBezTo>
                    <a:pt x="6939" y="7810"/>
                    <a:pt x="6738" y="7609"/>
                    <a:pt x="6489" y="7609"/>
                  </a:cubicBezTo>
                  <a:lnTo>
                    <a:pt x="6040" y="7609"/>
                  </a:lnTo>
                  <a:cubicBezTo>
                    <a:pt x="6030" y="7608"/>
                    <a:pt x="6020" y="7608"/>
                    <a:pt x="6011" y="7608"/>
                  </a:cubicBezTo>
                  <a:cubicBezTo>
                    <a:pt x="5830" y="7608"/>
                    <a:pt x="5660" y="7692"/>
                    <a:pt x="5542" y="7829"/>
                  </a:cubicBezTo>
                  <a:cubicBezTo>
                    <a:pt x="5284" y="8140"/>
                    <a:pt x="4939" y="8279"/>
                    <a:pt x="4600" y="8279"/>
                  </a:cubicBezTo>
                  <a:cubicBezTo>
                    <a:pt x="3970" y="8279"/>
                    <a:pt x="3360" y="7800"/>
                    <a:pt x="3360" y="7054"/>
                  </a:cubicBezTo>
                  <a:cubicBezTo>
                    <a:pt x="3354" y="6303"/>
                    <a:pt x="3965" y="5818"/>
                    <a:pt x="4597" y="5818"/>
                  </a:cubicBezTo>
                  <a:cubicBezTo>
                    <a:pt x="4933" y="5818"/>
                    <a:pt x="5274" y="5954"/>
                    <a:pt x="5532" y="6259"/>
                  </a:cubicBezTo>
                  <a:cubicBezTo>
                    <a:pt x="5657" y="6403"/>
                    <a:pt x="5839" y="6489"/>
                    <a:pt x="6040" y="6489"/>
                  </a:cubicBezTo>
                  <a:lnTo>
                    <a:pt x="6499" y="6489"/>
                  </a:lnTo>
                  <a:cubicBezTo>
                    <a:pt x="6738" y="6489"/>
                    <a:pt x="6939" y="6288"/>
                    <a:pt x="6939" y="6039"/>
                  </a:cubicBezTo>
                  <a:lnTo>
                    <a:pt x="6939" y="3580"/>
                  </a:lnTo>
                  <a:lnTo>
                    <a:pt x="4480" y="3580"/>
                  </a:lnTo>
                  <a:cubicBezTo>
                    <a:pt x="4231" y="3580"/>
                    <a:pt x="4030" y="3379"/>
                    <a:pt x="4030" y="3139"/>
                  </a:cubicBezTo>
                  <a:lnTo>
                    <a:pt x="4030" y="2680"/>
                  </a:lnTo>
                  <a:cubicBezTo>
                    <a:pt x="4030" y="2489"/>
                    <a:pt x="4116" y="2297"/>
                    <a:pt x="4269" y="2173"/>
                  </a:cubicBezTo>
                  <a:cubicBezTo>
                    <a:pt x="5150" y="1436"/>
                    <a:pt x="4623" y="0"/>
                    <a:pt x="346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8"/>
            <p:cNvSpPr/>
            <p:nvPr/>
          </p:nvSpPr>
          <p:spPr>
            <a:xfrm>
              <a:off x="1750141" y="2152862"/>
              <a:ext cx="41228" cy="182218"/>
            </a:xfrm>
            <a:custGeom>
              <a:avLst/>
              <a:gdLst/>
              <a:ahLst/>
              <a:cxnLst/>
              <a:rect l="l" t="t" r="r" b="b"/>
              <a:pathLst>
                <a:path w="1570" h="6939" extrusionOk="0">
                  <a:moveTo>
                    <a:pt x="221" y="1"/>
                  </a:moveTo>
                  <a:cubicBezTo>
                    <a:pt x="96" y="1"/>
                    <a:pt x="0" y="106"/>
                    <a:pt x="0" y="230"/>
                  </a:cubicBezTo>
                  <a:lnTo>
                    <a:pt x="0" y="6039"/>
                  </a:lnTo>
                  <a:cubicBezTo>
                    <a:pt x="0" y="6537"/>
                    <a:pt x="402" y="6939"/>
                    <a:pt x="900" y="6939"/>
                  </a:cubicBezTo>
                  <a:lnTo>
                    <a:pt x="1570" y="6939"/>
                  </a:lnTo>
                  <a:cubicBezTo>
                    <a:pt x="1072" y="6939"/>
                    <a:pt x="670" y="6537"/>
                    <a:pt x="670" y="6039"/>
                  </a:cubicBezTo>
                  <a:lnTo>
                    <a:pt x="670" y="230"/>
                  </a:lnTo>
                  <a:cubicBezTo>
                    <a:pt x="670" y="106"/>
                    <a:pt x="776" y="1"/>
                    <a:pt x="90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8"/>
            <p:cNvSpPr/>
            <p:nvPr/>
          </p:nvSpPr>
          <p:spPr>
            <a:xfrm>
              <a:off x="1796832" y="2059035"/>
              <a:ext cx="50340" cy="93853"/>
            </a:xfrm>
            <a:custGeom>
              <a:avLst/>
              <a:gdLst/>
              <a:ahLst/>
              <a:cxnLst/>
              <a:rect l="l" t="t" r="r" b="b"/>
              <a:pathLst>
                <a:path w="1917" h="3574" extrusionOk="0">
                  <a:moveTo>
                    <a:pt x="1675" y="0"/>
                  </a:moveTo>
                  <a:cubicBezTo>
                    <a:pt x="582" y="0"/>
                    <a:pt x="1" y="1426"/>
                    <a:pt x="912" y="2176"/>
                  </a:cubicBezTo>
                  <a:cubicBezTo>
                    <a:pt x="1055" y="2301"/>
                    <a:pt x="1132" y="2492"/>
                    <a:pt x="1132" y="2683"/>
                  </a:cubicBezTo>
                  <a:lnTo>
                    <a:pt x="1132" y="3133"/>
                  </a:lnTo>
                  <a:cubicBezTo>
                    <a:pt x="1132" y="3373"/>
                    <a:pt x="931" y="3574"/>
                    <a:pt x="682" y="3574"/>
                  </a:cubicBezTo>
                  <a:lnTo>
                    <a:pt x="1132" y="3574"/>
                  </a:lnTo>
                  <a:cubicBezTo>
                    <a:pt x="1381" y="3574"/>
                    <a:pt x="1582" y="3373"/>
                    <a:pt x="1582" y="3133"/>
                  </a:cubicBezTo>
                  <a:lnTo>
                    <a:pt x="1582" y="2683"/>
                  </a:lnTo>
                  <a:cubicBezTo>
                    <a:pt x="1582" y="2492"/>
                    <a:pt x="1495" y="2301"/>
                    <a:pt x="1352" y="2176"/>
                  </a:cubicBezTo>
                  <a:cubicBezTo>
                    <a:pt x="548" y="1516"/>
                    <a:pt x="892" y="214"/>
                    <a:pt x="1917" y="23"/>
                  </a:cubicBezTo>
                  <a:cubicBezTo>
                    <a:pt x="1834" y="8"/>
                    <a:pt x="1753" y="0"/>
                    <a:pt x="167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8"/>
            <p:cNvSpPr/>
            <p:nvPr/>
          </p:nvSpPr>
          <p:spPr>
            <a:xfrm>
              <a:off x="1750141" y="1970906"/>
              <a:ext cx="41228" cy="181982"/>
            </a:xfrm>
            <a:custGeom>
              <a:avLst/>
              <a:gdLst/>
              <a:ahLst/>
              <a:cxnLst/>
              <a:rect l="l" t="t" r="r" b="b"/>
              <a:pathLst>
                <a:path w="1570" h="6930" extrusionOk="0">
                  <a:moveTo>
                    <a:pt x="900" y="1"/>
                  </a:moveTo>
                  <a:cubicBezTo>
                    <a:pt x="402" y="1"/>
                    <a:pt x="0" y="403"/>
                    <a:pt x="0" y="900"/>
                  </a:cubicBezTo>
                  <a:lnTo>
                    <a:pt x="0" y="6709"/>
                  </a:lnTo>
                  <a:cubicBezTo>
                    <a:pt x="0" y="6834"/>
                    <a:pt x="96" y="6930"/>
                    <a:pt x="221" y="6930"/>
                  </a:cubicBezTo>
                  <a:lnTo>
                    <a:pt x="900" y="6930"/>
                  </a:lnTo>
                  <a:cubicBezTo>
                    <a:pt x="776" y="6930"/>
                    <a:pt x="670" y="6834"/>
                    <a:pt x="670" y="6709"/>
                  </a:cubicBezTo>
                  <a:lnTo>
                    <a:pt x="670" y="900"/>
                  </a:lnTo>
                  <a:cubicBezTo>
                    <a:pt x="670" y="403"/>
                    <a:pt x="1072" y="1"/>
                    <a:pt x="157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8"/>
            <p:cNvSpPr/>
            <p:nvPr/>
          </p:nvSpPr>
          <p:spPr>
            <a:xfrm>
              <a:off x="1999953" y="2029518"/>
              <a:ext cx="41990" cy="64678"/>
            </a:xfrm>
            <a:custGeom>
              <a:avLst/>
              <a:gdLst/>
              <a:ahLst/>
              <a:cxnLst/>
              <a:rect l="l" t="t" r="r" b="b"/>
              <a:pathLst>
                <a:path w="1599" h="2463" extrusionOk="0">
                  <a:moveTo>
                    <a:pt x="256" y="0"/>
                  </a:moveTo>
                  <a:cubicBezTo>
                    <a:pt x="171" y="0"/>
                    <a:pt x="86" y="9"/>
                    <a:pt x="0" y="27"/>
                  </a:cubicBezTo>
                  <a:cubicBezTo>
                    <a:pt x="574" y="133"/>
                    <a:pt x="1005" y="640"/>
                    <a:pt x="1005" y="1233"/>
                  </a:cubicBezTo>
                  <a:cubicBezTo>
                    <a:pt x="1005" y="1826"/>
                    <a:pt x="594" y="2334"/>
                    <a:pt x="10" y="2449"/>
                  </a:cubicBezTo>
                  <a:lnTo>
                    <a:pt x="0" y="2449"/>
                  </a:lnTo>
                  <a:cubicBezTo>
                    <a:pt x="77" y="2458"/>
                    <a:pt x="153" y="2463"/>
                    <a:pt x="230" y="2463"/>
                  </a:cubicBezTo>
                  <a:cubicBezTo>
                    <a:pt x="307" y="2463"/>
                    <a:pt x="383" y="2458"/>
                    <a:pt x="460" y="2449"/>
                  </a:cubicBezTo>
                  <a:cubicBezTo>
                    <a:pt x="1139" y="2334"/>
                    <a:pt x="1599" y="1683"/>
                    <a:pt x="1465" y="1003"/>
                  </a:cubicBezTo>
                  <a:cubicBezTo>
                    <a:pt x="1356" y="411"/>
                    <a:pt x="832" y="0"/>
                    <a:pt x="2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8"/>
            <p:cNvSpPr/>
            <p:nvPr/>
          </p:nvSpPr>
          <p:spPr>
            <a:xfrm>
              <a:off x="1932097" y="1970906"/>
              <a:ext cx="23634" cy="76443"/>
            </a:xfrm>
            <a:custGeom>
              <a:avLst/>
              <a:gdLst/>
              <a:ahLst/>
              <a:cxnLst/>
              <a:rect l="l" t="t" r="r" b="b"/>
              <a:pathLst>
                <a:path w="900" h="2911" extrusionOk="0">
                  <a:moveTo>
                    <a:pt x="230" y="1"/>
                  </a:moveTo>
                  <a:cubicBezTo>
                    <a:pt x="106" y="1"/>
                    <a:pt x="0" y="96"/>
                    <a:pt x="0" y="221"/>
                  </a:cubicBezTo>
                  <a:lnTo>
                    <a:pt x="0" y="2460"/>
                  </a:lnTo>
                  <a:cubicBezTo>
                    <a:pt x="0" y="2709"/>
                    <a:pt x="201" y="2910"/>
                    <a:pt x="450" y="2910"/>
                  </a:cubicBezTo>
                  <a:lnTo>
                    <a:pt x="900" y="2910"/>
                  </a:lnTo>
                  <a:cubicBezTo>
                    <a:pt x="651" y="2910"/>
                    <a:pt x="450" y="2709"/>
                    <a:pt x="450" y="2460"/>
                  </a:cubicBezTo>
                  <a:lnTo>
                    <a:pt x="450" y="221"/>
                  </a:lnTo>
                  <a:cubicBezTo>
                    <a:pt x="450" y="96"/>
                    <a:pt x="546" y="1"/>
                    <a:pt x="67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8"/>
            <p:cNvSpPr/>
            <p:nvPr/>
          </p:nvSpPr>
          <p:spPr>
            <a:xfrm>
              <a:off x="1932097" y="2076708"/>
              <a:ext cx="23634" cy="76180"/>
            </a:xfrm>
            <a:custGeom>
              <a:avLst/>
              <a:gdLst/>
              <a:ahLst/>
              <a:cxnLst/>
              <a:rect l="l" t="t" r="r" b="b"/>
              <a:pathLst>
                <a:path w="900" h="2901" extrusionOk="0">
                  <a:moveTo>
                    <a:pt x="450" y="1"/>
                  </a:moveTo>
                  <a:cubicBezTo>
                    <a:pt x="201" y="1"/>
                    <a:pt x="0" y="202"/>
                    <a:pt x="0" y="441"/>
                  </a:cubicBezTo>
                  <a:lnTo>
                    <a:pt x="0" y="2901"/>
                  </a:lnTo>
                  <a:lnTo>
                    <a:pt x="450" y="2901"/>
                  </a:lnTo>
                  <a:lnTo>
                    <a:pt x="450" y="441"/>
                  </a:lnTo>
                  <a:cubicBezTo>
                    <a:pt x="450" y="192"/>
                    <a:pt x="651" y="1"/>
                    <a:pt x="9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8"/>
            <p:cNvSpPr/>
            <p:nvPr/>
          </p:nvSpPr>
          <p:spPr>
            <a:xfrm>
              <a:off x="1981860" y="2152862"/>
              <a:ext cx="47268" cy="94011"/>
            </a:xfrm>
            <a:custGeom>
              <a:avLst/>
              <a:gdLst/>
              <a:ahLst/>
              <a:cxnLst/>
              <a:rect l="l" t="t" r="r" b="b"/>
              <a:pathLst>
                <a:path w="1800" h="3580" extrusionOk="0">
                  <a:moveTo>
                    <a:pt x="565" y="1"/>
                  </a:moveTo>
                  <a:cubicBezTo>
                    <a:pt x="814" y="1"/>
                    <a:pt x="1015" y="201"/>
                    <a:pt x="1015" y="450"/>
                  </a:cubicBezTo>
                  <a:lnTo>
                    <a:pt x="1015" y="910"/>
                  </a:lnTo>
                  <a:cubicBezTo>
                    <a:pt x="1015" y="1101"/>
                    <a:pt x="929" y="1283"/>
                    <a:pt x="785" y="1417"/>
                  </a:cubicBezTo>
                  <a:cubicBezTo>
                    <a:pt x="0" y="2068"/>
                    <a:pt x="316" y="3331"/>
                    <a:pt x="1311" y="3551"/>
                  </a:cubicBezTo>
                  <a:cubicBezTo>
                    <a:pt x="1393" y="3570"/>
                    <a:pt x="1474" y="3580"/>
                    <a:pt x="1555" y="3580"/>
                  </a:cubicBezTo>
                  <a:cubicBezTo>
                    <a:pt x="1637" y="3580"/>
                    <a:pt x="1718" y="3570"/>
                    <a:pt x="1799" y="3551"/>
                  </a:cubicBezTo>
                  <a:lnTo>
                    <a:pt x="1761" y="3551"/>
                  </a:lnTo>
                  <a:cubicBezTo>
                    <a:pt x="766" y="3331"/>
                    <a:pt x="450" y="2068"/>
                    <a:pt x="1235" y="1417"/>
                  </a:cubicBezTo>
                  <a:cubicBezTo>
                    <a:pt x="1378" y="1283"/>
                    <a:pt x="1464" y="1101"/>
                    <a:pt x="1464" y="910"/>
                  </a:cubicBezTo>
                  <a:lnTo>
                    <a:pt x="1464" y="450"/>
                  </a:lnTo>
                  <a:cubicBezTo>
                    <a:pt x="1464" y="201"/>
                    <a:pt x="1263" y="1"/>
                    <a:pt x="101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8"/>
            <p:cNvSpPr/>
            <p:nvPr/>
          </p:nvSpPr>
          <p:spPr>
            <a:xfrm>
              <a:off x="1920542" y="2152862"/>
              <a:ext cx="23398" cy="76417"/>
            </a:xfrm>
            <a:custGeom>
              <a:avLst/>
              <a:gdLst/>
              <a:ahLst/>
              <a:cxnLst/>
              <a:rect l="l" t="t" r="r" b="b"/>
              <a:pathLst>
                <a:path w="891" h="2910" extrusionOk="0">
                  <a:moveTo>
                    <a:pt x="440" y="1"/>
                  </a:moveTo>
                  <a:lnTo>
                    <a:pt x="440" y="2460"/>
                  </a:lnTo>
                  <a:cubicBezTo>
                    <a:pt x="440" y="2709"/>
                    <a:pt x="239" y="2910"/>
                    <a:pt x="0" y="2910"/>
                  </a:cubicBezTo>
                  <a:lnTo>
                    <a:pt x="440" y="2910"/>
                  </a:lnTo>
                  <a:cubicBezTo>
                    <a:pt x="689" y="2910"/>
                    <a:pt x="890" y="2709"/>
                    <a:pt x="890" y="2460"/>
                  </a:cubicBezTo>
                  <a:lnTo>
                    <a:pt x="8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8"/>
            <p:cNvSpPr/>
            <p:nvPr/>
          </p:nvSpPr>
          <p:spPr>
            <a:xfrm>
              <a:off x="1834068" y="2211605"/>
              <a:ext cx="42252" cy="64888"/>
            </a:xfrm>
            <a:custGeom>
              <a:avLst/>
              <a:gdLst/>
              <a:ahLst/>
              <a:cxnLst/>
              <a:rect l="l" t="t" r="r" b="b"/>
              <a:pathLst>
                <a:path w="1609" h="2471" extrusionOk="0">
                  <a:moveTo>
                    <a:pt x="1371" y="1"/>
                  </a:moveTo>
                  <a:cubicBezTo>
                    <a:pt x="1295" y="1"/>
                    <a:pt x="1221" y="8"/>
                    <a:pt x="1149" y="22"/>
                  </a:cubicBezTo>
                  <a:cubicBezTo>
                    <a:pt x="460" y="137"/>
                    <a:pt x="1" y="788"/>
                    <a:pt x="135" y="1467"/>
                  </a:cubicBezTo>
                  <a:cubicBezTo>
                    <a:pt x="243" y="2060"/>
                    <a:pt x="767" y="2471"/>
                    <a:pt x="1350" y="2471"/>
                  </a:cubicBezTo>
                  <a:cubicBezTo>
                    <a:pt x="1435" y="2471"/>
                    <a:pt x="1522" y="2462"/>
                    <a:pt x="1609" y="2443"/>
                  </a:cubicBezTo>
                  <a:cubicBezTo>
                    <a:pt x="929" y="2309"/>
                    <a:pt x="489" y="1649"/>
                    <a:pt x="633" y="970"/>
                  </a:cubicBezTo>
                  <a:cubicBezTo>
                    <a:pt x="738" y="491"/>
                    <a:pt x="1121" y="118"/>
                    <a:pt x="1599" y="22"/>
                  </a:cubicBezTo>
                  <a:cubicBezTo>
                    <a:pt x="1523" y="8"/>
                    <a:pt x="1446" y="1"/>
                    <a:pt x="13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8"/>
            <p:cNvSpPr/>
            <p:nvPr/>
          </p:nvSpPr>
          <p:spPr>
            <a:xfrm>
              <a:off x="1920542" y="2258663"/>
              <a:ext cx="29175" cy="76417"/>
            </a:xfrm>
            <a:custGeom>
              <a:avLst/>
              <a:gdLst/>
              <a:ahLst/>
              <a:cxnLst/>
              <a:rect l="l" t="t" r="r" b="b"/>
              <a:pathLst>
                <a:path w="1111" h="2910" extrusionOk="0">
                  <a:moveTo>
                    <a:pt x="0" y="1"/>
                  </a:moveTo>
                  <a:cubicBezTo>
                    <a:pt x="239" y="1"/>
                    <a:pt x="440" y="202"/>
                    <a:pt x="440" y="450"/>
                  </a:cubicBezTo>
                  <a:lnTo>
                    <a:pt x="440" y="2680"/>
                  </a:lnTo>
                  <a:cubicBezTo>
                    <a:pt x="440" y="2805"/>
                    <a:pt x="546" y="2910"/>
                    <a:pt x="670" y="2910"/>
                  </a:cubicBezTo>
                  <a:lnTo>
                    <a:pt x="1110" y="2910"/>
                  </a:lnTo>
                  <a:cubicBezTo>
                    <a:pt x="986" y="2910"/>
                    <a:pt x="890" y="2805"/>
                    <a:pt x="890" y="2680"/>
                  </a:cubicBezTo>
                  <a:lnTo>
                    <a:pt x="890" y="450"/>
                  </a:lnTo>
                  <a:cubicBezTo>
                    <a:pt x="890" y="202"/>
                    <a:pt x="689" y="1"/>
                    <a:pt x="4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5" name="Google Shape;995;p48"/>
          <p:cNvGrpSpPr/>
          <p:nvPr/>
        </p:nvGrpSpPr>
        <p:grpSpPr>
          <a:xfrm>
            <a:off x="4018069" y="1468920"/>
            <a:ext cx="499702" cy="497617"/>
            <a:chOff x="3545301" y="2423523"/>
            <a:chExt cx="358134" cy="356638"/>
          </a:xfrm>
        </p:grpSpPr>
        <p:sp>
          <p:nvSpPr>
            <p:cNvPr id="996" name="Google Shape;996;p48"/>
            <p:cNvSpPr/>
            <p:nvPr/>
          </p:nvSpPr>
          <p:spPr>
            <a:xfrm>
              <a:off x="3545301" y="2633630"/>
              <a:ext cx="64600" cy="146531"/>
            </a:xfrm>
            <a:custGeom>
              <a:avLst/>
              <a:gdLst/>
              <a:ahLst/>
              <a:cxnLst/>
              <a:rect l="l" t="t" r="r" b="b"/>
              <a:pathLst>
                <a:path w="2460" h="5580" extrusionOk="0">
                  <a:moveTo>
                    <a:pt x="354" y="0"/>
                  </a:moveTo>
                  <a:cubicBezTo>
                    <a:pt x="153" y="0"/>
                    <a:pt x="0" y="154"/>
                    <a:pt x="0" y="345"/>
                  </a:cubicBezTo>
                  <a:lnTo>
                    <a:pt x="0" y="5580"/>
                  </a:lnTo>
                  <a:lnTo>
                    <a:pt x="2460" y="5580"/>
                  </a:lnTo>
                  <a:lnTo>
                    <a:pt x="2460" y="345"/>
                  </a:lnTo>
                  <a:cubicBezTo>
                    <a:pt x="2460" y="154"/>
                    <a:pt x="2306" y="0"/>
                    <a:pt x="21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8"/>
            <p:cNvSpPr/>
            <p:nvPr/>
          </p:nvSpPr>
          <p:spPr>
            <a:xfrm>
              <a:off x="3545301" y="2633630"/>
              <a:ext cx="30934" cy="146531"/>
            </a:xfrm>
            <a:custGeom>
              <a:avLst/>
              <a:gdLst/>
              <a:ahLst/>
              <a:cxnLst/>
              <a:rect l="l" t="t" r="r" b="b"/>
              <a:pathLst>
                <a:path w="1178" h="5580" extrusionOk="0">
                  <a:moveTo>
                    <a:pt x="354" y="0"/>
                  </a:moveTo>
                  <a:cubicBezTo>
                    <a:pt x="153" y="0"/>
                    <a:pt x="0" y="154"/>
                    <a:pt x="0" y="345"/>
                  </a:cubicBezTo>
                  <a:lnTo>
                    <a:pt x="0" y="5580"/>
                  </a:lnTo>
                  <a:lnTo>
                    <a:pt x="833" y="5580"/>
                  </a:lnTo>
                  <a:lnTo>
                    <a:pt x="833" y="345"/>
                  </a:lnTo>
                  <a:cubicBezTo>
                    <a:pt x="833" y="154"/>
                    <a:pt x="986" y="0"/>
                    <a:pt x="1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8"/>
            <p:cNvSpPr/>
            <p:nvPr/>
          </p:nvSpPr>
          <p:spPr>
            <a:xfrm>
              <a:off x="3643041" y="2597181"/>
              <a:ext cx="64888" cy="182980"/>
            </a:xfrm>
            <a:custGeom>
              <a:avLst/>
              <a:gdLst/>
              <a:ahLst/>
              <a:cxnLst/>
              <a:rect l="l" t="t" r="r" b="b"/>
              <a:pathLst>
                <a:path w="2471" h="6968" extrusionOk="0">
                  <a:moveTo>
                    <a:pt x="355" y="1"/>
                  </a:moveTo>
                  <a:cubicBezTo>
                    <a:pt x="164" y="10"/>
                    <a:pt x="1" y="163"/>
                    <a:pt x="1" y="355"/>
                  </a:cubicBezTo>
                  <a:lnTo>
                    <a:pt x="1" y="6968"/>
                  </a:lnTo>
                  <a:lnTo>
                    <a:pt x="2470" y="6968"/>
                  </a:lnTo>
                  <a:lnTo>
                    <a:pt x="2470" y="355"/>
                  </a:lnTo>
                  <a:cubicBezTo>
                    <a:pt x="2460" y="163"/>
                    <a:pt x="2307" y="10"/>
                    <a:pt x="21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8"/>
            <p:cNvSpPr/>
            <p:nvPr/>
          </p:nvSpPr>
          <p:spPr>
            <a:xfrm>
              <a:off x="3643041" y="2597181"/>
              <a:ext cx="30961" cy="182980"/>
            </a:xfrm>
            <a:custGeom>
              <a:avLst/>
              <a:gdLst/>
              <a:ahLst/>
              <a:cxnLst/>
              <a:rect l="l" t="t" r="r" b="b"/>
              <a:pathLst>
                <a:path w="1179" h="6968" extrusionOk="0">
                  <a:moveTo>
                    <a:pt x="355" y="1"/>
                  </a:moveTo>
                  <a:cubicBezTo>
                    <a:pt x="154" y="10"/>
                    <a:pt x="1" y="163"/>
                    <a:pt x="1" y="355"/>
                  </a:cubicBezTo>
                  <a:lnTo>
                    <a:pt x="1" y="6968"/>
                  </a:lnTo>
                  <a:lnTo>
                    <a:pt x="824" y="6968"/>
                  </a:lnTo>
                  <a:lnTo>
                    <a:pt x="824" y="355"/>
                  </a:lnTo>
                  <a:cubicBezTo>
                    <a:pt x="824" y="163"/>
                    <a:pt x="977" y="10"/>
                    <a:pt x="11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8"/>
            <p:cNvSpPr/>
            <p:nvPr/>
          </p:nvSpPr>
          <p:spPr>
            <a:xfrm>
              <a:off x="3740807" y="2560994"/>
              <a:ext cx="65125" cy="219166"/>
            </a:xfrm>
            <a:custGeom>
              <a:avLst/>
              <a:gdLst/>
              <a:ahLst/>
              <a:cxnLst/>
              <a:rect l="l" t="t" r="r" b="b"/>
              <a:pathLst>
                <a:path w="2480" h="8346" extrusionOk="0">
                  <a:moveTo>
                    <a:pt x="355" y="1"/>
                  </a:moveTo>
                  <a:cubicBezTo>
                    <a:pt x="163" y="1"/>
                    <a:pt x="10" y="163"/>
                    <a:pt x="1" y="355"/>
                  </a:cubicBezTo>
                  <a:lnTo>
                    <a:pt x="1" y="8346"/>
                  </a:lnTo>
                  <a:lnTo>
                    <a:pt x="2479" y="8346"/>
                  </a:lnTo>
                  <a:lnTo>
                    <a:pt x="2479" y="355"/>
                  </a:lnTo>
                  <a:cubicBezTo>
                    <a:pt x="2470" y="154"/>
                    <a:pt x="2307" y="1"/>
                    <a:pt x="21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8"/>
            <p:cNvSpPr/>
            <p:nvPr/>
          </p:nvSpPr>
          <p:spPr>
            <a:xfrm>
              <a:off x="3740807" y="2560994"/>
              <a:ext cx="30934" cy="219166"/>
            </a:xfrm>
            <a:custGeom>
              <a:avLst/>
              <a:gdLst/>
              <a:ahLst/>
              <a:cxnLst/>
              <a:rect l="l" t="t" r="r" b="b"/>
              <a:pathLst>
                <a:path w="1178" h="8346" extrusionOk="0">
                  <a:moveTo>
                    <a:pt x="355" y="1"/>
                  </a:moveTo>
                  <a:cubicBezTo>
                    <a:pt x="163" y="1"/>
                    <a:pt x="10" y="163"/>
                    <a:pt x="1" y="355"/>
                  </a:cubicBezTo>
                  <a:lnTo>
                    <a:pt x="1" y="8346"/>
                  </a:lnTo>
                  <a:lnTo>
                    <a:pt x="824" y="8346"/>
                  </a:lnTo>
                  <a:lnTo>
                    <a:pt x="824" y="355"/>
                  </a:lnTo>
                  <a:cubicBezTo>
                    <a:pt x="833" y="163"/>
                    <a:pt x="986" y="1"/>
                    <a:pt x="117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8"/>
            <p:cNvSpPr/>
            <p:nvPr/>
          </p:nvSpPr>
          <p:spPr>
            <a:xfrm>
              <a:off x="3838573" y="2524808"/>
              <a:ext cx="64862" cy="255352"/>
            </a:xfrm>
            <a:custGeom>
              <a:avLst/>
              <a:gdLst/>
              <a:ahLst/>
              <a:cxnLst/>
              <a:rect l="l" t="t" r="r" b="b"/>
              <a:pathLst>
                <a:path w="2470" h="9724" extrusionOk="0">
                  <a:moveTo>
                    <a:pt x="355" y="0"/>
                  </a:moveTo>
                  <a:cubicBezTo>
                    <a:pt x="163" y="0"/>
                    <a:pt x="10" y="163"/>
                    <a:pt x="1" y="355"/>
                  </a:cubicBezTo>
                  <a:lnTo>
                    <a:pt x="1" y="9724"/>
                  </a:lnTo>
                  <a:lnTo>
                    <a:pt x="2470" y="9724"/>
                  </a:lnTo>
                  <a:lnTo>
                    <a:pt x="2470" y="355"/>
                  </a:lnTo>
                  <a:cubicBezTo>
                    <a:pt x="2470" y="163"/>
                    <a:pt x="2307" y="0"/>
                    <a:pt x="21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8"/>
            <p:cNvSpPr/>
            <p:nvPr/>
          </p:nvSpPr>
          <p:spPr>
            <a:xfrm>
              <a:off x="3838835" y="2524808"/>
              <a:ext cx="30934" cy="255352"/>
            </a:xfrm>
            <a:custGeom>
              <a:avLst/>
              <a:gdLst/>
              <a:ahLst/>
              <a:cxnLst/>
              <a:rect l="l" t="t" r="r" b="b"/>
              <a:pathLst>
                <a:path w="1178" h="9724" extrusionOk="0">
                  <a:moveTo>
                    <a:pt x="354" y="0"/>
                  </a:moveTo>
                  <a:cubicBezTo>
                    <a:pt x="153" y="0"/>
                    <a:pt x="0" y="163"/>
                    <a:pt x="0" y="355"/>
                  </a:cubicBezTo>
                  <a:lnTo>
                    <a:pt x="0" y="9724"/>
                  </a:lnTo>
                  <a:lnTo>
                    <a:pt x="823" y="9724"/>
                  </a:lnTo>
                  <a:lnTo>
                    <a:pt x="823" y="355"/>
                  </a:lnTo>
                  <a:cubicBezTo>
                    <a:pt x="823" y="154"/>
                    <a:pt x="976" y="0"/>
                    <a:pt x="11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8"/>
            <p:cNvSpPr/>
            <p:nvPr/>
          </p:nvSpPr>
          <p:spPr>
            <a:xfrm>
              <a:off x="3560873" y="2423523"/>
              <a:ext cx="332767" cy="134241"/>
            </a:xfrm>
            <a:custGeom>
              <a:avLst/>
              <a:gdLst/>
              <a:ahLst/>
              <a:cxnLst/>
              <a:rect l="l" t="t" r="r" b="b"/>
              <a:pathLst>
                <a:path w="12672" h="5112" extrusionOk="0">
                  <a:moveTo>
                    <a:pt x="10171" y="0"/>
                  </a:moveTo>
                  <a:cubicBezTo>
                    <a:pt x="9996" y="0"/>
                    <a:pt x="9889" y="205"/>
                    <a:pt x="9992" y="355"/>
                  </a:cubicBezTo>
                  <a:lnTo>
                    <a:pt x="10355" y="872"/>
                  </a:lnTo>
                  <a:cubicBezTo>
                    <a:pt x="9140" y="1599"/>
                    <a:pt x="5274" y="3628"/>
                    <a:pt x="0" y="3628"/>
                  </a:cubicBezTo>
                  <a:lnTo>
                    <a:pt x="0" y="5111"/>
                  </a:lnTo>
                  <a:cubicBezTo>
                    <a:pt x="2871" y="5102"/>
                    <a:pt x="5714" y="4547"/>
                    <a:pt x="8374" y="3484"/>
                  </a:cubicBezTo>
                  <a:cubicBezTo>
                    <a:pt x="9351" y="3092"/>
                    <a:pt x="10298" y="2633"/>
                    <a:pt x="11207" y="2087"/>
                  </a:cubicBezTo>
                  <a:lnTo>
                    <a:pt x="11523" y="2546"/>
                  </a:lnTo>
                  <a:cubicBezTo>
                    <a:pt x="11568" y="2612"/>
                    <a:pt x="11636" y="2642"/>
                    <a:pt x="11703" y="2642"/>
                  </a:cubicBezTo>
                  <a:cubicBezTo>
                    <a:pt x="11793" y="2642"/>
                    <a:pt x="11883" y="2588"/>
                    <a:pt x="11915" y="2489"/>
                  </a:cubicBezTo>
                  <a:lnTo>
                    <a:pt x="12624" y="374"/>
                  </a:lnTo>
                  <a:cubicBezTo>
                    <a:pt x="12671" y="230"/>
                    <a:pt x="12566" y="77"/>
                    <a:pt x="12413" y="77"/>
                  </a:cubicBezTo>
                  <a:lnTo>
                    <a:pt x="10183" y="1"/>
                  </a:lnTo>
                  <a:cubicBezTo>
                    <a:pt x="10179" y="0"/>
                    <a:pt x="10175" y="0"/>
                    <a:pt x="1017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1005;p48"/>
          <p:cNvGrpSpPr/>
          <p:nvPr/>
        </p:nvGrpSpPr>
        <p:grpSpPr>
          <a:xfrm>
            <a:off x="1029465" y="1474568"/>
            <a:ext cx="540120" cy="492830"/>
            <a:chOff x="1989911" y="2306065"/>
            <a:chExt cx="387099" cy="353207"/>
          </a:xfrm>
        </p:grpSpPr>
        <p:sp>
          <p:nvSpPr>
            <p:cNvPr id="3" name="Google Shape;1006;p48"/>
            <p:cNvSpPr/>
            <p:nvPr/>
          </p:nvSpPr>
          <p:spPr>
            <a:xfrm>
              <a:off x="2110003" y="2555181"/>
              <a:ext cx="146916" cy="88775"/>
            </a:xfrm>
            <a:custGeom>
              <a:avLst/>
              <a:gdLst/>
              <a:ahLst/>
              <a:cxnLst/>
              <a:rect l="l" t="t" r="r" b="b"/>
              <a:pathLst>
                <a:path w="5592" h="3379" extrusionOk="0">
                  <a:moveTo>
                    <a:pt x="2796" y="1"/>
                  </a:moveTo>
                  <a:lnTo>
                    <a:pt x="576" y="986"/>
                  </a:lnTo>
                  <a:lnTo>
                    <a:pt x="1" y="2879"/>
                  </a:lnTo>
                  <a:lnTo>
                    <a:pt x="1298" y="3108"/>
                  </a:lnTo>
                  <a:lnTo>
                    <a:pt x="2865" y="3379"/>
                  </a:lnTo>
                  <a:lnTo>
                    <a:pt x="5591" y="2879"/>
                  </a:lnTo>
                  <a:lnTo>
                    <a:pt x="5238" y="1714"/>
                  </a:lnTo>
                  <a:lnTo>
                    <a:pt x="5016" y="986"/>
                  </a:lnTo>
                  <a:lnTo>
                    <a:pt x="27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007;p48"/>
            <p:cNvSpPr/>
            <p:nvPr/>
          </p:nvSpPr>
          <p:spPr>
            <a:xfrm>
              <a:off x="2110003" y="2555181"/>
              <a:ext cx="137615" cy="81681"/>
            </a:xfrm>
            <a:custGeom>
              <a:avLst/>
              <a:gdLst/>
              <a:ahLst/>
              <a:cxnLst/>
              <a:rect l="l" t="t" r="r" b="b"/>
              <a:pathLst>
                <a:path w="5238" h="3109" extrusionOk="0">
                  <a:moveTo>
                    <a:pt x="2796" y="1"/>
                  </a:moveTo>
                  <a:lnTo>
                    <a:pt x="583" y="986"/>
                  </a:lnTo>
                  <a:lnTo>
                    <a:pt x="1" y="2879"/>
                  </a:lnTo>
                  <a:lnTo>
                    <a:pt x="1298" y="3108"/>
                  </a:lnTo>
                  <a:lnTo>
                    <a:pt x="1561" y="1714"/>
                  </a:lnTo>
                  <a:lnTo>
                    <a:pt x="5238" y="1714"/>
                  </a:lnTo>
                  <a:lnTo>
                    <a:pt x="5016" y="986"/>
                  </a:lnTo>
                  <a:lnTo>
                    <a:pt x="279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008;p48"/>
            <p:cNvSpPr/>
            <p:nvPr/>
          </p:nvSpPr>
          <p:spPr>
            <a:xfrm>
              <a:off x="1989911" y="2306065"/>
              <a:ext cx="387099" cy="275021"/>
            </a:xfrm>
            <a:custGeom>
              <a:avLst/>
              <a:gdLst/>
              <a:ahLst/>
              <a:cxnLst/>
              <a:rect l="l" t="t" r="r" b="b"/>
              <a:pathLst>
                <a:path w="14734" h="10468" extrusionOk="0">
                  <a:moveTo>
                    <a:pt x="1215" y="1"/>
                  </a:moveTo>
                  <a:cubicBezTo>
                    <a:pt x="542" y="1"/>
                    <a:pt x="1" y="549"/>
                    <a:pt x="1" y="1222"/>
                  </a:cubicBezTo>
                  <a:lnTo>
                    <a:pt x="1" y="9247"/>
                  </a:lnTo>
                  <a:cubicBezTo>
                    <a:pt x="1" y="9920"/>
                    <a:pt x="542" y="10468"/>
                    <a:pt x="1215" y="10468"/>
                  </a:cubicBezTo>
                  <a:lnTo>
                    <a:pt x="13513" y="10468"/>
                  </a:lnTo>
                  <a:cubicBezTo>
                    <a:pt x="14185" y="10468"/>
                    <a:pt x="14733" y="9920"/>
                    <a:pt x="14733" y="9247"/>
                  </a:cubicBezTo>
                  <a:lnTo>
                    <a:pt x="14733" y="1222"/>
                  </a:lnTo>
                  <a:cubicBezTo>
                    <a:pt x="14733" y="549"/>
                    <a:pt x="14185" y="1"/>
                    <a:pt x="135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09;p48"/>
            <p:cNvSpPr/>
            <p:nvPr/>
          </p:nvSpPr>
          <p:spPr>
            <a:xfrm>
              <a:off x="2021438" y="2337723"/>
              <a:ext cx="324045" cy="193628"/>
            </a:xfrm>
            <a:custGeom>
              <a:avLst/>
              <a:gdLst/>
              <a:ahLst/>
              <a:cxnLst/>
              <a:rect l="l" t="t" r="r" b="b"/>
              <a:pathLst>
                <a:path w="12334" h="7370" extrusionOk="0">
                  <a:moveTo>
                    <a:pt x="12320" y="1"/>
                  </a:moveTo>
                  <a:cubicBezTo>
                    <a:pt x="12318" y="1"/>
                    <a:pt x="12315" y="2"/>
                    <a:pt x="12313" y="3"/>
                  </a:cubicBezTo>
                  <a:lnTo>
                    <a:pt x="15" y="3"/>
                  </a:lnTo>
                  <a:cubicBezTo>
                    <a:pt x="8" y="3"/>
                    <a:pt x="1" y="10"/>
                    <a:pt x="1" y="17"/>
                  </a:cubicBezTo>
                  <a:lnTo>
                    <a:pt x="1" y="7369"/>
                  </a:lnTo>
                  <a:lnTo>
                    <a:pt x="12333" y="7369"/>
                  </a:lnTo>
                  <a:lnTo>
                    <a:pt x="12333" y="17"/>
                  </a:lnTo>
                  <a:cubicBezTo>
                    <a:pt x="12333" y="11"/>
                    <a:pt x="12329" y="1"/>
                    <a:pt x="123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010;p48"/>
            <p:cNvSpPr/>
            <p:nvPr/>
          </p:nvSpPr>
          <p:spPr>
            <a:xfrm>
              <a:off x="2327224" y="2337776"/>
              <a:ext cx="18259" cy="193576"/>
            </a:xfrm>
            <a:custGeom>
              <a:avLst/>
              <a:gdLst/>
              <a:ahLst/>
              <a:cxnLst/>
              <a:rect l="l" t="t" r="r" b="b"/>
              <a:pathLst>
                <a:path w="695" h="7368" extrusionOk="0">
                  <a:moveTo>
                    <a:pt x="1" y="1"/>
                  </a:moveTo>
                  <a:cubicBezTo>
                    <a:pt x="1" y="8"/>
                    <a:pt x="1" y="8"/>
                    <a:pt x="1" y="15"/>
                  </a:cubicBezTo>
                  <a:lnTo>
                    <a:pt x="1" y="7367"/>
                  </a:lnTo>
                  <a:lnTo>
                    <a:pt x="694" y="7367"/>
                  </a:lnTo>
                  <a:lnTo>
                    <a:pt x="694" y="15"/>
                  </a:lnTo>
                  <a:cubicBezTo>
                    <a:pt x="694" y="8"/>
                    <a:pt x="694" y="8"/>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11;p48"/>
            <p:cNvSpPr/>
            <p:nvPr/>
          </p:nvSpPr>
          <p:spPr>
            <a:xfrm>
              <a:off x="2069543" y="2630819"/>
              <a:ext cx="227651" cy="28453"/>
            </a:xfrm>
            <a:custGeom>
              <a:avLst/>
              <a:gdLst/>
              <a:ahLst/>
              <a:cxnLst/>
              <a:rect l="l" t="t" r="r" b="b"/>
              <a:pathLst>
                <a:path w="8665" h="1083" extrusionOk="0">
                  <a:moveTo>
                    <a:pt x="542" y="0"/>
                  </a:moveTo>
                  <a:cubicBezTo>
                    <a:pt x="244" y="0"/>
                    <a:pt x="1" y="243"/>
                    <a:pt x="1" y="541"/>
                  </a:cubicBezTo>
                  <a:cubicBezTo>
                    <a:pt x="1" y="839"/>
                    <a:pt x="244" y="1082"/>
                    <a:pt x="542" y="1082"/>
                  </a:cubicBezTo>
                  <a:lnTo>
                    <a:pt x="8123" y="1082"/>
                  </a:lnTo>
                  <a:cubicBezTo>
                    <a:pt x="8421" y="1082"/>
                    <a:pt x="8664" y="839"/>
                    <a:pt x="8664" y="541"/>
                  </a:cubicBezTo>
                  <a:cubicBezTo>
                    <a:pt x="8664" y="243"/>
                    <a:pt x="8421" y="0"/>
                    <a:pt x="812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12;p48"/>
            <p:cNvSpPr/>
            <p:nvPr/>
          </p:nvSpPr>
          <p:spPr>
            <a:xfrm>
              <a:off x="2175237" y="2549191"/>
              <a:ext cx="14975" cy="11849"/>
            </a:xfrm>
            <a:custGeom>
              <a:avLst/>
              <a:gdLst/>
              <a:ahLst/>
              <a:cxnLst/>
              <a:rect l="l" t="t" r="r" b="b"/>
              <a:pathLst>
                <a:path w="570" h="451" extrusionOk="0">
                  <a:moveTo>
                    <a:pt x="312" y="0"/>
                  </a:moveTo>
                  <a:cubicBezTo>
                    <a:pt x="266" y="0"/>
                    <a:pt x="218" y="15"/>
                    <a:pt x="174" y="48"/>
                  </a:cubicBezTo>
                  <a:cubicBezTo>
                    <a:pt x="1" y="180"/>
                    <a:pt x="91" y="451"/>
                    <a:pt x="313" y="451"/>
                  </a:cubicBezTo>
                  <a:cubicBezTo>
                    <a:pt x="410" y="451"/>
                    <a:pt x="500" y="381"/>
                    <a:pt x="528" y="284"/>
                  </a:cubicBezTo>
                  <a:cubicBezTo>
                    <a:pt x="570" y="129"/>
                    <a:pt x="448" y="0"/>
                    <a:pt x="31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75" name="Google Shape;275;p32"/>
          <p:cNvSpPr txBox="1">
            <a:spLocks noGrp="1"/>
          </p:cNvSpPr>
          <p:nvPr>
            <p:ph type="title" idx="6"/>
          </p:nvPr>
        </p:nvSpPr>
        <p:spPr>
          <a:xfrm>
            <a:off x="717924" y="211885"/>
            <a:ext cx="7479631" cy="649351"/>
          </a:xfrm>
          <a:prstGeom prst="rect">
            <a:avLst/>
          </a:prstGeom>
        </p:spPr>
        <p:txBody>
          <a:bodyPr spcFirstLastPara="1" wrap="square" lIns="91425" tIns="91425" rIns="91425" bIns="91425" anchor="b" anchorCtr="0">
            <a:noAutofit/>
          </a:bodyPr>
          <a:lstStyle/>
          <a:p>
            <a:pPr algn="l"/>
            <a:r>
              <a:rPr lang="en-IN" sz="3600">
                <a:solidFill>
                  <a:srgbClr val="FF3309"/>
                </a:solidFill>
              </a:rPr>
              <a:t>Data Processing – Version 1</a:t>
            </a:r>
            <a:endParaRPr lang="en-IN" sz="3600" b="0">
              <a:solidFill>
                <a:srgbClr val="FF3309"/>
              </a:solidFill>
            </a:endParaRPr>
          </a:p>
        </p:txBody>
      </p:sp>
      <p:sp>
        <p:nvSpPr>
          <p:cNvPr id="6" name="Title 12"/>
          <p:cNvSpPr>
            <a:spLocks noGrp="1"/>
          </p:cNvSpPr>
          <p:nvPr>
            <p:ph type="title" idx="8"/>
          </p:nvPr>
        </p:nvSpPr>
        <p:spPr>
          <a:xfrm>
            <a:off x="136854" y="3685981"/>
            <a:ext cx="5070272" cy="1078571"/>
          </a:xfrm>
        </p:spPr>
        <p:txBody>
          <a:bodyPr/>
          <a:lstStyle/>
          <a:p>
            <a:pPr algn="l"/>
            <a:r>
              <a:rPr lang="en-US" sz="2000">
                <a:solidFill>
                  <a:srgbClr val="FF3309"/>
                </a:solidFill>
              </a:rPr>
              <a:t>Model performance is poor across all approaches, with low R² scores (≤ 0.06) and consistently high RMSE (~47), indicating limited predictive accuracy.</a:t>
            </a:r>
            <a:endParaRPr lang="en-IN" sz="2000">
              <a:solidFill>
                <a:srgbClr val="FF3309"/>
              </a:solidFill>
            </a:endParaRPr>
          </a:p>
        </p:txBody>
      </p:sp>
      <p:pic>
        <p:nvPicPr>
          <p:cNvPr id="7" name="Picture 6" descr="A graph of orange bars&#10;&#10;AI-generated content may be incorrect.">
            <a:extLst>
              <a:ext uri="{FF2B5EF4-FFF2-40B4-BE49-F238E27FC236}">
                <a16:creationId xmlns:a16="http://schemas.microsoft.com/office/drawing/2014/main" id="{CC5E57E5-A37D-A9A3-66F3-32E80903376F}"/>
              </a:ext>
            </a:extLst>
          </p:cNvPr>
          <p:cNvPicPr>
            <a:picLocks noChangeAspect="1"/>
          </p:cNvPicPr>
          <p:nvPr/>
        </p:nvPicPr>
        <p:blipFill>
          <a:blip r:embed="rId3"/>
          <a:stretch>
            <a:fillRect/>
          </a:stretch>
        </p:blipFill>
        <p:spPr>
          <a:xfrm>
            <a:off x="4572000" y="836369"/>
            <a:ext cx="4147763" cy="259235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descr="A graph of blue and orange bars&#10;&#10;AI-generated content may be incorrect.">
            <a:extLst>
              <a:ext uri="{FF2B5EF4-FFF2-40B4-BE49-F238E27FC236}">
                <a16:creationId xmlns:a16="http://schemas.microsoft.com/office/drawing/2014/main" id="{F7132AAE-DCBF-6DF5-4776-B9BA684AF19D}"/>
              </a:ext>
            </a:extLst>
          </p:cNvPr>
          <p:cNvPicPr>
            <a:picLocks noChangeAspect="1"/>
          </p:cNvPicPr>
          <p:nvPr/>
        </p:nvPicPr>
        <p:blipFill>
          <a:blip r:embed="rId4"/>
          <a:stretch>
            <a:fillRect/>
          </a:stretch>
        </p:blipFill>
        <p:spPr>
          <a:xfrm>
            <a:off x="200330" y="918233"/>
            <a:ext cx="4100995" cy="246059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0">
            <a:extLst>
              <a:ext uri="{FF2B5EF4-FFF2-40B4-BE49-F238E27FC236}">
                <a16:creationId xmlns:a16="http://schemas.microsoft.com/office/drawing/2014/main" id="{BE4F5E9A-E55D-75AD-2D39-E3F05D46276E}"/>
              </a:ext>
            </a:extLst>
          </p:cNvPr>
          <p:cNvPicPr>
            <a:picLocks noChangeAspect="1"/>
          </p:cNvPicPr>
          <p:nvPr/>
        </p:nvPicPr>
        <p:blipFill>
          <a:blip r:embed="rId5"/>
          <a:stretch>
            <a:fillRect/>
          </a:stretch>
        </p:blipFill>
        <p:spPr>
          <a:xfrm>
            <a:off x="5283907" y="3860122"/>
            <a:ext cx="3587934" cy="730288"/>
          </a:xfrm>
          <a:prstGeom prst="rect">
            <a:avLst/>
          </a:prstGeom>
        </p:spPr>
      </p:pic>
    </p:spTree>
    <p:extLst>
      <p:ext uri="{BB962C8B-B14F-4D97-AF65-F5344CB8AC3E}">
        <p14:creationId xmlns:p14="http://schemas.microsoft.com/office/powerpoint/2010/main" val="3052218645"/>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69">
          <a:extLst>
            <a:ext uri="{FF2B5EF4-FFF2-40B4-BE49-F238E27FC236}">
              <a16:creationId xmlns:a16="http://schemas.microsoft.com/office/drawing/2014/main" id="{6C89E026-00A7-C786-EA09-4DAB6B8F89DD}"/>
            </a:ext>
          </a:extLst>
        </p:cNvPr>
        <p:cNvGrpSpPr/>
        <p:nvPr/>
      </p:nvGrpSpPr>
      <p:grpSpPr>
        <a:xfrm>
          <a:off x="0" y="0"/>
          <a:ext cx="0" cy="0"/>
          <a:chOff x="0" y="0"/>
          <a:chExt cx="0" cy="0"/>
        </a:xfrm>
      </p:grpSpPr>
      <p:sp>
        <p:nvSpPr>
          <p:cNvPr id="970" name="Google Shape;970;p48">
            <a:extLst>
              <a:ext uri="{FF2B5EF4-FFF2-40B4-BE49-F238E27FC236}">
                <a16:creationId xmlns:a16="http://schemas.microsoft.com/office/drawing/2014/main" id="{8BC4B8C1-B55C-5601-55EB-8AB6171B9EBA}"/>
              </a:ext>
            </a:extLst>
          </p:cNvPr>
          <p:cNvSpPr txBox="1">
            <a:spLocks noGrp="1"/>
          </p:cNvSpPr>
          <p:nvPr>
            <p:ph type="title"/>
          </p:nvPr>
        </p:nvSpPr>
        <p:spPr>
          <a:xfrm>
            <a:off x="375219" y="2326228"/>
            <a:ext cx="1869600" cy="755699"/>
          </a:xfrm>
          <a:prstGeom prst="rect">
            <a:avLst/>
          </a:prstGeom>
        </p:spPr>
        <p:txBody>
          <a:bodyPr spcFirstLastPara="1" wrap="square" lIns="91425" tIns="91425" rIns="91425" bIns="91425" anchor="b" anchorCtr="0">
            <a:noAutofit/>
          </a:bodyPr>
          <a:lstStyle/>
          <a:p>
            <a:r>
              <a:rPr lang="en-US">
                <a:solidFill>
                  <a:srgbClr val="FF3309"/>
                </a:solidFill>
              </a:rPr>
              <a:t>Preprocessing Steps:</a:t>
            </a:r>
            <a:endParaRPr>
              <a:solidFill>
                <a:srgbClr val="FF3309"/>
              </a:solidFill>
            </a:endParaRPr>
          </a:p>
        </p:txBody>
      </p:sp>
      <p:sp>
        <p:nvSpPr>
          <p:cNvPr id="971" name="Google Shape;971;p48">
            <a:extLst>
              <a:ext uri="{FF2B5EF4-FFF2-40B4-BE49-F238E27FC236}">
                <a16:creationId xmlns:a16="http://schemas.microsoft.com/office/drawing/2014/main" id="{C86C83A2-69C7-F39B-D456-965CE525B8B5}"/>
              </a:ext>
            </a:extLst>
          </p:cNvPr>
          <p:cNvSpPr txBox="1">
            <a:spLocks noGrp="1"/>
          </p:cNvSpPr>
          <p:nvPr>
            <p:ph type="subTitle" idx="1"/>
          </p:nvPr>
        </p:nvSpPr>
        <p:spPr>
          <a:xfrm>
            <a:off x="375219" y="3035859"/>
            <a:ext cx="2331154" cy="193401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US"/>
              <a:t>V2 used:</a:t>
            </a:r>
          </a:p>
          <a:p>
            <a:pPr marL="0" lvl="0" indent="0" algn="l" rtl="0">
              <a:lnSpc>
                <a:spcPct val="150000"/>
              </a:lnSpc>
              <a:spcBef>
                <a:spcPts val="0"/>
              </a:spcBef>
              <a:spcAft>
                <a:spcPts val="0"/>
              </a:spcAft>
              <a:buClr>
                <a:schemeClr val="dk1"/>
              </a:buClr>
              <a:buSzPts val="1100"/>
              <a:buFont typeface="Arial"/>
              <a:buNone/>
            </a:pPr>
            <a:r>
              <a:rPr lang="en-US" b="1"/>
              <a:t>→  </a:t>
            </a:r>
            <a:r>
              <a:rPr lang="en" b="1">
                <a:solidFill>
                  <a:schemeClr val="tx1"/>
                </a:solidFill>
              </a:rPr>
              <a:t>Null Value Removal</a:t>
            </a:r>
          </a:p>
          <a:p>
            <a:pPr marL="0" lvl="0" indent="0" algn="l" rtl="0">
              <a:lnSpc>
                <a:spcPct val="150000"/>
              </a:lnSpc>
              <a:spcBef>
                <a:spcPts val="0"/>
              </a:spcBef>
              <a:spcAft>
                <a:spcPts val="0"/>
              </a:spcAft>
              <a:buClr>
                <a:schemeClr val="dk1"/>
              </a:buClr>
              <a:buSzPts val="1100"/>
            </a:pPr>
            <a:r>
              <a:rPr lang="en-US" b="1"/>
              <a:t>→  </a:t>
            </a:r>
            <a:r>
              <a:rPr lang="en" b="1">
                <a:solidFill>
                  <a:schemeClr val="tx1"/>
                </a:solidFill>
              </a:rPr>
              <a:t>Encoding</a:t>
            </a:r>
          </a:p>
          <a:p>
            <a:pPr marL="0" indent="0" algn="l">
              <a:lnSpc>
                <a:spcPct val="150000"/>
              </a:lnSpc>
              <a:buClr>
                <a:schemeClr val="dk1"/>
              </a:buClr>
              <a:buSzPts val="1100"/>
            </a:pPr>
            <a:r>
              <a:rPr lang="en-US" b="1"/>
              <a:t>→  </a:t>
            </a:r>
            <a:r>
              <a:rPr lang="en" b="1">
                <a:solidFill>
                  <a:schemeClr val="tx1"/>
                </a:solidFill>
              </a:rPr>
              <a:t>Outlier Removal</a:t>
            </a:r>
          </a:p>
          <a:p>
            <a:pPr marL="0" indent="0" algn="l">
              <a:lnSpc>
                <a:spcPct val="150000"/>
              </a:lnSpc>
              <a:buClr>
                <a:schemeClr val="dk1"/>
              </a:buClr>
              <a:buSzPts val="1100"/>
            </a:pPr>
            <a:r>
              <a:rPr lang="en-US" b="1"/>
              <a:t>→  </a:t>
            </a:r>
            <a:r>
              <a:rPr lang="en" b="1">
                <a:solidFill>
                  <a:schemeClr val="tx1"/>
                </a:solidFill>
              </a:rPr>
              <a:t>PCA</a:t>
            </a:r>
          </a:p>
          <a:p>
            <a:pPr marL="0" indent="0" algn="l">
              <a:lnSpc>
                <a:spcPct val="150000"/>
              </a:lnSpc>
              <a:buClr>
                <a:schemeClr val="dk1"/>
              </a:buClr>
              <a:buSzPts val="1100"/>
            </a:pPr>
            <a:endParaRPr lang="en" b="1">
              <a:solidFill>
                <a:schemeClr val="tx1"/>
              </a:solidFill>
            </a:endParaRPr>
          </a:p>
          <a:p>
            <a:pPr marL="0" indent="0" algn="l">
              <a:lnSpc>
                <a:spcPct val="150000"/>
              </a:lnSpc>
              <a:buClr>
                <a:schemeClr val="dk1"/>
              </a:buClr>
              <a:buSzPts val="1100"/>
            </a:pPr>
            <a:endParaRPr lang="en-US" b="1">
              <a:solidFill>
                <a:schemeClr val="tx1"/>
              </a:solidFill>
            </a:endParaRPr>
          </a:p>
          <a:p>
            <a:pPr marL="0" lvl="0" indent="0" rtl="0">
              <a:spcBef>
                <a:spcPts val="0"/>
              </a:spcBef>
              <a:spcAft>
                <a:spcPts val="0"/>
              </a:spcAft>
              <a:buClr>
                <a:schemeClr val="dk1"/>
              </a:buClr>
              <a:buSzPts val="1100"/>
              <a:buFont typeface="Arial"/>
              <a:buNone/>
            </a:pPr>
            <a:endParaRPr lang="en-US" b="1"/>
          </a:p>
        </p:txBody>
      </p:sp>
      <p:sp>
        <p:nvSpPr>
          <p:cNvPr id="972" name="Google Shape;972;p48">
            <a:extLst>
              <a:ext uri="{FF2B5EF4-FFF2-40B4-BE49-F238E27FC236}">
                <a16:creationId xmlns:a16="http://schemas.microsoft.com/office/drawing/2014/main" id="{5E80B14E-3CF3-56AC-1212-F13447481906}"/>
              </a:ext>
            </a:extLst>
          </p:cNvPr>
          <p:cNvSpPr txBox="1">
            <a:spLocks noGrp="1"/>
          </p:cNvSpPr>
          <p:nvPr>
            <p:ph type="title" idx="2"/>
          </p:nvPr>
        </p:nvSpPr>
        <p:spPr>
          <a:xfrm>
            <a:off x="3210855" y="2412646"/>
            <a:ext cx="2184979" cy="44333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solidFill>
                  <a:srgbClr val="FF3309"/>
                </a:solidFill>
              </a:rPr>
              <a:t>Outlier Removal</a:t>
            </a:r>
            <a:endParaRPr>
              <a:solidFill>
                <a:srgbClr val="FF3309"/>
              </a:solidFill>
            </a:endParaRPr>
          </a:p>
        </p:txBody>
      </p:sp>
      <p:sp>
        <p:nvSpPr>
          <p:cNvPr id="973" name="Google Shape;973;p48">
            <a:extLst>
              <a:ext uri="{FF2B5EF4-FFF2-40B4-BE49-F238E27FC236}">
                <a16:creationId xmlns:a16="http://schemas.microsoft.com/office/drawing/2014/main" id="{CBE95E4C-5553-401E-51D0-AB7DED785428}"/>
              </a:ext>
            </a:extLst>
          </p:cNvPr>
          <p:cNvSpPr txBox="1">
            <a:spLocks noGrp="1"/>
          </p:cNvSpPr>
          <p:nvPr>
            <p:ph type="subTitle" idx="3"/>
          </p:nvPr>
        </p:nvSpPr>
        <p:spPr>
          <a:xfrm>
            <a:off x="3211833" y="2887388"/>
            <a:ext cx="2652458" cy="2437453"/>
          </a:xfrm>
          <a:prstGeom prst="rect">
            <a:avLst/>
          </a:prstGeom>
        </p:spPr>
        <p:txBody>
          <a:bodyPr spcFirstLastPara="1" wrap="square" lIns="91425" tIns="91425" rIns="91425" bIns="91425" anchor="t" anchorCtr="0">
            <a:noAutofit/>
          </a:bodyPr>
          <a:lstStyle/>
          <a:p>
            <a:pPr marL="0" indent="0" algn="l"/>
            <a:r>
              <a:rPr lang="en-US">
                <a:solidFill>
                  <a:schemeClr val="dk2"/>
                </a:solidFill>
              </a:rPr>
              <a:t>Outliers were identified using the Interquartile Range (IQR) method across key numeric features and removed to improve data quality</a:t>
            </a:r>
          </a:p>
        </p:txBody>
      </p:sp>
      <p:sp>
        <p:nvSpPr>
          <p:cNvPr id="974" name="Google Shape;974;p48">
            <a:extLst>
              <a:ext uri="{FF2B5EF4-FFF2-40B4-BE49-F238E27FC236}">
                <a16:creationId xmlns:a16="http://schemas.microsoft.com/office/drawing/2014/main" id="{33DA23D2-34D0-A08F-F43E-F38B912FD771}"/>
              </a:ext>
            </a:extLst>
          </p:cNvPr>
          <p:cNvSpPr txBox="1">
            <a:spLocks noGrp="1"/>
          </p:cNvSpPr>
          <p:nvPr>
            <p:ph type="title" idx="4"/>
          </p:nvPr>
        </p:nvSpPr>
        <p:spPr>
          <a:xfrm>
            <a:off x="6285350" y="2476600"/>
            <a:ext cx="2387044" cy="40893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F3309"/>
                </a:solidFill>
              </a:rPr>
              <a:t>PCA</a:t>
            </a:r>
            <a:endParaRPr>
              <a:solidFill>
                <a:srgbClr val="FF3309"/>
              </a:solidFill>
            </a:endParaRPr>
          </a:p>
        </p:txBody>
      </p:sp>
      <p:sp>
        <p:nvSpPr>
          <p:cNvPr id="975" name="Google Shape;975;p48">
            <a:extLst>
              <a:ext uri="{FF2B5EF4-FFF2-40B4-BE49-F238E27FC236}">
                <a16:creationId xmlns:a16="http://schemas.microsoft.com/office/drawing/2014/main" id="{CFB9D8DA-50BA-81FF-5A56-9FE79E2B120B}"/>
              </a:ext>
            </a:extLst>
          </p:cNvPr>
          <p:cNvSpPr txBox="1">
            <a:spLocks noGrp="1"/>
          </p:cNvSpPr>
          <p:nvPr>
            <p:ph type="subTitle" idx="5"/>
          </p:nvPr>
        </p:nvSpPr>
        <p:spPr>
          <a:xfrm>
            <a:off x="5705285" y="2860942"/>
            <a:ext cx="3417867" cy="1990264"/>
          </a:xfrm>
          <a:prstGeom prst="rect">
            <a:avLst/>
          </a:prstGeom>
        </p:spPr>
        <p:txBody>
          <a:bodyPr spcFirstLastPara="1" wrap="square" lIns="91425" tIns="91425" rIns="91425" bIns="91425" anchor="t" anchorCtr="0">
            <a:noAutofit/>
          </a:bodyPr>
          <a:lstStyle/>
          <a:p>
            <a:pPr marL="0" indent="0"/>
            <a:r>
              <a:rPr lang="en-US" b="1">
                <a:solidFill>
                  <a:schemeClr val="dk2"/>
                </a:solidFill>
              </a:rPr>
              <a:t>PCA reduced dimensionality</a:t>
            </a:r>
            <a:r>
              <a:rPr lang="en-US">
                <a:solidFill>
                  <a:schemeClr val="dk2"/>
                </a:solidFill>
              </a:rPr>
              <a:t> by combining correlated features into fewer components. It retained ~95% of data variance using just 6 components, improving model efficiency and reducing noise while preserving key patterns for delivery time prediction.</a:t>
            </a:r>
          </a:p>
        </p:txBody>
      </p:sp>
      <p:sp>
        <p:nvSpPr>
          <p:cNvPr id="976" name="Google Shape;976;p48">
            <a:extLst>
              <a:ext uri="{FF2B5EF4-FFF2-40B4-BE49-F238E27FC236}">
                <a16:creationId xmlns:a16="http://schemas.microsoft.com/office/drawing/2014/main" id="{9ED2DC43-DC19-DCFB-FF56-DAB06F2D1407}"/>
              </a:ext>
            </a:extLst>
          </p:cNvPr>
          <p:cNvSpPr txBox="1">
            <a:spLocks noGrp="1"/>
          </p:cNvSpPr>
          <p:nvPr>
            <p:ph type="title" idx="6"/>
          </p:nvPr>
        </p:nvSpPr>
        <p:spPr>
          <a:xfrm>
            <a:off x="87252" y="51842"/>
            <a:ext cx="8969496" cy="75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FF3309"/>
                </a:solidFill>
              </a:rPr>
              <a:t>Version 2 – Null Value Removal + Encoding + Outlier Removal</a:t>
            </a:r>
            <a:endParaRPr>
              <a:solidFill>
                <a:srgbClr val="FF3309"/>
              </a:solidFill>
            </a:endParaRPr>
          </a:p>
        </p:txBody>
      </p:sp>
      <p:sp>
        <p:nvSpPr>
          <p:cNvPr id="977" name="Google Shape;977;p48">
            <a:extLst>
              <a:ext uri="{FF2B5EF4-FFF2-40B4-BE49-F238E27FC236}">
                <a16:creationId xmlns:a16="http://schemas.microsoft.com/office/drawing/2014/main" id="{2734A17D-BE4F-FC33-C0A9-66F9AD56CCDF}"/>
              </a:ext>
            </a:extLst>
          </p:cNvPr>
          <p:cNvSpPr/>
          <p:nvPr/>
        </p:nvSpPr>
        <p:spPr>
          <a:xfrm>
            <a:off x="708970" y="1130565"/>
            <a:ext cx="1181100" cy="1181100"/>
          </a:xfrm>
          <a:prstGeom prst="ellipse">
            <a:avLst/>
          </a:prstGeom>
          <a:solidFill>
            <a:srgbClr val="FF6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8">
            <a:extLst>
              <a:ext uri="{FF2B5EF4-FFF2-40B4-BE49-F238E27FC236}">
                <a16:creationId xmlns:a16="http://schemas.microsoft.com/office/drawing/2014/main" id="{F81AD9EB-F687-15AA-A9E1-03273540A747}"/>
              </a:ext>
            </a:extLst>
          </p:cNvPr>
          <p:cNvSpPr/>
          <p:nvPr/>
        </p:nvSpPr>
        <p:spPr>
          <a:xfrm>
            <a:off x="3677384" y="1127185"/>
            <a:ext cx="1181100" cy="1181100"/>
          </a:xfrm>
          <a:prstGeom prst="ellipse">
            <a:avLst/>
          </a:prstGeom>
          <a:solidFill>
            <a:srgbClr val="FF6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8">
            <a:extLst>
              <a:ext uri="{FF2B5EF4-FFF2-40B4-BE49-F238E27FC236}">
                <a16:creationId xmlns:a16="http://schemas.microsoft.com/office/drawing/2014/main" id="{0C067A26-1184-388A-A909-81BBADE4DD3A}"/>
              </a:ext>
            </a:extLst>
          </p:cNvPr>
          <p:cNvSpPr/>
          <p:nvPr/>
        </p:nvSpPr>
        <p:spPr>
          <a:xfrm>
            <a:off x="6826785" y="1213719"/>
            <a:ext cx="1181100" cy="1181100"/>
          </a:xfrm>
          <a:prstGeom prst="ellipse">
            <a:avLst/>
          </a:prstGeom>
          <a:solidFill>
            <a:srgbClr val="FF6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0" name="Google Shape;980;p48">
            <a:extLst>
              <a:ext uri="{FF2B5EF4-FFF2-40B4-BE49-F238E27FC236}">
                <a16:creationId xmlns:a16="http://schemas.microsoft.com/office/drawing/2014/main" id="{9BB1A430-AB24-BDC9-65E4-B221970D41C7}"/>
              </a:ext>
            </a:extLst>
          </p:cNvPr>
          <p:cNvGrpSpPr/>
          <p:nvPr/>
        </p:nvGrpSpPr>
        <p:grpSpPr>
          <a:xfrm>
            <a:off x="7163086" y="1541652"/>
            <a:ext cx="508498" cy="508132"/>
            <a:chOff x="1749879" y="1970906"/>
            <a:chExt cx="364436" cy="364174"/>
          </a:xfrm>
        </p:grpSpPr>
        <p:sp>
          <p:nvSpPr>
            <p:cNvPr id="981" name="Google Shape;981;p48">
              <a:extLst>
                <a:ext uri="{FF2B5EF4-FFF2-40B4-BE49-F238E27FC236}">
                  <a16:creationId xmlns:a16="http://schemas.microsoft.com/office/drawing/2014/main" id="{1CC8ED1F-007A-BD95-072F-6C46FD17E4E4}"/>
                </a:ext>
              </a:extLst>
            </p:cNvPr>
            <p:cNvSpPr/>
            <p:nvPr/>
          </p:nvSpPr>
          <p:spPr>
            <a:xfrm>
              <a:off x="1750141" y="1970906"/>
              <a:ext cx="276124" cy="181982"/>
            </a:xfrm>
            <a:custGeom>
              <a:avLst/>
              <a:gdLst/>
              <a:ahLst/>
              <a:cxnLst/>
              <a:rect l="l" t="t" r="r" b="b"/>
              <a:pathLst>
                <a:path w="10515" h="6930" extrusionOk="0">
                  <a:moveTo>
                    <a:pt x="900" y="1"/>
                  </a:moveTo>
                  <a:cubicBezTo>
                    <a:pt x="402" y="1"/>
                    <a:pt x="0" y="403"/>
                    <a:pt x="0" y="900"/>
                  </a:cubicBezTo>
                  <a:lnTo>
                    <a:pt x="0" y="6709"/>
                  </a:lnTo>
                  <a:cubicBezTo>
                    <a:pt x="0" y="6834"/>
                    <a:pt x="96" y="6930"/>
                    <a:pt x="221" y="6930"/>
                  </a:cubicBezTo>
                  <a:lnTo>
                    <a:pt x="2460" y="6930"/>
                  </a:lnTo>
                  <a:cubicBezTo>
                    <a:pt x="2709" y="6930"/>
                    <a:pt x="2910" y="6729"/>
                    <a:pt x="2910" y="6480"/>
                  </a:cubicBezTo>
                  <a:lnTo>
                    <a:pt x="2910" y="6039"/>
                  </a:lnTo>
                  <a:cubicBezTo>
                    <a:pt x="2910" y="5848"/>
                    <a:pt x="2824" y="5657"/>
                    <a:pt x="2680" y="5532"/>
                  </a:cubicBezTo>
                  <a:cubicBezTo>
                    <a:pt x="1790" y="4805"/>
                    <a:pt x="2307" y="3360"/>
                    <a:pt x="3455" y="3350"/>
                  </a:cubicBezTo>
                  <a:cubicBezTo>
                    <a:pt x="4604" y="3350"/>
                    <a:pt x="5140" y="4786"/>
                    <a:pt x="4259" y="5523"/>
                  </a:cubicBezTo>
                  <a:cubicBezTo>
                    <a:pt x="4106" y="5647"/>
                    <a:pt x="4020" y="5839"/>
                    <a:pt x="4020" y="6030"/>
                  </a:cubicBezTo>
                  <a:lnTo>
                    <a:pt x="4020" y="6489"/>
                  </a:lnTo>
                  <a:cubicBezTo>
                    <a:pt x="4020" y="6729"/>
                    <a:pt x="4221" y="6930"/>
                    <a:pt x="4470" y="6930"/>
                  </a:cubicBezTo>
                  <a:lnTo>
                    <a:pt x="6929" y="6930"/>
                  </a:lnTo>
                  <a:lnTo>
                    <a:pt x="6929" y="4470"/>
                  </a:lnTo>
                  <a:cubicBezTo>
                    <a:pt x="6929" y="4221"/>
                    <a:pt x="7130" y="4030"/>
                    <a:pt x="7379" y="4030"/>
                  </a:cubicBezTo>
                  <a:lnTo>
                    <a:pt x="7838" y="4030"/>
                  </a:lnTo>
                  <a:cubicBezTo>
                    <a:pt x="7848" y="4029"/>
                    <a:pt x="7858" y="4029"/>
                    <a:pt x="7867" y="4029"/>
                  </a:cubicBezTo>
                  <a:cubicBezTo>
                    <a:pt x="8048" y="4029"/>
                    <a:pt x="8218" y="4114"/>
                    <a:pt x="8336" y="4259"/>
                  </a:cubicBezTo>
                  <a:cubicBezTo>
                    <a:pt x="8594" y="4564"/>
                    <a:pt x="8935" y="4700"/>
                    <a:pt x="9270" y="4700"/>
                  </a:cubicBezTo>
                  <a:cubicBezTo>
                    <a:pt x="9903" y="4700"/>
                    <a:pt x="10515" y="4213"/>
                    <a:pt x="10509" y="3456"/>
                  </a:cubicBezTo>
                  <a:cubicBezTo>
                    <a:pt x="10509" y="2711"/>
                    <a:pt x="9902" y="2236"/>
                    <a:pt x="9277" y="2236"/>
                  </a:cubicBezTo>
                  <a:cubicBezTo>
                    <a:pt x="8937" y="2236"/>
                    <a:pt x="8592" y="2377"/>
                    <a:pt x="8336" y="2690"/>
                  </a:cubicBezTo>
                  <a:cubicBezTo>
                    <a:pt x="8202" y="2833"/>
                    <a:pt x="8020" y="2910"/>
                    <a:pt x="7829" y="2910"/>
                  </a:cubicBezTo>
                  <a:lnTo>
                    <a:pt x="7379" y="2910"/>
                  </a:lnTo>
                  <a:cubicBezTo>
                    <a:pt x="7130" y="2910"/>
                    <a:pt x="6929" y="2709"/>
                    <a:pt x="6929" y="2460"/>
                  </a:cubicBezTo>
                  <a:lnTo>
                    <a:pt x="6929" y="221"/>
                  </a:lnTo>
                  <a:cubicBezTo>
                    <a:pt x="6929" y="106"/>
                    <a:pt x="6834" y="1"/>
                    <a:pt x="67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8">
              <a:extLst>
                <a:ext uri="{FF2B5EF4-FFF2-40B4-BE49-F238E27FC236}">
                  <a16:creationId xmlns:a16="http://schemas.microsoft.com/office/drawing/2014/main" id="{63427133-ACC7-ADE3-FC59-70E4605ABE24}"/>
                </a:ext>
              </a:extLst>
            </p:cNvPr>
            <p:cNvSpPr/>
            <p:nvPr/>
          </p:nvSpPr>
          <p:spPr>
            <a:xfrm>
              <a:off x="1932097" y="1970906"/>
              <a:ext cx="182218" cy="275966"/>
            </a:xfrm>
            <a:custGeom>
              <a:avLst/>
              <a:gdLst/>
              <a:ahLst/>
              <a:cxnLst/>
              <a:rect l="l" t="t" r="r" b="b"/>
              <a:pathLst>
                <a:path w="6939" h="10509" extrusionOk="0">
                  <a:moveTo>
                    <a:pt x="230" y="1"/>
                  </a:moveTo>
                  <a:cubicBezTo>
                    <a:pt x="106" y="1"/>
                    <a:pt x="0" y="96"/>
                    <a:pt x="0" y="221"/>
                  </a:cubicBezTo>
                  <a:lnTo>
                    <a:pt x="0" y="2460"/>
                  </a:lnTo>
                  <a:cubicBezTo>
                    <a:pt x="0" y="2709"/>
                    <a:pt x="201" y="2910"/>
                    <a:pt x="450" y="2910"/>
                  </a:cubicBezTo>
                  <a:lnTo>
                    <a:pt x="900" y="2910"/>
                  </a:lnTo>
                  <a:cubicBezTo>
                    <a:pt x="1091" y="2910"/>
                    <a:pt x="1273" y="2833"/>
                    <a:pt x="1407" y="2690"/>
                  </a:cubicBezTo>
                  <a:cubicBezTo>
                    <a:pt x="1663" y="2377"/>
                    <a:pt x="2008" y="2236"/>
                    <a:pt x="2348" y="2236"/>
                  </a:cubicBezTo>
                  <a:cubicBezTo>
                    <a:pt x="2973" y="2236"/>
                    <a:pt x="3580" y="2711"/>
                    <a:pt x="3580" y="3456"/>
                  </a:cubicBezTo>
                  <a:cubicBezTo>
                    <a:pt x="3586" y="4213"/>
                    <a:pt x="2974" y="4700"/>
                    <a:pt x="2341" y="4700"/>
                  </a:cubicBezTo>
                  <a:cubicBezTo>
                    <a:pt x="2006" y="4700"/>
                    <a:pt x="1665" y="4564"/>
                    <a:pt x="1407" y="4259"/>
                  </a:cubicBezTo>
                  <a:cubicBezTo>
                    <a:pt x="1289" y="4114"/>
                    <a:pt x="1119" y="4029"/>
                    <a:pt x="938" y="4029"/>
                  </a:cubicBezTo>
                  <a:cubicBezTo>
                    <a:pt x="929" y="4029"/>
                    <a:pt x="919" y="4029"/>
                    <a:pt x="909" y="4030"/>
                  </a:cubicBezTo>
                  <a:lnTo>
                    <a:pt x="450" y="4030"/>
                  </a:lnTo>
                  <a:cubicBezTo>
                    <a:pt x="201" y="4030"/>
                    <a:pt x="0" y="4221"/>
                    <a:pt x="0" y="4470"/>
                  </a:cubicBezTo>
                  <a:lnTo>
                    <a:pt x="0" y="6930"/>
                  </a:lnTo>
                  <a:lnTo>
                    <a:pt x="2469" y="6930"/>
                  </a:lnTo>
                  <a:cubicBezTo>
                    <a:pt x="2718" y="6930"/>
                    <a:pt x="2919" y="7130"/>
                    <a:pt x="2919" y="7379"/>
                  </a:cubicBezTo>
                  <a:lnTo>
                    <a:pt x="2919" y="7839"/>
                  </a:lnTo>
                  <a:cubicBezTo>
                    <a:pt x="2919" y="8030"/>
                    <a:pt x="2833" y="8212"/>
                    <a:pt x="2680" y="8346"/>
                  </a:cubicBezTo>
                  <a:cubicBezTo>
                    <a:pt x="1802" y="9080"/>
                    <a:pt x="2322" y="10509"/>
                    <a:pt x="3472" y="10509"/>
                  </a:cubicBezTo>
                  <a:cubicBezTo>
                    <a:pt x="3476" y="10509"/>
                    <a:pt x="3480" y="10509"/>
                    <a:pt x="3484" y="10509"/>
                  </a:cubicBezTo>
                  <a:cubicBezTo>
                    <a:pt x="4632" y="10509"/>
                    <a:pt x="5140" y="9064"/>
                    <a:pt x="4259" y="8336"/>
                  </a:cubicBezTo>
                  <a:cubicBezTo>
                    <a:pt x="4106" y="8202"/>
                    <a:pt x="4029" y="8021"/>
                    <a:pt x="4029" y="7829"/>
                  </a:cubicBezTo>
                  <a:lnTo>
                    <a:pt x="4029" y="7379"/>
                  </a:lnTo>
                  <a:cubicBezTo>
                    <a:pt x="4029" y="7130"/>
                    <a:pt x="4230" y="6930"/>
                    <a:pt x="4479" y="6930"/>
                  </a:cubicBezTo>
                  <a:lnTo>
                    <a:pt x="6709" y="6930"/>
                  </a:lnTo>
                  <a:cubicBezTo>
                    <a:pt x="6833" y="6930"/>
                    <a:pt x="6939" y="6834"/>
                    <a:pt x="6939" y="6709"/>
                  </a:cubicBezTo>
                  <a:lnTo>
                    <a:pt x="6939" y="891"/>
                  </a:lnTo>
                  <a:cubicBezTo>
                    <a:pt x="6939" y="403"/>
                    <a:pt x="6537" y="1"/>
                    <a:pt x="60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8">
              <a:extLst>
                <a:ext uri="{FF2B5EF4-FFF2-40B4-BE49-F238E27FC236}">
                  <a16:creationId xmlns:a16="http://schemas.microsoft.com/office/drawing/2014/main" id="{558E4245-2E72-C4E0-0FFF-0CCFC8772BBC}"/>
                </a:ext>
              </a:extLst>
            </p:cNvPr>
            <p:cNvSpPr/>
            <p:nvPr/>
          </p:nvSpPr>
          <p:spPr>
            <a:xfrm>
              <a:off x="1838086" y="2152862"/>
              <a:ext cx="276229" cy="182218"/>
            </a:xfrm>
            <a:custGeom>
              <a:avLst/>
              <a:gdLst/>
              <a:ahLst/>
              <a:cxnLst/>
              <a:rect l="l" t="t" r="r" b="b"/>
              <a:pathLst>
                <a:path w="10519" h="6939" extrusionOk="0">
                  <a:moveTo>
                    <a:pt x="3580" y="1"/>
                  </a:moveTo>
                  <a:lnTo>
                    <a:pt x="3580" y="2460"/>
                  </a:lnTo>
                  <a:cubicBezTo>
                    <a:pt x="3580" y="2709"/>
                    <a:pt x="3379" y="2910"/>
                    <a:pt x="3140" y="2910"/>
                  </a:cubicBezTo>
                  <a:lnTo>
                    <a:pt x="2681" y="2910"/>
                  </a:lnTo>
                  <a:cubicBezTo>
                    <a:pt x="2489" y="2910"/>
                    <a:pt x="2298" y="2824"/>
                    <a:pt x="2173" y="2680"/>
                  </a:cubicBezTo>
                  <a:cubicBezTo>
                    <a:pt x="1918" y="2375"/>
                    <a:pt x="1579" y="2239"/>
                    <a:pt x="1245" y="2239"/>
                  </a:cubicBezTo>
                  <a:cubicBezTo>
                    <a:pt x="614" y="2239"/>
                    <a:pt x="1" y="2724"/>
                    <a:pt x="1" y="3475"/>
                  </a:cubicBezTo>
                  <a:cubicBezTo>
                    <a:pt x="7" y="4221"/>
                    <a:pt x="620" y="4700"/>
                    <a:pt x="1248" y="4700"/>
                  </a:cubicBezTo>
                  <a:cubicBezTo>
                    <a:pt x="1586" y="4700"/>
                    <a:pt x="1928" y="4561"/>
                    <a:pt x="2183" y="4250"/>
                  </a:cubicBezTo>
                  <a:cubicBezTo>
                    <a:pt x="2301" y="4113"/>
                    <a:pt x="2480" y="4029"/>
                    <a:pt x="2661" y="4029"/>
                  </a:cubicBezTo>
                  <a:cubicBezTo>
                    <a:pt x="2671" y="4029"/>
                    <a:pt x="2681" y="4029"/>
                    <a:pt x="2690" y="4030"/>
                  </a:cubicBezTo>
                  <a:lnTo>
                    <a:pt x="3140" y="4030"/>
                  </a:lnTo>
                  <a:cubicBezTo>
                    <a:pt x="3379" y="4030"/>
                    <a:pt x="3580" y="4231"/>
                    <a:pt x="3580" y="4479"/>
                  </a:cubicBezTo>
                  <a:lnTo>
                    <a:pt x="3580" y="6709"/>
                  </a:lnTo>
                  <a:cubicBezTo>
                    <a:pt x="3580" y="6834"/>
                    <a:pt x="3686" y="6939"/>
                    <a:pt x="3800" y="6939"/>
                  </a:cubicBezTo>
                  <a:lnTo>
                    <a:pt x="9619" y="6939"/>
                  </a:lnTo>
                  <a:cubicBezTo>
                    <a:pt x="10117" y="6939"/>
                    <a:pt x="10519" y="6537"/>
                    <a:pt x="10519" y="6039"/>
                  </a:cubicBezTo>
                  <a:lnTo>
                    <a:pt x="10519" y="230"/>
                  </a:lnTo>
                  <a:cubicBezTo>
                    <a:pt x="10519" y="106"/>
                    <a:pt x="10413" y="1"/>
                    <a:pt x="10289" y="1"/>
                  </a:cubicBezTo>
                  <a:lnTo>
                    <a:pt x="8059" y="1"/>
                  </a:lnTo>
                  <a:cubicBezTo>
                    <a:pt x="7810" y="1"/>
                    <a:pt x="7609" y="201"/>
                    <a:pt x="7609" y="450"/>
                  </a:cubicBezTo>
                  <a:lnTo>
                    <a:pt x="7609" y="900"/>
                  </a:lnTo>
                  <a:cubicBezTo>
                    <a:pt x="7600" y="1092"/>
                    <a:pt x="7686" y="1273"/>
                    <a:pt x="7829" y="1407"/>
                  </a:cubicBezTo>
                  <a:cubicBezTo>
                    <a:pt x="8720" y="2135"/>
                    <a:pt x="8203" y="3580"/>
                    <a:pt x="7054" y="3580"/>
                  </a:cubicBezTo>
                  <a:cubicBezTo>
                    <a:pt x="7050" y="3580"/>
                    <a:pt x="7047" y="3580"/>
                    <a:pt x="7043" y="3580"/>
                  </a:cubicBezTo>
                  <a:cubicBezTo>
                    <a:pt x="5902" y="3580"/>
                    <a:pt x="5382" y="2151"/>
                    <a:pt x="6260" y="1417"/>
                  </a:cubicBezTo>
                  <a:cubicBezTo>
                    <a:pt x="6404" y="1283"/>
                    <a:pt x="6490" y="1101"/>
                    <a:pt x="6490" y="910"/>
                  </a:cubicBezTo>
                  <a:lnTo>
                    <a:pt x="6490" y="450"/>
                  </a:lnTo>
                  <a:cubicBezTo>
                    <a:pt x="6490" y="201"/>
                    <a:pt x="6289" y="1"/>
                    <a:pt x="6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8">
              <a:extLst>
                <a:ext uri="{FF2B5EF4-FFF2-40B4-BE49-F238E27FC236}">
                  <a16:creationId xmlns:a16="http://schemas.microsoft.com/office/drawing/2014/main" id="{AAAF8541-C4E6-4B04-6367-071692F5B817}"/>
                </a:ext>
              </a:extLst>
            </p:cNvPr>
            <p:cNvSpPr/>
            <p:nvPr/>
          </p:nvSpPr>
          <p:spPr>
            <a:xfrm>
              <a:off x="1749879" y="2058877"/>
              <a:ext cx="182244" cy="276203"/>
            </a:xfrm>
            <a:custGeom>
              <a:avLst/>
              <a:gdLst/>
              <a:ahLst/>
              <a:cxnLst/>
              <a:rect l="l" t="t" r="r" b="b"/>
              <a:pathLst>
                <a:path w="6940" h="10518" extrusionOk="0">
                  <a:moveTo>
                    <a:pt x="3465" y="0"/>
                  </a:moveTo>
                  <a:cubicBezTo>
                    <a:pt x="2317" y="10"/>
                    <a:pt x="1810" y="1455"/>
                    <a:pt x="2700" y="2182"/>
                  </a:cubicBezTo>
                  <a:cubicBezTo>
                    <a:pt x="2843" y="2307"/>
                    <a:pt x="2920" y="2498"/>
                    <a:pt x="2920" y="2689"/>
                  </a:cubicBezTo>
                  <a:lnTo>
                    <a:pt x="2920" y="3139"/>
                  </a:lnTo>
                  <a:cubicBezTo>
                    <a:pt x="2920" y="3379"/>
                    <a:pt x="2719" y="3580"/>
                    <a:pt x="2470" y="3580"/>
                  </a:cubicBezTo>
                  <a:lnTo>
                    <a:pt x="231" y="3580"/>
                  </a:lnTo>
                  <a:cubicBezTo>
                    <a:pt x="106" y="3580"/>
                    <a:pt x="1" y="3685"/>
                    <a:pt x="1" y="3809"/>
                  </a:cubicBezTo>
                  <a:lnTo>
                    <a:pt x="1" y="9618"/>
                  </a:lnTo>
                  <a:cubicBezTo>
                    <a:pt x="1" y="10116"/>
                    <a:pt x="403" y="10518"/>
                    <a:pt x="900" y="10518"/>
                  </a:cubicBezTo>
                  <a:lnTo>
                    <a:pt x="6710" y="10518"/>
                  </a:lnTo>
                  <a:cubicBezTo>
                    <a:pt x="6834" y="10518"/>
                    <a:pt x="6939" y="10413"/>
                    <a:pt x="6939" y="10288"/>
                  </a:cubicBezTo>
                  <a:lnTo>
                    <a:pt x="6939" y="8058"/>
                  </a:lnTo>
                  <a:cubicBezTo>
                    <a:pt x="6939" y="7810"/>
                    <a:pt x="6738" y="7609"/>
                    <a:pt x="6489" y="7609"/>
                  </a:cubicBezTo>
                  <a:lnTo>
                    <a:pt x="6040" y="7609"/>
                  </a:lnTo>
                  <a:cubicBezTo>
                    <a:pt x="6030" y="7608"/>
                    <a:pt x="6020" y="7608"/>
                    <a:pt x="6011" y="7608"/>
                  </a:cubicBezTo>
                  <a:cubicBezTo>
                    <a:pt x="5830" y="7608"/>
                    <a:pt x="5660" y="7692"/>
                    <a:pt x="5542" y="7829"/>
                  </a:cubicBezTo>
                  <a:cubicBezTo>
                    <a:pt x="5284" y="8140"/>
                    <a:pt x="4939" y="8279"/>
                    <a:pt x="4600" y="8279"/>
                  </a:cubicBezTo>
                  <a:cubicBezTo>
                    <a:pt x="3970" y="8279"/>
                    <a:pt x="3360" y="7800"/>
                    <a:pt x="3360" y="7054"/>
                  </a:cubicBezTo>
                  <a:cubicBezTo>
                    <a:pt x="3354" y="6303"/>
                    <a:pt x="3965" y="5818"/>
                    <a:pt x="4597" y="5818"/>
                  </a:cubicBezTo>
                  <a:cubicBezTo>
                    <a:pt x="4933" y="5818"/>
                    <a:pt x="5274" y="5954"/>
                    <a:pt x="5532" y="6259"/>
                  </a:cubicBezTo>
                  <a:cubicBezTo>
                    <a:pt x="5657" y="6403"/>
                    <a:pt x="5839" y="6489"/>
                    <a:pt x="6040" y="6489"/>
                  </a:cubicBezTo>
                  <a:lnTo>
                    <a:pt x="6499" y="6489"/>
                  </a:lnTo>
                  <a:cubicBezTo>
                    <a:pt x="6738" y="6489"/>
                    <a:pt x="6939" y="6288"/>
                    <a:pt x="6939" y="6039"/>
                  </a:cubicBezTo>
                  <a:lnTo>
                    <a:pt x="6939" y="3580"/>
                  </a:lnTo>
                  <a:lnTo>
                    <a:pt x="4480" y="3580"/>
                  </a:lnTo>
                  <a:cubicBezTo>
                    <a:pt x="4231" y="3580"/>
                    <a:pt x="4030" y="3379"/>
                    <a:pt x="4030" y="3139"/>
                  </a:cubicBezTo>
                  <a:lnTo>
                    <a:pt x="4030" y="2680"/>
                  </a:lnTo>
                  <a:cubicBezTo>
                    <a:pt x="4030" y="2489"/>
                    <a:pt x="4116" y="2297"/>
                    <a:pt x="4269" y="2173"/>
                  </a:cubicBezTo>
                  <a:cubicBezTo>
                    <a:pt x="5150" y="1436"/>
                    <a:pt x="4623" y="0"/>
                    <a:pt x="346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8">
              <a:extLst>
                <a:ext uri="{FF2B5EF4-FFF2-40B4-BE49-F238E27FC236}">
                  <a16:creationId xmlns:a16="http://schemas.microsoft.com/office/drawing/2014/main" id="{9B1C37F0-C032-B6D2-1A79-C4D732E447D2}"/>
                </a:ext>
              </a:extLst>
            </p:cNvPr>
            <p:cNvSpPr/>
            <p:nvPr/>
          </p:nvSpPr>
          <p:spPr>
            <a:xfrm>
              <a:off x="1750141" y="2152862"/>
              <a:ext cx="41228" cy="182218"/>
            </a:xfrm>
            <a:custGeom>
              <a:avLst/>
              <a:gdLst/>
              <a:ahLst/>
              <a:cxnLst/>
              <a:rect l="l" t="t" r="r" b="b"/>
              <a:pathLst>
                <a:path w="1570" h="6939" extrusionOk="0">
                  <a:moveTo>
                    <a:pt x="221" y="1"/>
                  </a:moveTo>
                  <a:cubicBezTo>
                    <a:pt x="96" y="1"/>
                    <a:pt x="0" y="106"/>
                    <a:pt x="0" y="230"/>
                  </a:cubicBezTo>
                  <a:lnTo>
                    <a:pt x="0" y="6039"/>
                  </a:lnTo>
                  <a:cubicBezTo>
                    <a:pt x="0" y="6537"/>
                    <a:pt x="402" y="6939"/>
                    <a:pt x="900" y="6939"/>
                  </a:cubicBezTo>
                  <a:lnTo>
                    <a:pt x="1570" y="6939"/>
                  </a:lnTo>
                  <a:cubicBezTo>
                    <a:pt x="1072" y="6939"/>
                    <a:pt x="670" y="6537"/>
                    <a:pt x="670" y="6039"/>
                  </a:cubicBezTo>
                  <a:lnTo>
                    <a:pt x="670" y="230"/>
                  </a:lnTo>
                  <a:cubicBezTo>
                    <a:pt x="670" y="106"/>
                    <a:pt x="776" y="1"/>
                    <a:pt x="90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8">
              <a:extLst>
                <a:ext uri="{FF2B5EF4-FFF2-40B4-BE49-F238E27FC236}">
                  <a16:creationId xmlns:a16="http://schemas.microsoft.com/office/drawing/2014/main" id="{D4AC5016-A0F4-028C-3611-9A478B435250}"/>
                </a:ext>
              </a:extLst>
            </p:cNvPr>
            <p:cNvSpPr/>
            <p:nvPr/>
          </p:nvSpPr>
          <p:spPr>
            <a:xfrm>
              <a:off x="1796832" y="2059035"/>
              <a:ext cx="50340" cy="93853"/>
            </a:xfrm>
            <a:custGeom>
              <a:avLst/>
              <a:gdLst/>
              <a:ahLst/>
              <a:cxnLst/>
              <a:rect l="l" t="t" r="r" b="b"/>
              <a:pathLst>
                <a:path w="1917" h="3574" extrusionOk="0">
                  <a:moveTo>
                    <a:pt x="1675" y="0"/>
                  </a:moveTo>
                  <a:cubicBezTo>
                    <a:pt x="582" y="0"/>
                    <a:pt x="1" y="1426"/>
                    <a:pt x="912" y="2176"/>
                  </a:cubicBezTo>
                  <a:cubicBezTo>
                    <a:pt x="1055" y="2301"/>
                    <a:pt x="1132" y="2492"/>
                    <a:pt x="1132" y="2683"/>
                  </a:cubicBezTo>
                  <a:lnTo>
                    <a:pt x="1132" y="3133"/>
                  </a:lnTo>
                  <a:cubicBezTo>
                    <a:pt x="1132" y="3373"/>
                    <a:pt x="931" y="3574"/>
                    <a:pt x="682" y="3574"/>
                  </a:cubicBezTo>
                  <a:lnTo>
                    <a:pt x="1132" y="3574"/>
                  </a:lnTo>
                  <a:cubicBezTo>
                    <a:pt x="1381" y="3574"/>
                    <a:pt x="1582" y="3373"/>
                    <a:pt x="1582" y="3133"/>
                  </a:cubicBezTo>
                  <a:lnTo>
                    <a:pt x="1582" y="2683"/>
                  </a:lnTo>
                  <a:cubicBezTo>
                    <a:pt x="1582" y="2492"/>
                    <a:pt x="1495" y="2301"/>
                    <a:pt x="1352" y="2176"/>
                  </a:cubicBezTo>
                  <a:cubicBezTo>
                    <a:pt x="548" y="1516"/>
                    <a:pt x="892" y="214"/>
                    <a:pt x="1917" y="23"/>
                  </a:cubicBezTo>
                  <a:cubicBezTo>
                    <a:pt x="1834" y="8"/>
                    <a:pt x="1753" y="0"/>
                    <a:pt x="167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8">
              <a:extLst>
                <a:ext uri="{FF2B5EF4-FFF2-40B4-BE49-F238E27FC236}">
                  <a16:creationId xmlns:a16="http://schemas.microsoft.com/office/drawing/2014/main" id="{C76B0005-F8F5-696E-C33F-BA172D33136F}"/>
                </a:ext>
              </a:extLst>
            </p:cNvPr>
            <p:cNvSpPr/>
            <p:nvPr/>
          </p:nvSpPr>
          <p:spPr>
            <a:xfrm>
              <a:off x="1750141" y="1970906"/>
              <a:ext cx="41228" cy="181982"/>
            </a:xfrm>
            <a:custGeom>
              <a:avLst/>
              <a:gdLst/>
              <a:ahLst/>
              <a:cxnLst/>
              <a:rect l="l" t="t" r="r" b="b"/>
              <a:pathLst>
                <a:path w="1570" h="6930" extrusionOk="0">
                  <a:moveTo>
                    <a:pt x="900" y="1"/>
                  </a:moveTo>
                  <a:cubicBezTo>
                    <a:pt x="402" y="1"/>
                    <a:pt x="0" y="403"/>
                    <a:pt x="0" y="900"/>
                  </a:cubicBezTo>
                  <a:lnTo>
                    <a:pt x="0" y="6709"/>
                  </a:lnTo>
                  <a:cubicBezTo>
                    <a:pt x="0" y="6834"/>
                    <a:pt x="96" y="6930"/>
                    <a:pt x="221" y="6930"/>
                  </a:cubicBezTo>
                  <a:lnTo>
                    <a:pt x="900" y="6930"/>
                  </a:lnTo>
                  <a:cubicBezTo>
                    <a:pt x="776" y="6930"/>
                    <a:pt x="670" y="6834"/>
                    <a:pt x="670" y="6709"/>
                  </a:cubicBezTo>
                  <a:lnTo>
                    <a:pt x="670" y="900"/>
                  </a:lnTo>
                  <a:cubicBezTo>
                    <a:pt x="670" y="403"/>
                    <a:pt x="1072" y="1"/>
                    <a:pt x="157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8">
              <a:extLst>
                <a:ext uri="{FF2B5EF4-FFF2-40B4-BE49-F238E27FC236}">
                  <a16:creationId xmlns:a16="http://schemas.microsoft.com/office/drawing/2014/main" id="{DE885FEE-78CD-08C1-9CB2-CFC8BA8E6A5B}"/>
                </a:ext>
              </a:extLst>
            </p:cNvPr>
            <p:cNvSpPr/>
            <p:nvPr/>
          </p:nvSpPr>
          <p:spPr>
            <a:xfrm>
              <a:off x="1999953" y="2029518"/>
              <a:ext cx="41990" cy="64678"/>
            </a:xfrm>
            <a:custGeom>
              <a:avLst/>
              <a:gdLst/>
              <a:ahLst/>
              <a:cxnLst/>
              <a:rect l="l" t="t" r="r" b="b"/>
              <a:pathLst>
                <a:path w="1599" h="2463" extrusionOk="0">
                  <a:moveTo>
                    <a:pt x="256" y="0"/>
                  </a:moveTo>
                  <a:cubicBezTo>
                    <a:pt x="171" y="0"/>
                    <a:pt x="86" y="9"/>
                    <a:pt x="0" y="27"/>
                  </a:cubicBezTo>
                  <a:cubicBezTo>
                    <a:pt x="574" y="133"/>
                    <a:pt x="1005" y="640"/>
                    <a:pt x="1005" y="1233"/>
                  </a:cubicBezTo>
                  <a:cubicBezTo>
                    <a:pt x="1005" y="1826"/>
                    <a:pt x="594" y="2334"/>
                    <a:pt x="10" y="2449"/>
                  </a:cubicBezTo>
                  <a:lnTo>
                    <a:pt x="0" y="2449"/>
                  </a:lnTo>
                  <a:cubicBezTo>
                    <a:pt x="77" y="2458"/>
                    <a:pt x="153" y="2463"/>
                    <a:pt x="230" y="2463"/>
                  </a:cubicBezTo>
                  <a:cubicBezTo>
                    <a:pt x="307" y="2463"/>
                    <a:pt x="383" y="2458"/>
                    <a:pt x="460" y="2449"/>
                  </a:cubicBezTo>
                  <a:cubicBezTo>
                    <a:pt x="1139" y="2334"/>
                    <a:pt x="1599" y="1683"/>
                    <a:pt x="1465" y="1003"/>
                  </a:cubicBezTo>
                  <a:cubicBezTo>
                    <a:pt x="1356" y="411"/>
                    <a:pt x="832" y="0"/>
                    <a:pt x="2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8">
              <a:extLst>
                <a:ext uri="{FF2B5EF4-FFF2-40B4-BE49-F238E27FC236}">
                  <a16:creationId xmlns:a16="http://schemas.microsoft.com/office/drawing/2014/main" id="{F554E215-6E0A-A5CD-E259-F13A8C757643}"/>
                </a:ext>
              </a:extLst>
            </p:cNvPr>
            <p:cNvSpPr/>
            <p:nvPr/>
          </p:nvSpPr>
          <p:spPr>
            <a:xfrm>
              <a:off x="1932097" y="1970906"/>
              <a:ext cx="23634" cy="76443"/>
            </a:xfrm>
            <a:custGeom>
              <a:avLst/>
              <a:gdLst/>
              <a:ahLst/>
              <a:cxnLst/>
              <a:rect l="l" t="t" r="r" b="b"/>
              <a:pathLst>
                <a:path w="900" h="2911" extrusionOk="0">
                  <a:moveTo>
                    <a:pt x="230" y="1"/>
                  </a:moveTo>
                  <a:cubicBezTo>
                    <a:pt x="106" y="1"/>
                    <a:pt x="0" y="96"/>
                    <a:pt x="0" y="221"/>
                  </a:cubicBezTo>
                  <a:lnTo>
                    <a:pt x="0" y="2460"/>
                  </a:lnTo>
                  <a:cubicBezTo>
                    <a:pt x="0" y="2709"/>
                    <a:pt x="201" y="2910"/>
                    <a:pt x="450" y="2910"/>
                  </a:cubicBezTo>
                  <a:lnTo>
                    <a:pt x="900" y="2910"/>
                  </a:lnTo>
                  <a:cubicBezTo>
                    <a:pt x="651" y="2910"/>
                    <a:pt x="450" y="2709"/>
                    <a:pt x="450" y="2460"/>
                  </a:cubicBezTo>
                  <a:lnTo>
                    <a:pt x="450" y="221"/>
                  </a:lnTo>
                  <a:cubicBezTo>
                    <a:pt x="450" y="96"/>
                    <a:pt x="546" y="1"/>
                    <a:pt x="67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8">
              <a:extLst>
                <a:ext uri="{FF2B5EF4-FFF2-40B4-BE49-F238E27FC236}">
                  <a16:creationId xmlns:a16="http://schemas.microsoft.com/office/drawing/2014/main" id="{165D8302-C295-8019-20C2-CA2D921ED1B8}"/>
                </a:ext>
              </a:extLst>
            </p:cNvPr>
            <p:cNvSpPr/>
            <p:nvPr/>
          </p:nvSpPr>
          <p:spPr>
            <a:xfrm>
              <a:off x="1932097" y="2076708"/>
              <a:ext cx="23634" cy="76180"/>
            </a:xfrm>
            <a:custGeom>
              <a:avLst/>
              <a:gdLst/>
              <a:ahLst/>
              <a:cxnLst/>
              <a:rect l="l" t="t" r="r" b="b"/>
              <a:pathLst>
                <a:path w="900" h="2901" extrusionOk="0">
                  <a:moveTo>
                    <a:pt x="450" y="1"/>
                  </a:moveTo>
                  <a:cubicBezTo>
                    <a:pt x="201" y="1"/>
                    <a:pt x="0" y="202"/>
                    <a:pt x="0" y="441"/>
                  </a:cubicBezTo>
                  <a:lnTo>
                    <a:pt x="0" y="2901"/>
                  </a:lnTo>
                  <a:lnTo>
                    <a:pt x="450" y="2901"/>
                  </a:lnTo>
                  <a:lnTo>
                    <a:pt x="450" y="441"/>
                  </a:lnTo>
                  <a:cubicBezTo>
                    <a:pt x="450" y="192"/>
                    <a:pt x="651" y="1"/>
                    <a:pt x="9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8">
              <a:extLst>
                <a:ext uri="{FF2B5EF4-FFF2-40B4-BE49-F238E27FC236}">
                  <a16:creationId xmlns:a16="http://schemas.microsoft.com/office/drawing/2014/main" id="{4F9F7906-22C8-510E-5A77-C09949D1246A}"/>
                </a:ext>
              </a:extLst>
            </p:cNvPr>
            <p:cNvSpPr/>
            <p:nvPr/>
          </p:nvSpPr>
          <p:spPr>
            <a:xfrm>
              <a:off x="1981860" y="2152862"/>
              <a:ext cx="47268" cy="94011"/>
            </a:xfrm>
            <a:custGeom>
              <a:avLst/>
              <a:gdLst/>
              <a:ahLst/>
              <a:cxnLst/>
              <a:rect l="l" t="t" r="r" b="b"/>
              <a:pathLst>
                <a:path w="1800" h="3580" extrusionOk="0">
                  <a:moveTo>
                    <a:pt x="565" y="1"/>
                  </a:moveTo>
                  <a:cubicBezTo>
                    <a:pt x="814" y="1"/>
                    <a:pt x="1015" y="201"/>
                    <a:pt x="1015" y="450"/>
                  </a:cubicBezTo>
                  <a:lnTo>
                    <a:pt x="1015" y="910"/>
                  </a:lnTo>
                  <a:cubicBezTo>
                    <a:pt x="1015" y="1101"/>
                    <a:pt x="929" y="1283"/>
                    <a:pt x="785" y="1417"/>
                  </a:cubicBezTo>
                  <a:cubicBezTo>
                    <a:pt x="0" y="2068"/>
                    <a:pt x="316" y="3331"/>
                    <a:pt x="1311" y="3551"/>
                  </a:cubicBezTo>
                  <a:cubicBezTo>
                    <a:pt x="1393" y="3570"/>
                    <a:pt x="1474" y="3580"/>
                    <a:pt x="1555" y="3580"/>
                  </a:cubicBezTo>
                  <a:cubicBezTo>
                    <a:pt x="1637" y="3580"/>
                    <a:pt x="1718" y="3570"/>
                    <a:pt x="1799" y="3551"/>
                  </a:cubicBezTo>
                  <a:lnTo>
                    <a:pt x="1761" y="3551"/>
                  </a:lnTo>
                  <a:cubicBezTo>
                    <a:pt x="766" y="3331"/>
                    <a:pt x="450" y="2068"/>
                    <a:pt x="1235" y="1417"/>
                  </a:cubicBezTo>
                  <a:cubicBezTo>
                    <a:pt x="1378" y="1283"/>
                    <a:pt x="1464" y="1101"/>
                    <a:pt x="1464" y="910"/>
                  </a:cubicBezTo>
                  <a:lnTo>
                    <a:pt x="1464" y="450"/>
                  </a:lnTo>
                  <a:cubicBezTo>
                    <a:pt x="1464" y="201"/>
                    <a:pt x="1263" y="1"/>
                    <a:pt x="101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8">
              <a:extLst>
                <a:ext uri="{FF2B5EF4-FFF2-40B4-BE49-F238E27FC236}">
                  <a16:creationId xmlns:a16="http://schemas.microsoft.com/office/drawing/2014/main" id="{F63D4A69-3AD8-D6E2-9F94-03EE7E1B951B}"/>
                </a:ext>
              </a:extLst>
            </p:cNvPr>
            <p:cNvSpPr/>
            <p:nvPr/>
          </p:nvSpPr>
          <p:spPr>
            <a:xfrm>
              <a:off x="1920542" y="2152862"/>
              <a:ext cx="23398" cy="76417"/>
            </a:xfrm>
            <a:custGeom>
              <a:avLst/>
              <a:gdLst/>
              <a:ahLst/>
              <a:cxnLst/>
              <a:rect l="l" t="t" r="r" b="b"/>
              <a:pathLst>
                <a:path w="891" h="2910" extrusionOk="0">
                  <a:moveTo>
                    <a:pt x="440" y="1"/>
                  </a:moveTo>
                  <a:lnTo>
                    <a:pt x="440" y="2460"/>
                  </a:lnTo>
                  <a:cubicBezTo>
                    <a:pt x="440" y="2709"/>
                    <a:pt x="239" y="2910"/>
                    <a:pt x="0" y="2910"/>
                  </a:cubicBezTo>
                  <a:lnTo>
                    <a:pt x="440" y="2910"/>
                  </a:lnTo>
                  <a:cubicBezTo>
                    <a:pt x="689" y="2910"/>
                    <a:pt x="890" y="2709"/>
                    <a:pt x="890" y="2460"/>
                  </a:cubicBezTo>
                  <a:lnTo>
                    <a:pt x="8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8">
              <a:extLst>
                <a:ext uri="{FF2B5EF4-FFF2-40B4-BE49-F238E27FC236}">
                  <a16:creationId xmlns:a16="http://schemas.microsoft.com/office/drawing/2014/main" id="{F07532BB-314D-EDC0-7378-D86D3A453CFA}"/>
                </a:ext>
              </a:extLst>
            </p:cNvPr>
            <p:cNvSpPr/>
            <p:nvPr/>
          </p:nvSpPr>
          <p:spPr>
            <a:xfrm>
              <a:off x="1834068" y="2211605"/>
              <a:ext cx="42252" cy="64888"/>
            </a:xfrm>
            <a:custGeom>
              <a:avLst/>
              <a:gdLst/>
              <a:ahLst/>
              <a:cxnLst/>
              <a:rect l="l" t="t" r="r" b="b"/>
              <a:pathLst>
                <a:path w="1609" h="2471" extrusionOk="0">
                  <a:moveTo>
                    <a:pt x="1371" y="1"/>
                  </a:moveTo>
                  <a:cubicBezTo>
                    <a:pt x="1295" y="1"/>
                    <a:pt x="1221" y="8"/>
                    <a:pt x="1149" y="22"/>
                  </a:cubicBezTo>
                  <a:cubicBezTo>
                    <a:pt x="460" y="137"/>
                    <a:pt x="1" y="788"/>
                    <a:pt x="135" y="1467"/>
                  </a:cubicBezTo>
                  <a:cubicBezTo>
                    <a:pt x="243" y="2060"/>
                    <a:pt x="767" y="2471"/>
                    <a:pt x="1350" y="2471"/>
                  </a:cubicBezTo>
                  <a:cubicBezTo>
                    <a:pt x="1435" y="2471"/>
                    <a:pt x="1522" y="2462"/>
                    <a:pt x="1609" y="2443"/>
                  </a:cubicBezTo>
                  <a:cubicBezTo>
                    <a:pt x="929" y="2309"/>
                    <a:pt x="489" y="1649"/>
                    <a:pt x="633" y="970"/>
                  </a:cubicBezTo>
                  <a:cubicBezTo>
                    <a:pt x="738" y="491"/>
                    <a:pt x="1121" y="118"/>
                    <a:pt x="1599" y="22"/>
                  </a:cubicBezTo>
                  <a:cubicBezTo>
                    <a:pt x="1523" y="8"/>
                    <a:pt x="1446" y="1"/>
                    <a:pt x="13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8">
              <a:extLst>
                <a:ext uri="{FF2B5EF4-FFF2-40B4-BE49-F238E27FC236}">
                  <a16:creationId xmlns:a16="http://schemas.microsoft.com/office/drawing/2014/main" id="{73C1BA2C-B6F9-ED21-2531-735F746DE1F3}"/>
                </a:ext>
              </a:extLst>
            </p:cNvPr>
            <p:cNvSpPr/>
            <p:nvPr/>
          </p:nvSpPr>
          <p:spPr>
            <a:xfrm>
              <a:off x="1920542" y="2258663"/>
              <a:ext cx="29175" cy="76417"/>
            </a:xfrm>
            <a:custGeom>
              <a:avLst/>
              <a:gdLst/>
              <a:ahLst/>
              <a:cxnLst/>
              <a:rect l="l" t="t" r="r" b="b"/>
              <a:pathLst>
                <a:path w="1111" h="2910" extrusionOk="0">
                  <a:moveTo>
                    <a:pt x="0" y="1"/>
                  </a:moveTo>
                  <a:cubicBezTo>
                    <a:pt x="239" y="1"/>
                    <a:pt x="440" y="202"/>
                    <a:pt x="440" y="450"/>
                  </a:cubicBezTo>
                  <a:lnTo>
                    <a:pt x="440" y="2680"/>
                  </a:lnTo>
                  <a:cubicBezTo>
                    <a:pt x="440" y="2805"/>
                    <a:pt x="546" y="2910"/>
                    <a:pt x="670" y="2910"/>
                  </a:cubicBezTo>
                  <a:lnTo>
                    <a:pt x="1110" y="2910"/>
                  </a:lnTo>
                  <a:cubicBezTo>
                    <a:pt x="986" y="2910"/>
                    <a:pt x="890" y="2805"/>
                    <a:pt x="890" y="2680"/>
                  </a:cubicBezTo>
                  <a:lnTo>
                    <a:pt x="890" y="450"/>
                  </a:lnTo>
                  <a:cubicBezTo>
                    <a:pt x="890" y="202"/>
                    <a:pt x="689" y="1"/>
                    <a:pt x="4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5" name="Google Shape;995;p48">
            <a:extLst>
              <a:ext uri="{FF2B5EF4-FFF2-40B4-BE49-F238E27FC236}">
                <a16:creationId xmlns:a16="http://schemas.microsoft.com/office/drawing/2014/main" id="{998F6782-2DE5-480C-59AC-5829533671B1}"/>
              </a:ext>
            </a:extLst>
          </p:cNvPr>
          <p:cNvGrpSpPr/>
          <p:nvPr/>
        </p:nvGrpSpPr>
        <p:grpSpPr>
          <a:xfrm>
            <a:off x="4018069" y="1468920"/>
            <a:ext cx="499702" cy="497617"/>
            <a:chOff x="3545301" y="2423523"/>
            <a:chExt cx="358134" cy="356638"/>
          </a:xfrm>
        </p:grpSpPr>
        <p:sp>
          <p:nvSpPr>
            <p:cNvPr id="996" name="Google Shape;996;p48">
              <a:extLst>
                <a:ext uri="{FF2B5EF4-FFF2-40B4-BE49-F238E27FC236}">
                  <a16:creationId xmlns:a16="http://schemas.microsoft.com/office/drawing/2014/main" id="{2A6E1184-62CC-9BB0-9B8B-9BA642E51F42}"/>
                </a:ext>
              </a:extLst>
            </p:cNvPr>
            <p:cNvSpPr/>
            <p:nvPr/>
          </p:nvSpPr>
          <p:spPr>
            <a:xfrm>
              <a:off x="3545301" y="2633630"/>
              <a:ext cx="64600" cy="146531"/>
            </a:xfrm>
            <a:custGeom>
              <a:avLst/>
              <a:gdLst/>
              <a:ahLst/>
              <a:cxnLst/>
              <a:rect l="l" t="t" r="r" b="b"/>
              <a:pathLst>
                <a:path w="2460" h="5580" extrusionOk="0">
                  <a:moveTo>
                    <a:pt x="354" y="0"/>
                  </a:moveTo>
                  <a:cubicBezTo>
                    <a:pt x="153" y="0"/>
                    <a:pt x="0" y="154"/>
                    <a:pt x="0" y="345"/>
                  </a:cubicBezTo>
                  <a:lnTo>
                    <a:pt x="0" y="5580"/>
                  </a:lnTo>
                  <a:lnTo>
                    <a:pt x="2460" y="5580"/>
                  </a:lnTo>
                  <a:lnTo>
                    <a:pt x="2460" y="345"/>
                  </a:lnTo>
                  <a:cubicBezTo>
                    <a:pt x="2460" y="154"/>
                    <a:pt x="2306" y="0"/>
                    <a:pt x="21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8">
              <a:extLst>
                <a:ext uri="{FF2B5EF4-FFF2-40B4-BE49-F238E27FC236}">
                  <a16:creationId xmlns:a16="http://schemas.microsoft.com/office/drawing/2014/main" id="{7902A416-9147-B5BB-A7EF-11CD012B9069}"/>
                </a:ext>
              </a:extLst>
            </p:cNvPr>
            <p:cNvSpPr/>
            <p:nvPr/>
          </p:nvSpPr>
          <p:spPr>
            <a:xfrm>
              <a:off x="3545301" y="2633630"/>
              <a:ext cx="30934" cy="146531"/>
            </a:xfrm>
            <a:custGeom>
              <a:avLst/>
              <a:gdLst/>
              <a:ahLst/>
              <a:cxnLst/>
              <a:rect l="l" t="t" r="r" b="b"/>
              <a:pathLst>
                <a:path w="1178" h="5580" extrusionOk="0">
                  <a:moveTo>
                    <a:pt x="354" y="0"/>
                  </a:moveTo>
                  <a:cubicBezTo>
                    <a:pt x="153" y="0"/>
                    <a:pt x="0" y="154"/>
                    <a:pt x="0" y="345"/>
                  </a:cubicBezTo>
                  <a:lnTo>
                    <a:pt x="0" y="5580"/>
                  </a:lnTo>
                  <a:lnTo>
                    <a:pt x="833" y="5580"/>
                  </a:lnTo>
                  <a:lnTo>
                    <a:pt x="833" y="345"/>
                  </a:lnTo>
                  <a:cubicBezTo>
                    <a:pt x="833" y="154"/>
                    <a:pt x="986" y="0"/>
                    <a:pt x="1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8">
              <a:extLst>
                <a:ext uri="{FF2B5EF4-FFF2-40B4-BE49-F238E27FC236}">
                  <a16:creationId xmlns:a16="http://schemas.microsoft.com/office/drawing/2014/main" id="{2C6CE37F-44BF-7566-E583-A806C7AD22D2}"/>
                </a:ext>
              </a:extLst>
            </p:cNvPr>
            <p:cNvSpPr/>
            <p:nvPr/>
          </p:nvSpPr>
          <p:spPr>
            <a:xfrm>
              <a:off x="3643041" y="2597181"/>
              <a:ext cx="64888" cy="182980"/>
            </a:xfrm>
            <a:custGeom>
              <a:avLst/>
              <a:gdLst/>
              <a:ahLst/>
              <a:cxnLst/>
              <a:rect l="l" t="t" r="r" b="b"/>
              <a:pathLst>
                <a:path w="2471" h="6968" extrusionOk="0">
                  <a:moveTo>
                    <a:pt x="355" y="1"/>
                  </a:moveTo>
                  <a:cubicBezTo>
                    <a:pt x="164" y="10"/>
                    <a:pt x="1" y="163"/>
                    <a:pt x="1" y="355"/>
                  </a:cubicBezTo>
                  <a:lnTo>
                    <a:pt x="1" y="6968"/>
                  </a:lnTo>
                  <a:lnTo>
                    <a:pt x="2470" y="6968"/>
                  </a:lnTo>
                  <a:lnTo>
                    <a:pt x="2470" y="355"/>
                  </a:lnTo>
                  <a:cubicBezTo>
                    <a:pt x="2460" y="163"/>
                    <a:pt x="2307" y="10"/>
                    <a:pt x="21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8">
              <a:extLst>
                <a:ext uri="{FF2B5EF4-FFF2-40B4-BE49-F238E27FC236}">
                  <a16:creationId xmlns:a16="http://schemas.microsoft.com/office/drawing/2014/main" id="{0576811D-7F83-39D9-C74E-D4A82F099407}"/>
                </a:ext>
              </a:extLst>
            </p:cNvPr>
            <p:cNvSpPr/>
            <p:nvPr/>
          </p:nvSpPr>
          <p:spPr>
            <a:xfrm>
              <a:off x="3643041" y="2597181"/>
              <a:ext cx="30961" cy="182980"/>
            </a:xfrm>
            <a:custGeom>
              <a:avLst/>
              <a:gdLst/>
              <a:ahLst/>
              <a:cxnLst/>
              <a:rect l="l" t="t" r="r" b="b"/>
              <a:pathLst>
                <a:path w="1179" h="6968" extrusionOk="0">
                  <a:moveTo>
                    <a:pt x="355" y="1"/>
                  </a:moveTo>
                  <a:cubicBezTo>
                    <a:pt x="154" y="10"/>
                    <a:pt x="1" y="163"/>
                    <a:pt x="1" y="355"/>
                  </a:cubicBezTo>
                  <a:lnTo>
                    <a:pt x="1" y="6968"/>
                  </a:lnTo>
                  <a:lnTo>
                    <a:pt x="824" y="6968"/>
                  </a:lnTo>
                  <a:lnTo>
                    <a:pt x="824" y="355"/>
                  </a:lnTo>
                  <a:cubicBezTo>
                    <a:pt x="824" y="163"/>
                    <a:pt x="977" y="10"/>
                    <a:pt x="11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8">
              <a:extLst>
                <a:ext uri="{FF2B5EF4-FFF2-40B4-BE49-F238E27FC236}">
                  <a16:creationId xmlns:a16="http://schemas.microsoft.com/office/drawing/2014/main" id="{44209C6F-BC36-F3B7-743D-9E77B36D91F1}"/>
                </a:ext>
              </a:extLst>
            </p:cNvPr>
            <p:cNvSpPr/>
            <p:nvPr/>
          </p:nvSpPr>
          <p:spPr>
            <a:xfrm>
              <a:off x="3740807" y="2560994"/>
              <a:ext cx="65125" cy="219166"/>
            </a:xfrm>
            <a:custGeom>
              <a:avLst/>
              <a:gdLst/>
              <a:ahLst/>
              <a:cxnLst/>
              <a:rect l="l" t="t" r="r" b="b"/>
              <a:pathLst>
                <a:path w="2480" h="8346" extrusionOk="0">
                  <a:moveTo>
                    <a:pt x="355" y="1"/>
                  </a:moveTo>
                  <a:cubicBezTo>
                    <a:pt x="163" y="1"/>
                    <a:pt x="10" y="163"/>
                    <a:pt x="1" y="355"/>
                  </a:cubicBezTo>
                  <a:lnTo>
                    <a:pt x="1" y="8346"/>
                  </a:lnTo>
                  <a:lnTo>
                    <a:pt x="2479" y="8346"/>
                  </a:lnTo>
                  <a:lnTo>
                    <a:pt x="2479" y="355"/>
                  </a:lnTo>
                  <a:cubicBezTo>
                    <a:pt x="2470" y="154"/>
                    <a:pt x="2307" y="1"/>
                    <a:pt x="21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8">
              <a:extLst>
                <a:ext uri="{FF2B5EF4-FFF2-40B4-BE49-F238E27FC236}">
                  <a16:creationId xmlns:a16="http://schemas.microsoft.com/office/drawing/2014/main" id="{0D760103-B1E9-1B92-F0BA-97A20C40D000}"/>
                </a:ext>
              </a:extLst>
            </p:cNvPr>
            <p:cNvSpPr/>
            <p:nvPr/>
          </p:nvSpPr>
          <p:spPr>
            <a:xfrm>
              <a:off x="3740807" y="2560994"/>
              <a:ext cx="30934" cy="219166"/>
            </a:xfrm>
            <a:custGeom>
              <a:avLst/>
              <a:gdLst/>
              <a:ahLst/>
              <a:cxnLst/>
              <a:rect l="l" t="t" r="r" b="b"/>
              <a:pathLst>
                <a:path w="1178" h="8346" extrusionOk="0">
                  <a:moveTo>
                    <a:pt x="355" y="1"/>
                  </a:moveTo>
                  <a:cubicBezTo>
                    <a:pt x="163" y="1"/>
                    <a:pt x="10" y="163"/>
                    <a:pt x="1" y="355"/>
                  </a:cubicBezTo>
                  <a:lnTo>
                    <a:pt x="1" y="8346"/>
                  </a:lnTo>
                  <a:lnTo>
                    <a:pt x="824" y="8346"/>
                  </a:lnTo>
                  <a:lnTo>
                    <a:pt x="824" y="355"/>
                  </a:lnTo>
                  <a:cubicBezTo>
                    <a:pt x="833" y="163"/>
                    <a:pt x="986" y="1"/>
                    <a:pt x="117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8">
              <a:extLst>
                <a:ext uri="{FF2B5EF4-FFF2-40B4-BE49-F238E27FC236}">
                  <a16:creationId xmlns:a16="http://schemas.microsoft.com/office/drawing/2014/main" id="{AA0D722B-FB26-9A0B-5EE1-01BA13D5161D}"/>
                </a:ext>
              </a:extLst>
            </p:cNvPr>
            <p:cNvSpPr/>
            <p:nvPr/>
          </p:nvSpPr>
          <p:spPr>
            <a:xfrm>
              <a:off x="3838573" y="2524808"/>
              <a:ext cx="64862" cy="255352"/>
            </a:xfrm>
            <a:custGeom>
              <a:avLst/>
              <a:gdLst/>
              <a:ahLst/>
              <a:cxnLst/>
              <a:rect l="l" t="t" r="r" b="b"/>
              <a:pathLst>
                <a:path w="2470" h="9724" extrusionOk="0">
                  <a:moveTo>
                    <a:pt x="355" y="0"/>
                  </a:moveTo>
                  <a:cubicBezTo>
                    <a:pt x="163" y="0"/>
                    <a:pt x="10" y="163"/>
                    <a:pt x="1" y="355"/>
                  </a:cubicBezTo>
                  <a:lnTo>
                    <a:pt x="1" y="9724"/>
                  </a:lnTo>
                  <a:lnTo>
                    <a:pt x="2470" y="9724"/>
                  </a:lnTo>
                  <a:lnTo>
                    <a:pt x="2470" y="355"/>
                  </a:lnTo>
                  <a:cubicBezTo>
                    <a:pt x="2470" y="163"/>
                    <a:pt x="2307" y="0"/>
                    <a:pt x="21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8">
              <a:extLst>
                <a:ext uri="{FF2B5EF4-FFF2-40B4-BE49-F238E27FC236}">
                  <a16:creationId xmlns:a16="http://schemas.microsoft.com/office/drawing/2014/main" id="{CB926DD3-78DC-F283-6D28-9B3F4BBB2186}"/>
                </a:ext>
              </a:extLst>
            </p:cNvPr>
            <p:cNvSpPr/>
            <p:nvPr/>
          </p:nvSpPr>
          <p:spPr>
            <a:xfrm>
              <a:off x="3838835" y="2524808"/>
              <a:ext cx="30934" cy="255352"/>
            </a:xfrm>
            <a:custGeom>
              <a:avLst/>
              <a:gdLst/>
              <a:ahLst/>
              <a:cxnLst/>
              <a:rect l="l" t="t" r="r" b="b"/>
              <a:pathLst>
                <a:path w="1178" h="9724" extrusionOk="0">
                  <a:moveTo>
                    <a:pt x="354" y="0"/>
                  </a:moveTo>
                  <a:cubicBezTo>
                    <a:pt x="153" y="0"/>
                    <a:pt x="0" y="163"/>
                    <a:pt x="0" y="355"/>
                  </a:cubicBezTo>
                  <a:lnTo>
                    <a:pt x="0" y="9724"/>
                  </a:lnTo>
                  <a:lnTo>
                    <a:pt x="823" y="9724"/>
                  </a:lnTo>
                  <a:lnTo>
                    <a:pt x="823" y="355"/>
                  </a:lnTo>
                  <a:cubicBezTo>
                    <a:pt x="823" y="154"/>
                    <a:pt x="976" y="0"/>
                    <a:pt x="11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8">
              <a:extLst>
                <a:ext uri="{FF2B5EF4-FFF2-40B4-BE49-F238E27FC236}">
                  <a16:creationId xmlns:a16="http://schemas.microsoft.com/office/drawing/2014/main" id="{7CAF4D2A-0EFE-59BE-C385-E7775FE3F16C}"/>
                </a:ext>
              </a:extLst>
            </p:cNvPr>
            <p:cNvSpPr/>
            <p:nvPr/>
          </p:nvSpPr>
          <p:spPr>
            <a:xfrm>
              <a:off x="3560873" y="2423523"/>
              <a:ext cx="332767" cy="134241"/>
            </a:xfrm>
            <a:custGeom>
              <a:avLst/>
              <a:gdLst/>
              <a:ahLst/>
              <a:cxnLst/>
              <a:rect l="l" t="t" r="r" b="b"/>
              <a:pathLst>
                <a:path w="12672" h="5112" extrusionOk="0">
                  <a:moveTo>
                    <a:pt x="10171" y="0"/>
                  </a:moveTo>
                  <a:cubicBezTo>
                    <a:pt x="9996" y="0"/>
                    <a:pt x="9889" y="205"/>
                    <a:pt x="9992" y="355"/>
                  </a:cubicBezTo>
                  <a:lnTo>
                    <a:pt x="10355" y="872"/>
                  </a:lnTo>
                  <a:cubicBezTo>
                    <a:pt x="9140" y="1599"/>
                    <a:pt x="5274" y="3628"/>
                    <a:pt x="0" y="3628"/>
                  </a:cubicBezTo>
                  <a:lnTo>
                    <a:pt x="0" y="5111"/>
                  </a:lnTo>
                  <a:cubicBezTo>
                    <a:pt x="2871" y="5102"/>
                    <a:pt x="5714" y="4547"/>
                    <a:pt x="8374" y="3484"/>
                  </a:cubicBezTo>
                  <a:cubicBezTo>
                    <a:pt x="9351" y="3092"/>
                    <a:pt x="10298" y="2633"/>
                    <a:pt x="11207" y="2087"/>
                  </a:cubicBezTo>
                  <a:lnTo>
                    <a:pt x="11523" y="2546"/>
                  </a:lnTo>
                  <a:cubicBezTo>
                    <a:pt x="11568" y="2612"/>
                    <a:pt x="11636" y="2642"/>
                    <a:pt x="11703" y="2642"/>
                  </a:cubicBezTo>
                  <a:cubicBezTo>
                    <a:pt x="11793" y="2642"/>
                    <a:pt x="11883" y="2588"/>
                    <a:pt x="11915" y="2489"/>
                  </a:cubicBezTo>
                  <a:lnTo>
                    <a:pt x="12624" y="374"/>
                  </a:lnTo>
                  <a:cubicBezTo>
                    <a:pt x="12671" y="230"/>
                    <a:pt x="12566" y="77"/>
                    <a:pt x="12413" y="77"/>
                  </a:cubicBezTo>
                  <a:lnTo>
                    <a:pt x="10183" y="1"/>
                  </a:lnTo>
                  <a:cubicBezTo>
                    <a:pt x="10179" y="0"/>
                    <a:pt x="10175" y="0"/>
                    <a:pt x="1017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1005;p48">
            <a:extLst>
              <a:ext uri="{FF2B5EF4-FFF2-40B4-BE49-F238E27FC236}">
                <a16:creationId xmlns:a16="http://schemas.microsoft.com/office/drawing/2014/main" id="{7476B6D8-60F7-81AC-F28A-B95D28F9F3AB}"/>
              </a:ext>
            </a:extLst>
          </p:cNvPr>
          <p:cNvGrpSpPr/>
          <p:nvPr/>
        </p:nvGrpSpPr>
        <p:grpSpPr>
          <a:xfrm>
            <a:off x="1029460" y="1474568"/>
            <a:ext cx="540119" cy="492830"/>
            <a:chOff x="1989911" y="2306065"/>
            <a:chExt cx="387099" cy="353207"/>
          </a:xfrm>
        </p:grpSpPr>
        <p:sp>
          <p:nvSpPr>
            <p:cNvPr id="3" name="Google Shape;1006;p48">
              <a:extLst>
                <a:ext uri="{FF2B5EF4-FFF2-40B4-BE49-F238E27FC236}">
                  <a16:creationId xmlns:a16="http://schemas.microsoft.com/office/drawing/2014/main" id="{FD8C09F8-EE58-1C37-A3C9-F34BD3F465A7}"/>
                </a:ext>
              </a:extLst>
            </p:cNvPr>
            <p:cNvSpPr/>
            <p:nvPr/>
          </p:nvSpPr>
          <p:spPr>
            <a:xfrm>
              <a:off x="2110003" y="2555181"/>
              <a:ext cx="146916" cy="88775"/>
            </a:xfrm>
            <a:custGeom>
              <a:avLst/>
              <a:gdLst/>
              <a:ahLst/>
              <a:cxnLst/>
              <a:rect l="l" t="t" r="r" b="b"/>
              <a:pathLst>
                <a:path w="5592" h="3379" extrusionOk="0">
                  <a:moveTo>
                    <a:pt x="2796" y="1"/>
                  </a:moveTo>
                  <a:lnTo>
                    <a:pt x="576" y="986"/>
                  </a:lnTo>
                  <a:lnTo>
                    <a:pt x="1" y="2879"/>
                  </a:lnTo>
                  <a:lnTo>
                    <a:pt x="1298" y="3108"/>
                  </a:lnTo>
                  <a:lnTo>
                    <a:pt x="2865" y="3379"/>
                  </a:lnTo>
                  <a:lnTo>
                    <a:pt x="5591" y="2879"/>
                  </a:lnTo>
                  <a:lnTo>
                    <a:pt x="5238" y="1714"/>
                  </a:lnTo>
                  <a:lnTo>
                    <a:pt x="5016" y="986"/>
                  </a:lnTo>
                  <a:lnTo>
                    <a:pt x="279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007;p48">
              <a:extLst>
                <a:ext uri="{FF2B5EF4-FFF2-40B4-BE49-F238E27FC236}">
                  <a16:creationId xmlns:a16="http://schemas.microsoft.com/office/drawing/2014/main" id="{0DFEAD0D-6E80-823E-5D24-43DB19BAA43B}"/>
                </a:ext>
              </a:extLst>
            </p:cNvPr>
            <p:cNvSpPr/>
            <p:nvPr/>
          </p:nvSpPr>
          <p:spPr>
            <a:xfrm>
              <a:off x="2110003" y="2555181"/>
              <a:ext cx="137615" cy="81681"/>
            </a:xfrm>
            <a:custGeom>
              <a:avLst/>
              <a:gdLst/>
              <a:ahLst/>
              <a:cxnLst/>
              <a:rect l="l" t="t" r="r" b="b"/>
              <a:pathLst>
                <a:path w="5238" h="3109" extrusionOk="0">
                  <a:moveTo>
                    <a:pt x="2796" y="1"/>
                  </a:moveTo>
                  <a:lnTo>
                    <a:pt x="583" y="986"/>
                  </a:lnTo>
                  <a:lnTo>
                    <a:pt x="1" y="2879"/>
                  </a:lnTo>
                  <a:lnTo>
                    <a:pt x="1298" y="3108"/>
                  </a:lnTo>
                  <a:lnTo>
                    <a:pt x="1561" y="1714"/>
                  </a:lnTo>
                  <a:lnTo>
                    <a:pt x="5238" y="1714"/>
                  </a:lnTo>
                  <a:lnTo>
                    <a:pt x="5016" y="986"/>
                  </a:lnTo>
                  <a:lnTo>
                    <a:pt x="279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008;p48">
              <a:extLst>
                <a:ext uri="{FF2B5EF4-FFF2-40B4-BE49-F238E27FC236}">
                  <a16:creationId xmlns:a16="http://schemas.microsoft.com/office/drawing/2014/main" id="{5EF1DB3C-9DA6-BE30-992E-3261554143E6}"/>
                </a:ext>
              </a:extLst>
            </p:cNvPr>
            <p:cNvSpPr/>
            <p:nvPr/>
          </p:nvSpPr>
          <p:spPr>
            <a:xfrm>
              <a:off x="1989911" y="2306065"/>
              <a:ext cx="387099" cy="275021"/>
            </a:xfrm>
            <a:custGeom>
              <a:avLst/>
              <a:gdLst/>
              <a:ahLst/>
              <a:cxnLst/>
              <a:rect l="l" t="t" r="r" b="b"/>
              <a:pathLst>
                <a:path w="14734" h="10468" extrusionOk="0">
                  <a:moveTo>
                    <a:pt x="1215" y="1"/>
                  </a:moveTo>
                  <a:cubicBezTo>
                    <a:pt x="542" y="1"/>
                    <a:pt x="1" y="549"/>
                    <a:pt x="1" y="1222"/>
                  </a:cubicBezTo>
                  <a:lnTo>
                    <a:pt x="1" y="9247"/>
                  </a:lnTo>
                  <a:cubicBezTo>
                    <a:pt x="1" y="9920"/>
                    <a:pt x="542" y="10468"/>
                    <a:pt x="1215" y="10468"/>
                  </a:cubicBezTo>
                  <a:lnTo>
                    <a:pt x="13513" y="10468"/>
                  </a:lnTo>
                  <a:cubicBezTo>
                    <a:pt x="14185" y="10468"/>
                    <a:pt x="14733" y="9920"/>
                    <a:pt x="14733" y="9247"/>
                  </a:cubicBezTo>
                  <a:lnTo>
                    <a:pt x="14733" y="1222"/>
                  </a:lnTo>
                  <a:cubicBezTo>
                    <a:pt x="14733" y="549"/>
                    <a:pt x="14185" y="1"/>
                    <a:pt x="135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09;p48">
              <a:extLst>
                <a:ext uri="{FF2B5EF4-FFF2-40B4-BE49-F238E27FC236}">
                  <a16:creationId xmlns:a16="http://schemas.microsoft.com/office/drawing/2014/main" id="{9BA3D9DE-9193-7E65-8165-EB7FF8B961B0}"/>
                </a:ext>
              </a:extLst>
            </p:cNvPr>
            <p:cNvSpPr/>
            <p:nvPr/>
          </p:nvSpPr>
          <p:spPr>
            <a:xfrm>
              <a:off x="2021438" y="2337723"/>
              <a:ext cx="324045" cy="193628"/>
            </a:xfrm>
            <a:custGeom>
              <a:avLst/>
              <a:gdLst/>
              <a:ahLst/>
              <a:cxnLst/>
              <a:rect l="l" t="t" r="r" b="b"/>
              <a:pathLst>
                <a:path w="12334" h="7370" extrusionOk="0">
                  <a:moveTo>
                    <a:pt x="12320" y="1"/>
                  </a:moveTo>
                  <a:cubicBezTo>
                    <a:pt x="12318" y="1"/>
                    <a:pt x="12315" y="2"/>
                    <a:pt x="12313" y="3"/>
                  </a:cubicBezTo>
                  <a:lnTo>
                    <a:pt x="15" y="3"/>
                  </a:lnTo>
                  <a:cubicBezTo>
                    <a:pt x="8" y="3"/>
                    <a:pt x="1" y="10"/>
                    <a:pt x="1" y="17"/>
                  </a:cubicBezTo>
                  <a:lnTo>
                    <a:pt x="1" y="7369"/>
                  </a:lnTo>
                  <a:lnTo>
                    <a:pt x="12333" y="7369"/>
                  </a:lnTo>
                  <a:lnTo>
                    <a:pt x="12333" y="17"/>
                  </a:lnTo>
                  <a:cubicBezTo>
                    <a:pt x="12333" y="11"/>
                    <a:pt x="12329" y="1"/>
                    <a:pt x="123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010;p48">
              <a:extLst>
                <a:ext uri="{FF2B5EF4-FFF2-40B4-BE49-F238E27FC236}">
                  <a16:creationId xmlns:a16="http://schemas.microsoft.com/office/drawing/2014/main" id="{D735D13B-E94D-8308-9DCC-90BAE1C4BBF4}"/>
                </a:ext>
              </a:extLst>
            </p:cNvPr>
            <p:cNvSpPr/>
            <p:nvPr/>
          </p:nvSpPr>
          <p:spPr>
            <a:xfrm>
              <a:off x="2327224" y="2337776"/>
              <a:ext cx="18259" cy="193576"/>
            </a:xfrm>
            <a:custGeom>
              <a:avLst/>
              <a:gdLst/>
              <a:ahLst/>
              <a:cxnLst/>
              <a:rect l="l" t="t" r="r" b="b"/>
              <a:pathLst>
                <a:path w="695" h="7368" extrusionOk="0">
                  <a:moveTo>
                    <a:pt x="1" y="1"/>
                  </a:moveTo>
                  <a:cubicBezTo>
                    <a:pt x="1" y="8"/>
                    <a:pt x="1" y="8"/>
                    <a:pt x="1" y="15"/>
                  </a:cubicBezTo>
                  <a:lnTo>
                    <a:pt x="1" y="7367"/>
                  </a:lnTo>
                  <a:lnTo>
                    <a:pt x="694" y="7367"/>
                  </a:lnTo>
                  <a:lnTo>
                    <a:pt x="694" y="15"/>
                  </a:lnTo>
                  <a:cubicBezTo>
                    <a:pt x="694" y="8"/>
                    <a:pt x="694" y="8"/>
                    <a:pt x="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11;p48">
              <a:extLst>
                <a:ext uri="{FF2B5EF4-FFF2-40B4-BE49-F238E27FC236}">
                  <a16:creationId xmlns:a16="http://schemas.microsoft.com/office/drawing/2014/main" id="{A2B75C6A-0A4E-B087-86D7-F8101E6053E7}"/>
                </a:ext>
              </a:extLst>
            </p:cNvPr>
            <p:cNvSpPr/>
            <p:nvPr/>
          </p:nvSpPr>
          <p:spPr>
            <a:xfrm>
              <a:off x="2069543" y="2630819"/>
              <a:ext cx="227651" cy="28453"/>
            </a:xfrm>
            <a:custGeom>
              <a:avLst/>
              <a:gdLst/>
              <a:ahLst/>
              <a:cxnLst/>
              <a:rect l="l" t="t" r="r" b="b"/>
              <a:pathLst>
                <a:path w="8665" h="1083" extrusionOk="0">
                  <a:moveTo>
                    <a:pt x="542" y="0"/>
                  </a:moveTo>
                  <a:cubicBezTo>
                    <a:pt x="244" y="0"/>
                    <a:pt x="1" y="243"/>
                    <a:pt x="1" y="541"/>
                  </a:cubicBezTo>
                  <a:cubicBezTo>
                    <a:pt x="1" y="839"/>
                    <a:pt x="244" y="1082"/>
                    <a:pt x="542" y="1082"/>
                  </a:cubicBezTo>
                  <a:lnTo>
                    <a:pt x="8123" y="1082"/>
                  </a:lnTo>
                  <a:cubicBezTo>
                    <a:pt x="8421" y="1082"/>
                    <a:pt x="8664" y="839"/>
                    <a:pt x="8664" y="541"/>
                  </a:cubicBezTo>
                  <a:cubicBezTo>
                    <a:pt x="8664" y="243"/>
                    <a:pt x="8421" y="0"/>
                    <a:pt x="812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12;p48">
              <a:extLst>
                <a:ext uri="{FF2B5EF4-FFF2-40B4-BE49-F238E27FC236}">
                  <a16:creationId xmlns:a16="http://schemas.microsoft.com/office/drawing/2014/main" id="{BA1F41BE-A09E-A379-111E-86482CBB0CBB}"/>
                </a:ext>
              </a:extLst>
            </p:cNvPr>
            <p:cNvSpPr/>
            <p:nvPr/>
          </p:nvSpPr>
          <p:spPr>
            <a:xfrm>
              <a:off x="2175237" y="2549191"/>
              <a:ext cx="14975" cy="11849"/>
            </a:xfrm>
            <a:custGeom>
              <a:avLst/>
              <a:gdLst/>
              <a:ahLst/>
              <a:cxnLst/>
              <a:rect l="l" t="t" r="r" b="b"/>
              <a:pathLst>
                <a:path w="570" h="451" extrusionOk="0">
                  <a:moveTo>
                    <a:pt x="312" y="0"/>
                  </a:moveTo>
                  <a:cubicBezTo>
                    <a:pt x="266" y="0"/>
                    <a:pt x="218" y="15"/>
                    <a:pt x="174" y="48"/>
                  </a:cubicBezTo>
                  <a:cubicBezTo>
                    <a:pt x="1" y="180"/>
                    <a:pt x="91" y="451"/>
                    <a:pt x="313" y="451"/>
                  </a:cubicBezTo>
                  <a:cubicBezTo>
                    <a:pt x="410" y="451"/>
                    <a:pt x="500" y="381"/>
                    <a:pt x="528" y="284"/>
                  </a:cubicBezTo>
                  <a:cubicBezTo>
                    <a:pt x="570" y="129"/>
                    <a:pt x="448" y="0"/>
                    <a:pt x="31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124700565"/>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75" name="Google Shape;275;p32"/>
          <p:cNvSpPr txBox="1">
            <a:spLocks noGrp="1"/>
          </p:cNvSpPr>
          <p:nvPr>
            <p:ph type="title" idx="6"/>
          </p:nvPr>
        </p:nvSpPr>
        <p:spPr>
          <a:xfrm>
            <a:off x="717924" y="211885"/>
            <a:ext cx="7479631" cy="649351"/>
          </a:xfrm>
          <a:prstGeom prst="rect">
            <a:avLst/>
          </a:prstGeom>
        </p:spPr>
        <p:txBody>
          <a:bodyPr spcFirstLastPara="1" wrap="square" lIns="91425" tIns="91425" rIns="91425" bIns="91425" anchor="b" anchorCtr="0">
            <a:noAutofit/>
          </a:bodyPr>
          <a:lstStyle/>
          <a:p>
            <a:pPr algn="l"/>
            <a:r>
              <a:rPr lang="en-IN" sz="3600">
                <a:solidFill>
                  <a:srgbClr val="FF3309"/>
                </a:solidFill>
              </a:rPr>
              <a:t>Data Processing – Version 2</a:t>
            </a:r>
            <a:endParaRPr lang="en-IN" sz="3600" b="0">
              <a:solidFill>
                <a:srgbClr val="FF3309"/>
              </a:solidFill>
            </a:endParaRPr>
          </a:p>
        </p:txBody>
      </p:sp>
      <p:sp>
        <p:nvSpPr>
          <p:cNvPr id="6" name="Title 12"/>
          <p:cNvSpPr>
            <a:spLocks noGrp="1"/>
          </p:cNvSpPr>
          <p:nvPr>
            <p:ph type="title" idx="8"/>
          </p:nvPr>
        </p:nvSpPr>
        <p:spPr>
          <a:xfrm>
            <a:off x="655103" y="1899215"/>
            <a:ext cx="2197100" cy="1345069"/>
          </a:xfrm>
        </p:spPr>
        <p:txBody>
          <a:bodyPr/>
          <a:lstStyle/>
          <a:p>
            <a:pPr algn="l"/>
            <a:r>
              <a:rPr lang="en-US" sz="2000">
                <a:solidFill>
                  <a:schemeClr val="tx1"/>
                </a:solidFill>
              </a:rPr>
              <a:t>Box plots before outlier removal and after outlier removal. </a:t>
            </a:r>
            <a:endParaRPr lang="en-IN" sz="2000">
              <a:solidFill>
                <a:schemeClr val="tx1"/>
              </a:solidFill>
            </a:endParaRPr>
          </a:p>
        </p:txBody>
      </p:sp>
      <p:pic>
        <p:nvPicPr>
          <p:cNvPr id="3" name="Picture 2">
            <a:extLst>
              <a:ext uri="{FF2B5EF4-FFF2-40B4-BE49-F238E27FC236}">
                <a16:creationId xmlns:a16="http://schemas.microsoft.com/office/drawing/2014/main" id="{0E68308C-6485-7F47-2E1A-DE2090F2A7D7}"/>
              </a:ext>
            </a:extLst>
          </p:cNvPr>
          <p:cNvPicPr>
            <a:picLocks noChangeAspect="1"/>
          </p:cNvPicPr>
          <p:nvPr/>
        </p:nvPicPr>
        <p:blipFill>
          <a:blip r:embed="rId3"/>
          <a:stretch>
            <a:fillRect/>
          </a:stretch>
        </p:blipFill>
        <p:spPr>
          <a:xfrm>
            <a:off x="3997800" y="759779"/>
            <a:ext cx="4614852" cy="42808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31871917"/>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4">
          <a:extLst>
            <a:ext uri="{FF2B5EF4-FFF2-40B4-BE49-F238E27FC236}">
              <a16:creationId xmlns:a16="http://schemas.microsoft.com/office/drawing/2014/main" id="{02FF1D8C-7BBA-B10A-8A38-95F94AE0A5ED}"/>
            </a:ext>
          </a:extLst>
        </p:cNvPr>
        <p:cNvGrpSpPr/>
        <p:nvPr/>
      </p:nvGrpSpPr>
      <p:grpSpPr>
        <a:xfrm>
          <a:off x="0" y="0"/>
          <a:ext cx="0" cy="0"/>
          <a:chOff x="0" y="0"/>
          <a:chExt cx="0" cy="0"/>
        </a:xfrm>
      </p:grpSpPr>
      <p:sp>
        <p:nvSpPr>
          <p:cNvPr id="275" name="Google Shape;275;p32">
            <a:extLst>
              <a:ext uri="{FF2B5EF4-FFF2-40B4-BE49-F238E27FC236}">
                <a16:creationId xmlns:a16="http://schemas.microsoft.com/office/drawing/2014/main" id="{BA39C01B-F1E3-575D-3865-340A47E98B19}"/>
              </a:ext>
            </a:extLst>
          </p:cNvPr>
          <p:cNvSpPr txBox="1">
            <a:spLocks noGrp="1"/>
          </p:cNvSpPr>
          <p:nvPr>
            <p:ph type="title" idx="6"/>
          </p:nvPr>
        </p:nvSpPr>
        <p:spPr>
          <a:xfrm>
            <a:off x="717924" y="211885"/>
            <a:ext cx="7479631" cy="649351"/>
          </a:xfrm>
          <a:prstGeom prst="rect">
            <a:avLst/>
          </a:prstGeom>
        </p:spPr>
        <p:txBody>
          <a:bodyPr spcFirstLastPara="1" wrap="square" lIns="91425" tIns="91425" rIns="91425" bIns="91425" anchor="b" anchorCtr="0">
            <a:noAutofit/>
          </a:bodyPr>
          <a:lstStyle/>
          <a:p>
            <a:pPr algn="l"/>
            <a:r>
              <a:rPr lang="en-IN" sz="3600">
                <a:solidFill>
                  <a:srgbClr val="FF3309"/>
                </a:solidFill>
              </a:rPr>
              <a:t>Data Processing – Version 2</a:t>
            </a:r>
            <a:endParaRPr lang="en-IN" sz="3600" b="0">
              <a:solidFill>
                <a:srgbClr val="FF3309"/>
              </a:solidFill>
            </a:endParaRPr>
          </a:p>
        </p:txBody>
      </p:sp>
      <p:pic>
        <p:nvPicPr>
          <p:cNvPr id="3" name="Picture 2">
            <a:extLst>
              <a:ext uri="{FF2B5EF4-FFF2-40B4-BE49-F238E27FC236}">
                <a16:creationId xmlns:a16="http://schemas.microsoft.com/office/drawing/2014/main" id="{D430AE28-1B01-BA45-0841-C380F8D555B7}"/>
              </a:ext>
            </a:extLst>
          </p:cNvPr>
          <p:cNvPicPr>
            <a:picLocks noChangeAspect="1"/>
          </p:cNvPicPr>
          <p:nvPr/>
        </p:nvPicPr>
        <p:blipFill>
          <a:blip r:embed="rId3"/>
          <a:stretch>
            <a:fillRect/>
          </a:stretch>
        </p:blipFill>
        <p:spPr>
          <a:xfrm>
            <a:off x="4945811" y="860754"/>
            <a:ext cx="3910642" cy="235447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F7CF60E0-09C9-2B08-D139-548D5051A6E3}"/>
              </a:ext>
            </a:extLst>
          </p:cNvPr>
          <p:cNvPicPr>
            <a:picLocks noChangeAspect="1"/>
          </p:cNvPicPr>
          <p:nvPr/>
        </p:nvPicPr>
        <p:blipFill>
          <a:blip r:embed="rId4"/>
          <a:stretch>
            <a:fillRect/>
          </a:stretch>
        </p:blipFill>
        <p:spPr>
          <a:xfrm>
            <a:off x="550831" y="863540"/>
            <a:ext cx="3901658" cy="234890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E0B0EAB4-5ABA-B9F4-4CEE-1DE4F27898F3}"/>
              </a:ext>
            </a:extLst>
          </p:cNvPr>
          <p:cNvPicPr>
            <a:picLocks noChangeAspect="1"/>
          </p:cNvPicPr>
          <p:nvPr/>
        </p:nvPicPr>
        <p:blipFill>
          <a:blip r:embed="rId5"/>
          <a:stretch>
            <a:fillRect/>
          </a:stretch>
        </p:blipFill>
        <p:spPr>
          <a:xfrm>
            <a:off x="4670665" y="3694353"/>
            <a:ext cx="4185788" cy="903437"/>
          </a:xfrm>
          <a:prstGeom prst="rect">
            <a:avLst/>
          </a:prstGeom>
        </p:spPr>
      </p:pic>
      <p:sp>
        <p:nvSpPr>
          <p:cNvPr id="9" name="Title 12">
            <a:extLst>
              <a:ext uri="{FF2B5EF4-FFF2-40B4-BE49-F238E27FC236}">
                <a16:creationId xmlns:a16="http://schemas.microsoft.com/office/drawing/2014/main" id="{AC4602AB-A7D2-129C-B394-48EEDBB27A6B}"/>
              </a:ext>
            </a:extLst>
          </p:cNvPr>
          <p:cNvSpPr txBox="1">
            <a:spLocks/>
          </p:cNvSpPr>
          <p:nvPr/>
        </p:nvSpPr>
        <p:spPr>
          <a:xfrm>
            <a:off x="470379" y="3318771"/>
            <a:ext cx="4062561" cy="144519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8000"/>
              <a:buFont typeface="Advent Pro"/>
              <a:buNone/>
              <a:defRPr sz="8000" b="1" i="0" u="none" strike="noStrike" cap="none">
                <a:solidFill>
                  <a:srgbClr val="FFFAEA"/>
                </a:solidFill>
                <a:latin typeface="Advent Pro"/>
                <a:ea typeface="Advent Pro"/>
                <a:cs typeface="Advent Pro"/>
                <a:sym typeface="Advent Pro"/>
              </a:defRPr>
            </a:lvl1pPr>
            <a:lvl2pPr marR="0" lvl="1"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2pPr>
            <a:lvl3pPr marR="0" lvl="2"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3pPr>
            <a:lvl4pPr marR="0" lvl="3"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4pPr>
            <a:lvl5pPr marR="0" lvl="4"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5pPr>
            <a:lvl6pPr marR="0" lvl="5"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6pPr>
            <a:lvl7pPr marR="0" lvl="6"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7pPr>
            <a:lvl8pPr marR="0" lvl="7"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8pPr>
            <a:lvl9pPr marR="0" lvl="8"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9pPr>
          </a:lstStyle>
          <a:p>
            <a:pPr algn="l"/>
            <a:r>
              <a:rPr lang="en-US" sz="1600">
                <a:solidFill>
                  <a:srgbClr val="FF3309"/>
                </a:solidFill>
              </a:rPr>
              <a:t>Outlier removal significantly improved model performance, for </a:t>
            </a:r>
            <a:r>
              <a:rPr lang="en-US" sz="1600" err="1">
                <a:solidFill>
                  <a:srgbClr val="FF3309"/>
                </a:solidFill>
              </a:rPr>
              <a:t>eg.</a:t>
            </a:r>
            <a:r>
              <a:rPr lang="en-US" sz="1600">
                <a:solidFill>
                  <a:srgbClr val="FF3309"/>
                </a:solidFill>
              </a:rPr>
              <a:t> </a:t>
            </a:r>
            <a:r>
              <a:rPr lang="en-US" sz="1600" err="1">
                <a:solidFill>
                  <a:srgbClr val="FF3309"/>
                </a:solidFill>
              </a:rPr>
              <a:t>XGBoost</a:t>
            </a:r>
            <a:r>
              <a:rPr lang="en-US" sz="1600">
                <a:solidFill>
                  <a:srgbClr val="FF3309"/>
                </a:solidFill>
              </a:rPr>
              <a:t> showed the most improvement, with R² increasing from 0.0446 to 0.2105, MAE reducing from 11.65 to 10.21, and RMSE dropping from 47 to 12.85.</a:t>
            </a:r>
          </a:p>
        </p:txBody>
      </p:sp>
    </p:spTree>
    <p:extLst>
      <p:ext uri="{BB962C8B-B14F-4D97-AF65-F5344CB8AC3E}">
        <p14:creationId xmlns:p14="http://schemas.microsoft.com/office/powerpoint/2010/main" val="1378679059"/>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75" name="Google Shape;275;p32"/>
          <p:cNvSpPr txBox="1">
            <a:spLocks noGrp="1"/>
          </p:cNvSpPr>
          <p:nvPr>
            <p:ph type="title" idx="6"/>
          </p:nvPr>
        </p:nvSpPr>
        <p:spPr>
          <a:xfrm>
            <a:off x="717924" y="211885"/>
            <a:ext cx="7479631" cy="649351"/>
          </a:xfrm>
          <a:prstGeom prst="rect">
            <a:avLst/>
          </a:prstGeom>
        </p:spPr>
        <p:txBody>
          <a:bodyPr spcFirstLastPara="1" wrap="square" lIns="91425" tIns="91425" rIns="91425" bIns="91425" anchor="b" anchorCtr="0">
            <a:noAutofit/>
          </a:bodyPr>
          <a:lstStyle/>
          <a:p>
            <a:pPr algn="l"/>
            <a:r>
              <a:rPr lang="en-IN" sz="3600">
                <a:solidFill>
                  <a:srgbClr val="FF3309"/>
                </a:solidFill>
              </a:rPr>
              <a:t>Data Processing – Version 2</a:t>
            </a:r>
            <a:endParaRPr lang="en-IN" sz="3600" b="0">
              <a:solidFill>
                <a:srgbClr val="FF3309"/>
              </a:solidFill>
            </a:endParaRPr>
          </a:p>
        </p:txBody>
      </p:sp>
      <p:sp>
        <p:nvSpPr>
          <p:cNvPr id="6" name="Title 12"/>
          <p:cNvSpPr>
            <a:spLocks noGrp="1"/>
          </p:cNvSpPr>
          <p:nvPr>
            <p:ph type="title" idx="8"/>
          </p:nvPr>
        </p:nvSpPr>
        <p:spPr>
          <a:xfrm>
            <a:off x="448861" y="1701209"/>
            <a:ext cx="2197100" cy="1446458"/>
          </a:xfrm>
        </p:spPr>
        <p:txBody>
          <a:bodyPr/>
          <a:lstStyle/>
          <a:p>
            <a:pPr algn="l"/>
            <a:r>
              <a:rPr lang="en-US" sz="2000">
                <a:solidFill>
                  <a:schemeClr val="tx1"/>
                </a:solidFill>
              </a:rPr>
              <a:t>About five components capture over 95% of the total variance.</a:t>
            </a:r>
            <a:endParaRPr lang="en-IN" sz="2000">
              <a:solidFill>
                <a:schemeClr val="tx1"/>
              </a:solidFill>
            </a:endParaRPr>
          </a:p>
        </p:txBody>
      </p:sp>
      <p:pic>
        <p:nvPicPr>
          <p:cNvPr id="3" name="Picture 2"/>
          <p:cNvPicPr>
            <a:picLocks noChangeAspect="1"/>
          </p:cNvPicPr>
          <p:nvPr/>
        </p:nvPicPr>
        <p:blipFill>
          <a:blip r:embed="rId3"/>
          <a:stretch>
            <a:fillRect/>
          </a:stretch>
        </p:blipFill>
        <p:spPr>
          <a:xfrm>
            <a:off x="2645961" y="981068"/>
            <a:ext cx="6179356" cy="341836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51703674"/>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75" name="Google Shape;275;p32"/>
          <p:cNvSpPr txBox="1">
            <a:spLocks noGrp="1"/>
          </p:cNvSpPr>
          <p:nvPr>
            <p:ph type="title" idx="6"/>
          </p:nvPr>
        </p:nvSpPr>
        <p:spPr>
          <a:xfrm>
            <a:off x="717924" y="211885"/>
            <a:ext cx="7479631" cy="649351"/>
          </a:xfrm>
          <a:prstGeom prst="rect">
            <a:avLst/>
          </a:prstGeom>
        </p:spPr>
        <p:txBody>
          <a:bodyPr spcFirstLastPara="1" wrap="square" lIns="91425" tIns="91425" rIns="91425" bIns="91425" anchor="b" anchorCtr="0">
            <a:noAutofit/>
          </a:bodyPr>
          <a:lstStyle/>
          <a:p>
            <a:pPr algn="l"/>
            <a:r>
              <a:rPr lang="en-IN" sz="3600">
                <a:solidFill>
                  <a:srgbClr val="FF3309"/>
                </a:solidFill>
              </a:rPr>
              <a:t>Why PCA and what have we found?</a:t>
            </a:r>
          </a:p>
        </p:txBody>
      </p:sp>
      <p:sp>
        <p:nvSpPr>
          <p:cNvPr id="6" name="Title 12"/>
          <p:cNvSpPr>
            <a:spLocks noGrp="1"/>
          </p:cNvSpPr>
          <p:nvPr>
            <p:ph type="title" idx="8"/>
          </p:nvPr>
        </p:nvSpPr>
        <p:spPr>
          <a:xfrm>
            <a:off x="294402" y="1110536"/>
            <a:ext cx="8313694" cy="3407528"/>
          </a:xfrm>
        </p:spPr>
        <p:txBody>
          <a:bodyPr/>
          <a:lstStyle/>
          <a:p>
            <a:pPr algn="l"/>
            <a:r>
              <a:rPr lang="en-US" sz="2000" dirty="0">
                <a:solidFill>
                  <a:schemeClr val="tx1"/>
                </a:solidFill>
              </a:rPr>
              <a:t>PCA helped us to: </a:t>
            </a:r>
            <a:br>
              <a:rPr lang="en-US" sz="2000" dirty="0">
                <a:solidFill>
                  <a:schemeClr val="tx1"/>
                </a:solidFill>
              </a:rPr>
            </a:br>
            <a:br>
              <a:rPr lang="en-US" sz="2000" dirty="0">
                <a:solidFill>
                  <a:schemeClr val="tx1"/>
                </a:solidFill>
              </a:rPr>
            </a:br>
            <a:r>
              <a:rPr lang="en-US" sz="2000" dirty="0">
                <a:solidFill>
                  <a:schemeClr val="tx1"/>
                </a:solidFill>
              </a:rPr>
              <a:t>1. Evaluate how much of our data's structure could be captured in fewer dimensions.</a:t>
            </a:r>
            <a:br>
              <a:rPr lang="en-US" sz="2000" dirty="0">
                <a:solidFill>
                  <a:schemeClr val="tx1"/>
                </a:solidFill>
              </a:rPr>
            </a:br>
            <a:r>
              <a:rPr lang="en-US" sz="2000" dirty="0">
                <a:solidFill>
                  <a:schemeClr val="tx1"/>
                </a:solidFill>
              </a:rPr>
              <a:t>2. Test if reducing feature dimensions would impact model performance.</a:t>
            </a:r>
            <a:br>
              <a:rPr lang="en-US" sz="2000" dirty="0">
                <a:solidFill>
                  <a:schemeClr val="tx1"/>
                </a:solidFill>
              </a:rPr>
            </a:br>
            <a:br>
              <a:rPr lang="en-US" sz="2000" dirty="0">
                <a:solidFill>
                  <a:schemeClr val="tx1"/>
                </a:solidFill>
              </a:rPr>
            </a:br>
            <a:r>
              <a:rPr lang="en-US" sz="2000" dirty="0">
                <a:solidFill>
                  <a:schemeClr val="tx1"/>
                </a:solidFill>
              </a:rPr>
              <a:t>What we found: </a:t>
            </a:r>
            <a:br>
              <a:rPr lang="en-US" sz="2000" dirty="0">
                <a:solidFill>
                  <a:schemeClr val="tx1"/>
                </a:solidFill>
              </a:rPr>
            </a:br>
            <a:br>
              <a:rPr lang="en-US" sz="2000" dirty="0">
                <a:solidFill>
                  <a:schemeClr val="tx1"/>
                </a:solidFill>
              </a:rPr>
            </a:br>
            <a:r>
              <a:rPr lang="en-US" sz="2000" dirty="0">
                <a:solidFill>
                  <a:schemeClr val="tx1"/>
                </a:solidFill>
              </a:rPr>
              <a:t>PCA was able to capture 95% of the model's variance in about 5 components but it did not improve the model performance because in our case, the features showed low linear correlation with the target variable and hence could not improve the prediction accuracy. </a:t>
            </a:r>
            <a:endParaRPr lang="en-US" dirty="0">
              <a:solidFill>
                <a:schemeClr val="tx1"/>
              </a:solidFill>
            </a:endParaRPr>
          </a:p>
        </p:txBody>
      </p:sp>
    </p:spTree>
    <p:extLst>
      <p:ext uri="{BB962C8B-B14F-4D97-AF65-F5344CB8AC3E}">
        <p14:creationId xmlns:p14="http://schemas.microsoft.com/office/powerpoint/2010/main" val="2088136785"/>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p45"/>
          <p:cNvSpPr txBox="1">
            <a:spLocks noGrp="1"/>
          </p:cNvSpPr>
          <p:nvPr>
            <p:ph type="title"/>
          </p:nvPr>
        </p:nvSpPr>
        <p:spPr>
          <a:xfrm>
            <a:off x="254000" y="396970"/>
            <a:ext cx="5854699" cy="96423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600">
                <a:solidFill>
                  <a:srgbClr val="FF3309"/>
                </a:solidFill>
              </a:rPr>
              <a:t>PCA &amp; Dimensionality Reduction</a:t>
            </a:r>
            <a:endParaRPr sz="3600">
              <a:solidFill>
                <a:srgbClr val="FF3309"/>
              </a:solidFill>
            </a:endParaRPr>
          </a:p>
        </p:txBody>
      </p:sp>
      <p:sp>
        <p:nvSpPr>
          <p:cNvPr id="933" name="Google Shape;933;p45"/>
          <p:cNvSpPr txBox="1">
            <a:spLocks noGrp="1"/>
          </p:cNvSpPr>
          <p:nvPr>
            <p:ph type="body" idx="1"/>
          </p:nvPr>
        </p:nvSpPr>
        <p:spPr>
          <a:xfrm>
            <a:off x="465148" y="1571933"/>
            <a:ext cx="5755533" cy="3183531"/>
          </a:xfrm>
          <a:prstGeom prst="rect">
            <a:avLst/>
          </a:prstGeom>
        </p:spPr>
        <p:txBody>
          <a:bodyPr spcFirstLastPara="1" wrap="square" lIns="91425" tIns="91425" rIns="91425" bIns="91425" anchor="t" anchorCtr="0">
            <a:noAutofit/>
          </a:bodyPr>
          <a:lstStyle/>
          <a:p>
            <a:pPr marL="285750" indent="-285750" algn="l">
              <a:spcAft>
                <a:spcPts val="1600"/>
              </a:spcAft>
            </a:pPr>
            <a:r>
              <a:rPr lang="en-IN" sz="2400" b="1">
                <a:latin typeface="Advent Pro"/>
              </a:rPr>
              <a:t>5 components capture ~95% variance—huge compression!</a:t>
            </a:r>
          </a:p>
          <a:p>
            <a:pPr marL="285750" indent="-285750" algn="l">
              <a:spcAft>
                <a:spcPts val="1600"/>
              </a:spcAft>
            </a:pPr>
            <a:r>
              <a:rPr lang="en-US" sz="2400" b="1">
                <a:latin typeface="Advent Pro"/>
              </a:rPr>
              <a:t>Helps models train faster and avoid overfitting.</a:t>
            </a:r>
          </a:p>
          <a:p>
            <a:pPr marL="285750" indent="-285750" algn="l">
              <a:spcAft>
                <a:spcPts val="1600"/>
              </a:spcAft>
            </a:pPr>
            <a:r>
              <a:rPr lang="en-US" sz="2400" b="1">
                <a:latin typeface="Advent Pro"/>
              </a:rPr>
              <a:t>Think of PCA like a treasure map—it shows you the X’s but not always the gold</a:t>
            </a:r>
          </a:p>
          <a:p>
            <a:pPr marL="285750" indent="-285750" algn="l">
              <a:spcAft>
                <a:spcPts val="1600"/>
              </a:spcAft>
            </a:pPr>
            <a:endParaRPr lang="en-US" sz="2400" b="1">
              <a:latin typeface="Advent Pro" panose="020B0604020202020204" charset="0"/>
            </a:endParaRPr>
          </a:p>
        </p:txBody>
      </p:sp>
      <p:grpSp>
        <p:nvGrpSpPr>
          <p:cNvPr id="934" name="Google Shape;934;p45"/>
          <p:cNvGrpSpPr/>
          <p:nvPr/>
        </p:nvGrpSpPr>
        <p:grpSpPr>
          <a:xfrm>
            <a:off x="6565930" y="696314"/>
            <a:ext cx="2578070" cy="4148487"/>
            <a:chOff x="2173025" y="238125"/>
            <a:chExt cx="3255550" cy="5238650"/>
          </a:xfrm>
        </p:grpSpPr>
        <p:sp>
          <p:nvSpPr>
            <p:cNvPr id="935" name="Google Shape;935;p45"/>
            <p:cNvSpPr/>
            <p:nvPr/>
          </p:nvSpPr>
          <p:spPr>
            <a:xfrm>
              <a:off x="2261650" y="2577725"/>
              <a:ext cx="461575" cy="336175"/>
            </a:xfrm>
            <a:custGeom>
              <a:avLst/>
              <a:gdLst/>
              <a:ahLst/>
              <a:cxnLst/>
              <a:rect l="l" t="t" r="r" b="b"/>
              <a:pathLst>
                <a:path w="18463" h="13447" extrusionOk="0">
                  <a:moveTo>
                    <a:pt x="6422" y="1"/>
                  </a:moveTo>
                  <a:cubicBezTo>
                    <a:pt x="4145" y="1"/>
                    <a:pt x="2015" y="1327"/>
                    <a:pt x="1147" y="3517"/>
                  </a:cubicBezTo>
                  <a:cubicBezTo>
                    <a:pt x="1" y="6407"/>
                    <a:pt x="1484" y="9706"/>
                    <a:pt x="4461" y="10888"/>
                  </a:cubicBezTo>
                  <a:lnTo>
                    <a:pt x="9851" y="13025"/>
                  </a:lnTo>
                  <a:cubicBezTo>
                    <a:pt x="10572" y="13312"/>
                    <a:pt x="11314" y="13447"/>
                    <a:pt x="12041" y="13447"/>
                  </a:cubicBezTo>
                  <a:cubicBezTo>
                    <a:pt x="14318" y="13447"/>
                    <a:pt x="16448" y="12121"/>
                    <a:pt x="17317" y="9931"/>
                  </a:cubicBezTo>
                  <a:cubicBezTo>
                    <a:pt x="18463" y="7040"/>
                    <a:pt x="16978" y="3741"/>
                    <a:pt x="14002" y="2560"/>
                  </a:cubicBezTo>
                  <a:lnTo>
                    <a:pt x="8613" y="422"/>
                  </a:lnTo>
                  <a:cubicBezTo>
                    <a:pt x="7891" y="136"/>
                    <a:pt x="7149" y="1"/>
                    <a:pt x="64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5"/>
            <p:cNvSpPr/>
            <p:nvPr/>
          </p:nvSpPr>
          <p:spPr>
            <a:xfrm>
              <a:off x="2207775" y="2097675"/>
              <a:ext cx="517175" cy="381075"/>
            </a:xfrm>
            <a:custGeom>
              <a:avLst/>
              <a:gdLst/>
              <a:ahLst/>
              <a:cxnLst/>
              <a:rect l="l" t="t" r="r" b="b"/>
              <a:pathLst>
                <a:path w="20687" h="15243" extrusionOk="0">
                  <a:moveTo>
                    <a:pt x="6394" y="1"/>
                  </a:moveTo>
                  <a:cubicBezTo>
                    <a:pt x="4358" y="1"/>
                    <a:pt x="2511" y="893"/>
                    <a:pt x="1553" y="2557"/>
                  </a:cubicBezTo>
                  <a:cubicBezTo>
                    <a:pt x="1" y="5252"/>
                    <a:pt x="1367" y="8947"/>
                    <a:pt x="4603" y="10812"/>
                  </a:cubicBezTo>
                  <a:lnTo>
                    <a:pt x="10466" y="14188"/>
                  </a:lnTo>
                  <a:cubicBezTo>
                    <a:pt x="11703" y="14901"/>
                    <a:pt x="13035" y="15243"/>
                    <a:pt x="14295" y="15243"/>
                  </a:cubicBezTo>
                  <a:cubicBezTo>
                    <a:pt x="16330" y="15243"/>
                    <a:pt x="18178" y="14350"/>
                    <a:pt x="19136" y="12686"/>
                  </a:cubicBezTo>
                  <a:lnTo>
                    <a:pt x="19135" y="12686"/>
                  </a:lnTo>
                  <a:cubicBezTo>
                    <a:pt x="20686" y="9992"/>
                    <a:pt x="19320" y="6296"/>
                    <a:pt x="16084" y="4432"/>
                  </a:cubicBezTo>
                  <a:lnTo>
                    <a:pt x="10223" y="1056"/>
                  </a:lnTo>
                  <a:cubicBezTo>
                    <a:pt x="8986" y="343"/>
                    <a:pt x="7654" y="1"/>
                    <a:pt x="63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5"/>
            <p:cNvSpPr/>
            <p:nvPr/>
          </p:nvSpPr>
          <p:spPr>
            <a:xfrm>
              <a:off x="2173025" y="1595125"/>
              <a:ext cx="696750" cy="578000"/>
            </a:xfrm>
            <a:custGeom>
              <a:avLst/>
              <a:gdLst/>
              <a:ahLst/>
              <a:cxnLst/>
              <a:rect l="l" t="t" r="r" b="b"/>
              <a:pathLst>
                <a:path w="27870" h="23120" extrusionOk="0">
                  <a:moveTo>
                    <a:pt x="6347" y="0"/>
                  </a:moveTo>
                  <a:cubicBezTo>
                    <a:pt x="4686" y="0"/>
                    <a:pt x="3042" y="732"/>
                    <a:pt x="1931" y="2134"/>
                  </a:cubicBezTo>
                  <a:cubicBezTo>
                    <a:pt x="0" y="4572"/>
                    <a:pt x="411" y="8112"/>
                    <a:pt x="2848" y="10042"/>
                  </a:cubicBezTo>
                  <a:lnTo>
                    <a:pt x="18030" y="21902"/>
                  </a:lnTo>
                  <a:cubicBezTo>
                    <a:pt x="19064" y="22722"/>
                    <a:pt x="20298" y="23120"/>
                    <a:pt x="21522" y="23120"/>
                  </a:cubicBezTo>
                  <a:cubicBezTo>
                    <a:pt x="23183" y="23120"/>
                    <a:pt x="24828" y="22388"/>
                    <a:pt x="25939" y="20986"/>
                  </a:cubicBezTo>
                  <a:cubicBezTo>
                    <a:pt x="27870" y="18549"/>
                    <a:pt x="27458" y="15009"/>
                    <a:pt x="25021" y="13078"/>
                  </a:cubicBezTo>
                  <a:lnTo>
                    <a:pt x="9839" y="1218"/>
                  </a:lnTo>
                  <a:cubicBezTo>
                    <a:pt x="8804" y="398"/>
                    <a:pt x="7571" y="0"/>
                    <a:pt x="63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5"/>
            <p:cNvSpPr/>
            <p:nvPr/>
          </p:nvSpPr>
          <p:spPr>
            <a:xfrm>
              <a:off x="2436925" y="238125"/>
              <a:ext cx="1805800" cy="3360150"/>
            </a:xfrm>
            <a:custGeom>
              <a:avLst/>
              <a:gdLst/>
              <a:ahLst/>
              <a:cxnLst/>
              <a:rect l="l" t="t" r="r" b="b"/>
              <a:pathLst>
                <a:path w="72232" h="134406" extrusionOk="0">
                  <a:moveTo>
                    <a:pt x="7315" y="0"/>
                  </a:moveTo>
                  <a:cubicBezTo>
                    <a:pt x="3275" y="0"/>
                    <a:pt x="1" y="3275"/>
                    <a:pt x="1" y="7315"/>
                  </a:cubicBezTo>
                  <a:lnTo>
                    <a:pt x="1" y="127090"/>
                  </a:lnTo>
                  <a:cubicBezTo>
                    <a:pt x="1" y="131130"/>
                    <a:pt x="3275" y="134406"/>
                    <a:pt x="7315" y="134406"/>
                  </a:cubicBezTo>
                  <a:lnTo>
                    <a:pt x="64918" y="134406"/>
                  </a:lnTo>
                  <a:cubicBezTo>
                    <a:pt x="68957" y="134406"/>
                    <a:pt x="72232" y="131130"/>
                    <a:pt x="72232" y="127090"/>
                  </a:cubicBezTo>
                  <a:lnTo>
                    <a:pt x="72232" y="7315"/>
                  </a:lnTo>
                  <a:cubicBezTo>
                    <a:pt x="72232" y="3275"/>
                    <a:pt x="68957" y="0"/>
                    <a:pt x="649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5"/>
            <p:cNvSpPr/>
            <p:nvPr/>
          </p:nvSpPr>
          <p:spPr>
            <a:xfrm>
              <a:off x="2542225" y="363775"/>
              <a:ext cx="1602050" cy="2948700"/>
            </a:xfrm>
            <a:custGeom>
              <a:avLst/>
              <a:gdLst/>
              <a:ahLst/>
              <a:cxnLst/>
              <a:rect l="l" t="t" r="r" b="b"/>
              <a:pathLst>
                <a:path w="64082" h="117948" extrusionOk="0">
                  <a:moveTo>
                    <a:pt x="3715" y="1"/>
                  </a:moveTo>
                  <a:cubicBezTo>
                    <a:pt x="1663" y="1"/>
                    <a:pt x="0" y="1664"/>
                    <a:pt x="0" y="3716"/>
                  </a:cubicBezTo>
                  <a:lnTo>
                    <a:pt x="0" y="114234"/>
                  </a:lnTo>
                  <a:cubicBezTo>
                    <a:pt x="0" y="116285"/>
                    <a:pt x="1663" y="117948"/>
                    <a:pt x="3715" y="117948"/>
                  </a:cubicBezTo>
                  <a:lnTo>
                    <a:pt x="60367" y="117948"/>
                  </a:lnTo>
                  <a:cubicBezTo>
                    <a:pt x="62418" y="117948"/>
                    <a:pt x="64081" y="116285"/>
                    <a:pt x="64081" y="114234"/>
                  </a:cubicBezTo>
                  <a:lnTo>
                    <a:pt x="64081" y="3716"/>
                  </a:lnTo>
                  <a:cubicBezTo>
                    <a:pt x="64081" y="1664"/>
                    <a:pt x="62418" y="1"/>
                    <a:pt x="60367" y="1"/>
                  </a:cubicBezTo>
                  <a:close/>
                </a:path>
              </a:pathLst>
            </a:custGeom>
            <a:solidFill>
              <a:srgbClr val="FF6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5"/>
            <p:cNvSpPr/>
            <p:nvPr/>
          </p:nvSpPr>
          <p:spPr>
            <a:xfrm>
              <a:off x="2913100" y="2197400"/>
              <a:ext cx="1647225" cy="2266625"/>
            </a:xfrm>
            <a:custGeom>
              <a:avLst/>
              <a:gdLst/>
              <a:ahLst/>
              <a:cxnLst/>
              <a:rect l="l" t="t" r="r" b="b"/>
              <a:pathLst>
                <a:path w="65889" h="90665" extrusionOk="0">
                  <a:moveTo>
                    <a:pt x="62275" y="0"/>
                  </a:moveTo>
                  <a:cubicBezTo>
                    <a:pt x="51038" y="0"/>
                    <a:pt x="51913" y="19133"/>
                    <a:pt x="52212" y="25407"/>
                  </a:cubicBezTo>
                  <a:cubicBezTo>
                    <a:pt x="37131" y="32702"/>
                    <a:pt x="37975" y="56033"/>
                    <a:pt x="37975" y="56033"/>
                  </a:cubicBezTo>
                  <a:lnTo>
                    <a:pt x="870" y="56033"/>
                  </a:lnTo>
                  <a:cubicBezTo>
                    <a:pt x="1" y="77729"/>
                    <a:pt x="31167" y="90665"/>
                    <a:pt x="31167" y="90665"/>
                  </a:cubicBezTo>
                  <a:lnTo>
                    <a:pt x="50910" y="85899"/>
                  </a:lnTo>
                  <a:lnTo>
                    <a:pt x="65888" y="85559"/>
                  </a:lnTo>
                  <a:lnTo>
                    <a:pt x="64527" y="43688"/>
                  </a:lnTo>
                  <a:cubicBezTo>
                    <a:pt x="65277" y="3533"/>
                    <a:pt x="63846" y="116"/>
                    <a:pt x="63846" y="116"/>
                  </a:cubicBezTo>
                  <a:cubicBezTo>
                    <a:pt x="63297" y="38"/>
                    <a:pt x="62774" y="0"/>
                    <a:pt x="622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5"/>
            <p:cNvSpPr/>
            <p:nvPr/>
          </p:nvSpPr>
          <p:spPr>
            <a:xfrm>
              <a:off x="3254650" y="3358200"/>
              <a:ext cx="182900" cy="182875"/>
            </a:xfrm>
            <a:custGeom>
              <a:avLst/>
              <a:gdLst/>
              <a:ahLst/>
              <a:cxnLst/>
              <a:rect l="l" t="t" r="r" b="b"/>
              <a:pathLst>
                <a:path w="7316" h="7315" extrusionOk="0">
                  <a:moveTo>
                    <a:pt x="3658" y="0"/>
                  </a:moveTo>
                  <a:cubicBezTo>
                    <a:pt x="1637" y="0"/>
                    <a:pt x="0" y="1637"/>
                    <a:pt x="0" y="3657"/>
                  </a:cubicBezTo>
                  <a:cubicBezTo>
                    <a:pt x="0" y="5677"/>
                    <a:pt x="1637" y="7315"/>
                    <a:pt x="3658" y="7315"/>
                  </a:cubicBezTo>
                  <a:cubicBezTo>
                    <a:pt x="5677" y="7315"/>
                    <a:pt x="7315" y="5677"/>
                    <a:pt x="7315" y="3657"/>
                  </a:cubicBezTo>
                  <a:cubicBezTo>
                    <a:pt x="7315" y="1637"/>
                    <a:pt x="5677" y="0"/>
                    <a:pt x="365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5"/>
            <p:cNvSpPr/>
            <p:nvPr/>
          </p:nvSpPr>
          <p:spPr>
            <a:xfrm>
              <a:off x="3436925" y="3544900"/>
              <a:ext cx="1621625" cy="1529150"/>
            </a:xfrm>
            <a:custGeom>
              <a:avLst/>
              <a:gdLst/>
              <a:ahLst/>
              <a:cxnLst/>
              <a:rect l="l" t="t" r="r" b="b"/>
              <a:pathLst>
                <a:path w="64865" h="61166" extrusionOk="0">
                  <a:moveTo>
                    <a:pt x="33329" y="0"/>
                  </a:moveTo>
                  <a:lnTo>
                    <a:pt x="1" y="25930"/>
                  </a:lnTo>
                  <a:lnTo>
                    <a:pt x="35235" y="61165"/>
                  </a:lnTo>
                  <a:lnTo>
                    <a:pt x="64864" y="31536"/>
                  </a:lnTo>
                  <a:lnTo>
                    <a:pt x="3332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5"/>
            <p:cNvSpPr/>
            <p:nvPr/>
          </p:nvSpPr>
          <p:spPr>
            <a:xfrm>
              <a:off x="3850450" y="3898675"/>
              <a:ext cx="1578125" cy="1578100"/>
            </a:xfrm>
            <a:custGeom>
              <a:avLst/>
              <a:gdLst/>
              <a:ahLst/>
              <a:cxnLst/>
              <a:rect l="l" t="t" r="r" b="b"/>
              <a:pathLst>
                <a:path w="63125" h="63124" extrusionOk="0">
                  <a:moveTo>
                    <a:pt x="35959" y="1"/>
                  </a:moveTo>
                  <a:lnTo>
                    <a:pt x="1" y="35958"/>
                  </a:lnTo>
                  <a:lnTo>
                    <a:pt x="27167" y="63124"/>
                  </a:lnTo>
                  <a:lnTo>
                    <a:pt x="63125" y="27167"/>
                  </a:lnTo>
                  <a:lnTo>
                    <a:pt x="359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5"/>
            <p:cNvSpPr/>
            <p:nvPr/>
          </p:nvSpPr>
          <p:spPr>
            <a:xfrm>
              <a:off x="2733250" y="736725"/>
              <a:ext cx="1264525" cy="953425"/>
            </a:xfrm>
            <a:custGeom>
              <a:avLst/>
              <a:gdLst/>
              <a:ahLst/>
              <a:cxnLst/>
              <a:rect l="l" t="t" r="r" b="b"/>
              <a:pathLst>
                <a:path w="50581" h="38137" extrusionOk="0">
                  <a:moveTo>
                    <a:pt x="24210" y="1"/>
                  </a:moveTo>
                  <a:cubicBezTo>
                    <a:pt x="22039" y="1"/>
                    <a:pt x="19995" y="506"/>
                    <a:pt x="18204" y="1392"/>
                  </a:cubicBezTo>
                  <a:cubicBezTo>
                    <a:pt x="0" y="8808"/>
                    <a:pt x="23954" y="37607"/>
                    <a:pt x="24385" y="38124"/>
                  </a:cubicBezTo>
                  <a:lnTo>
                    <a:pt x="24385" y="38137"/>
                  </a:lnTo>
                  <a:cubicBezTo>
                    <a:pt x="24385" y="38137"/>
                    <a:pt x="24390" y="38131"/>
                    <a:pt x="24391" y="38130"/>
                  </a:cubicBezTo>
                  <a:lnTo>
                    <a:pt x="24396" y="38137"/>
                  </a:lnTo>
                  <a:lnTo>
                    <a:pt x="24396" y="38123"/>
                  </a:lnTo>
                  <a:cubicBezTo>
                    <a:pt x="24844" y="37589"/>
                    <a:pt x="50580" y="6644"/>
                    <a:pt x="28389" y="661"/>
                  </a:cubicBezTo>
                  <a:cubicBezTo>
                    <a:pt x="27078" y="240"/>
                    <a:pt x="25676" y="1"/>
                    <a:pt x="24210" y="1"/>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5"/>
            <p:cNvSpPr/>
            <p:nvPr/>
          </p:nvSpPr>
          <p:spPr>
            <a:xfrm>
              <a:off x="3111325" y="843525"/>
              <a:ext cx="725475" cy="846625"/>
            </a:xfrm>
            <a:custGeom>
              <a:avLst/>
              <a:gdLst/>
              <a:ahLst/>
              <a:cxnLst/>
              <a:rect l="l" t="t" r="r" b="b"/>
              <a:pathLst>
                <a:path w="29019" h="33865" extrusionOk="0">
                  <a:moveTo>
                    <a:pt x="19766" y="0"/>
                  </a:moveTo>
                  <a:lnTo>
                    <a:pt x="1" y="19765"/>
                  </a:lnTo>
                  <a:cubicBezTo>
                    <a:pt x="3770" y="27248"/>
                    <a:pt x="9062" y="33611"/>
                    <a:pt x="9262" y="33851"/>
                  </a:cubicBezTo>
                  <a:lnTo>
                    <a:pt x="9262" y="33865"/>
                  </a:lnTo>
                  <a:cubicBezTo>
                    <a:pt x="9262" y="33865"/>
                    <a:pt x="9267" y="33859"/>
                    <a:pt x="9268" y="33857"/>
                  </a:cubicBezTo>
                  <a:lnTo>
                    <a:pt x="9273" y="33865"/>
                  </a:lnTo>
                  <a:lnTo>
                    <a:pt x="9273" y="33851"/>
                  </a:lnTo>
                  <a:cubicBezTo>
                    <a:pt x="9660" y="33388"/>
                    <a:pt x="29018" y="10109"/>
                    <a:pt x="19766"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5"/>
            <p:cNvSpPr/>
            <p:nvPr/>
          </p:nvSpPr>
          <p:spPr>
            <a:xfrm>
              <a:off x="3215575" y="934275"/>
              <a:ext cx="254875" cy="254850"/>
            </a:xfrm>
            <a:custGeom>
              <a:avLst/>
              <a:gdLst/>
              <a:ahLst/>
              <a:cxnLst/>
              <a:rect l="l" t="t" r="r" b="b"/>
              <a:pathLst>
                <a:path w="10195" h="10194" extrusionOk="0">
                  <a:moveTo>
                    <a:pt x="5098" y="0"/>
                  </a:moveTo>
                  <a:cubicBezTo>
                    <a:pt x="3746" y="0"/>
                    <a:pt x="2449" y="537"/>
                    <a:pt x="1494" y="1493"/>
                  </a:cubicBezTo>
                  <a:cubicBezTo>
                    <a:pt x="538" y="2449"/>
                    <a:pt x="1" y="3745"/>
                    <a:pt x="1" y="5096"/>
                  </a:cubicBezTo>
                  <a:cubicBezTo>
                    <a:pt x="1" y="6449"/>
                    <a:pt x="538" y="7745"/>
                    <a:pt x="1494" y="8701"/>
                  </a:cubicBezTo>
                  <a:cubicBezTo>
                    <a:pt x="2449" y="9657"/>
                    <a:pt x="3746" y="10194"/>
                    <a:pt x="5098" y="10194"/>
                  </a:cubicBezTo>
                  <a:cubicBezTo>
                    <a:pt x="6449" y="10194"/>
                    <a:pt x="7746" y="9657"/>
                    <a:pt x="8702" y="8701"/>
                  </a:cubicBezTo>
                  <a:cubicBezTo>
                    <a:pt x="9657" y="7745"/>
                    <a:pt x="10194" y="6449"/>
                    <a:pt x="10194" y="5096"/>
                  </a:cubicBezTo>
                  <a:cubicBezTo>
                    <a:pt x="10194" y="3745"/>
                    <a:pt x="9657" y="2449"/>
                    <a:pt x="8702" y="1493"/>
                  </a:cubicBezTo>
                  <a:cubicBezTo>
                    <a:pt x="7746" y="537"/>
                    <a:pt x="6449" y="0"/>
                    <a:pt x="50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5"/>
            <p:cNvSpPr/>
            <p:nvPr/>
          </p:nvSpPr>
          <p:spPr>
            <a:xfrm>
              <a:off x="2850900" y="2158875"/>
              <a:ext cx="984675" cy="231975"/>
            </a:xfrm>
            <a:custGeom>
              <a:avLst/>
              <a:gdLst/>
              <a:ahLst/>
              <a:cxnLst/>
              <a:rect l="l" t="t" r="r" b="b"/>
              <a:pathLst>
                <a:path w="39387" h="9279" extrusionOk="0">
                  <a:moveTo>
                    <a:pt x="3353" y="1"/>
                  </a:moveTo>
                  <a:cubicBezTo>
                    <a:pt x="1502" y="1"/>
                    <a:pt x="1" y="1720"/>
                    <a:pt x="1" y="3840"/>
                  </a:cubicBezTo>
                  <a:lnTo>
                    <a:pt x="1" y="5440"/>
                  </a:lnTo>
                  <a:cubicBezTo>
                    <a:pt x="1" y="7559"/>
                    <a:pt x="1502" y="9279"/>
                    <a:pt x="3353" y="9279"/>
                  </a:cubicBezTo>
                  <a:lnTo>
                    <a:pt x="36034" y="9279"/>
                  </a:lnTo>
                  <a:cubicBezTo>
                    <a:pt x="37885" y="9279"/>
                    <a:pt x="39386" y="7559"/>
                    <a:pt x="39386" y="5440"/>
                  </a:cubicBezTo>
                  <a:lnTo>
                    <a:pt x="39386" y="3840"/>
                  </a:lnTo>
                  <a:cubicBezTo>
                    <a:pt x="39386" y="1720"/>
                    <a:pt x="37885" y="1"/>
                    <a:pt x="36034" y="1"/>
                  </a:cubicBezTo>
                  <a:close/>
                </a:path>
              </a:pathLst>
            </a:custGeom>
            <a:solidFill>
              <a:schemeClr val="accent3">
                <a:lumMod val="40000"/>
                <a:lumOff val="60000"/>
              </a:schemeClr>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5"/>
            <p:cNvSpPr/>
            <p:nvPr/>
          </p:nvSpPr>
          <p:spPr>
            <a:xfrm>
              <a:off x="2933025" y="1831500"/>
              <a:ext cx="818425" cy="302200"/>
            </a:xfrm>
            <a:custGeom>
              <a:avLst/>
              <a:gdLst/>
              <a:ahLst/>
              <a:cxnLst/>
              <a:rect l="l" t="t" r="r" b="b"/>
              <a:pathLst>
                <a:path w="32737" h="12088" extrusionOk="0">
                  <a:moveTo>
                    <a:pt x="11332" y="0"/>
                  </a:moveTo>
                  <a:cubicBezTo>
                    <a:pt x="5075" y="0"/>
                    <a:pt x="1" y="5074"/>
                    <a:pt x="1" y="11332"/>
                  </a:cubicBezTo>
                  <a:lnTo>
                    <a:pt x="1" y="12088"/>
                  </a:lnTo>
                  <a:lnTo>
                    <a:pt x="32737" y="12088"/>
                  </a:lnTo>
                  <a:lnTo>
                    <a:pt x="32737" y="11332"/>
                  </a:lnTo>
                  <a:cubicBezTo>
                    <a:pt x="32737" y="5074"/>
                    <a:pt x="27663" y="0"/>
                    <a:pt x="21406" y="0"/>
                  </a:cubicBezTo>
                  <a:close/>
                </a:path>
              </a:pathLst>
            </a:custGeom>
            <a:solidFill>
              <a:schemeClr val="accent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5"/>
            <p:cNvSpPr/>
            <p:nvPr/>
          </p:nvSpPr>
          <p:spPr>
            <a:xfrm>
              <a:off x="2934875" y="2416975"/>
              <a:ext cx="814725" cy="251825"/>
            </a:xfrm>
            <a:custGeom>
              <a:avLst/>
              <a:gdLst/>
              <a:ahLst/>
              <a:cxnLst/>
              <a:rect l="l" t="t" r="r" b="b"/>
              <a:pathLst>
                <a:path w="32589" h="10073" extrusionOk="0">
                  <a:moveTo>
                    <a:pt x="1" y="0"/>
                  </a:moveTo>
                  <a:cubicBezTo>
                    <a:pt x="628" y="5666"/>
                    <a:pt x="5427" y="10073"/>
                    <a:pt x="11258" y="10073"/>
                  </a:cubicBezTo>
                  <a:lnTo>
                    <a:pt x="21332" y="10073"/>
                  </a:lnTo>
                  <a:cubicBezTo>
                    <a:pt x="27163" y="10073"/>
                    <a:pt x="31962" y="5666"/>
                    <a:pt x="32589" y="0"/>
                  </a:cubicBezTo>
                  <a:close/>
                </a:path>
              </a:pathLst>
            </a:custGeom>
            <a:solidFill>
              <a:schemeClr val="accent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846454010"/>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4">
          <a:extLst>
            <a:ext uri="{FF2B5EF4-FFF2-40B4-BE49-F238E27FC236}">
              <a16:creationId xmlns:a16="http://schemas.microsoft.com/office/drawing/2014/main" id="{6D6D61F9-6267-5582-241B-6DE97126AF6D}"/>
            </a:ext>
          </a:extLst>
        </p:cNvPr>
        <p:cNvGrpSpPr/>
        <p:nvPr/>
      </p:nvGrpSpPr>
      <p:grpSpPr>
        <a:xfrm>
          <a:off x="0" y="0"/>
          <a:ext cx="0" cy="0"/>
          <a:chOff x="0" y="0"/>
          <a:chExt cx="0" cy="0"/>
        </a:xfrm>
      </p:grpSpPr>
      <p:sp>
        <p:nvSpPr>
          <p:cNvPr id="275" name="Google Shape;275;p32">
            <a:extLst>
              <a:ext uri="{FF2B5EF4-FFF2-40B4-BE49-F238E27FC236}">
                <a16:creationId xmlns:a16="http://schemas.microsoft.com/office/drawing/2014/main" id="{9C003255-4F18-0F6D-7D7E-6C2A03113448}"/>
              </a:ext>
            </a:extLst>
          </p:cNvPr>
          <p:cNvSpPr txBox="1">
            <a:spLocks noGrp="1"/>
          </p:cNvSpPr>
          <p:nvPr>
            <p:ph type="title" idx="6"/>
          </p:nvPr>
        </p:nvSpPr>
        <p:spPr>
          <a:xfrm>
            <a:off x="717924" y="211885"/>
            <a:ext cx="7479631" cy="649351"/>
          </a:xfrm>
          <a:prstGeom prst="rect">
            <a:avLst/>
          </a:prstGeom>
        </p:spPr>
        <p:txBody>
          <a:bodyPr spcFirstLastPara="1" wrap="square" lIns="91425" tIns="91425" rIns="91425" bIns="91425" anchor="b" anchorCtr="0">
            <a:noAutofit/>
          </a:bodyPr>
          <a:lstStyle/>
          <a:p>
            <a:pPr algn="l"/>
            <a:r>
              <a:rPr lang="en-IN" sz="3600">
                <a:solidFill>
                  <a:srgbClr val="FF3309"/>
                </a:solidFill>
              </a:rPr>
              <a:t>Data Processing – Version 2</a:t>
            </a:r>
            <a:endParaRPr lang="en-IN" sz="3600" b="0">
              <a:solidFill>
                <a:srgbClr val="FF3309"/>
              </a:solidFill>
            </a:endParaRPr>
          </a:p>
        </p:txBody>
      </p:sp>
      <p:sp>
        <p:nvSpPr>
          <p:cNvPr id="6" name="Title 12">
            <a:extLst>
              <a:ext uri="{FF2B5EF4-FFF2-40B4-BE49-F238E27FC236}">
                <a16:creationId xmlns:a16="http://schemas.microsoft.com/office/drawing/2014/main" id="{16B0DF95-4B26-10F1-DC88-538A3B85E4DC}"/>
              </a:ext>
            </a:extLst>
          </p:cNvPr>
          <p:cNvSpPr>
            <a:spLocks noGrp="1"/>
          </p:cNvSpPr>
          <p:nvPr>
            <p:ph type="title" idx="8"/>
          </p:nvPr>
        </p:nvSpPr>
        <p:spPr>
          <a:xfrm>
            <a:off x="330248" y="983262"/>
            <a:ext cx="2757816" cy="2917963"/>
          </a:xfrm>
        </p:spPr>
        <p:txBody>
          <a:bodyPr/>
          <a:lstStyle/>
          <a:p>
            <a:pPr algn="l"/>
            <a:r>
              <a:rPr lang="en-US" sz="1800" err="1">
                <a:solidFill>
                  <a:schemeClr val="tx1"/>
                </a:solidFill>
              </a:rPr>
              <a:t>XGBoost</a:t>
            </a:r>
            <a:r>
              <a:rPr lang="en-US" sz="1800">
                <a:solidFill>
                  <a:schemeClr val="tx1"/>
                </a:solidFill>
              </a:rPr>
              <a:t> identified </a:t>
            </a:r>
            <a:r>
              <a:rPr lang="en-US" sz="1800" err="1">
                <a:solidFill>
                  <a:schemeClr val="tx1"/>
                </a:solidFill>
              </a:rPr>
              <a:t>store_id_encoded</a:t>
            </a:r>
            <a:r>
              <a:rPr lang="en-US" sz="1800">
                <a:solidFill>
                  <a:schemeClr val="tx1"/>
                </a:solidFill>
              </a:rPr>
              <a:t> and </a:t>
            </a:r>
            <a:r>
              <a:rPr lang="en-US" sz="1800" err="1">
                <a:solidFill>
                  <a:schemeClr val="tx1"/>
                </a:solidFill>
              </a:rPr>
              <a:t>estimated_store_to_consumer_driving_duration</a:t>
            </a:r>
            <a:r>
              <a:rPr lang="en-US" sz="1800">
                <a:solidFill>
                  <a:schemeClr val="tx1"/>
                </a:solidFill>
              </a:rPr>
              <a:t> as the most influential features in predicting delivery time.</a:t>
            </a:r>
            <a:br>
              <a:rPr lang="en-US" sz="1800">
                <a:solidFill>
                  <a:schemeClr val="tx1"/>
                </a:solidFill>
              </a:rPr>
            </a:br>
            <a:br>
              <a:rPr lang="en-US" sz="1800">
                <a:solidFill>
                  <a:schemeClr val="tx1"/>
                </a:solidFill>
              </a:rPr>
            </a:br>
            <a:endParaRPr lang="en-US" sz="1800">
              <a:solidFill>
                <a:schemeClr val="tx1"/>
              </a:solidFill>
            </a:endParaRPr>
          </a:p>
        </p:txBody>
      </p:sp>
      <p:pic>
        <p:nvPicPr>
          <p:cNvPr id="3" name="Picture 2">
            <a:extLst>
              <a:ext uri="{FF2B5EF4-FFF2-40B4-BE49-F238E27FC236}">
                <a16:creationId xmlns:a16="http://schemas.microsoft.com/office/drawing/2014/main" id="{8E9184A5-AE4E-AF17-5FA7-929AB7DA9D07}"/>
              </a:ext>
            </a:extLst>
          </p:cNvPr>
          <p:cNvPicPr>
            <a:picLocks noChangeAspect="1"/>
          </p:cNvPicPr>
          <p:nvPr/>
        </p:nvPicPr>
        <p:blipFill>
          <a:blip r:embed="rId3"/>
          <a:stretch>
            <a:fillRect/>
          </a:stretch>
        </p:blipFill>
        <p:spPr>
          <a:xfrm>
            <a:off x="3200455" y="981255"/>
            <a:ext cx="5740770" cy="3429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118710874"/>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31">
          <a:extLst>
            <a:ext uri="{FF2B5EF4-FFF2-40B4-BE49-F238E27FC236}">
              <a16:creationId xmlns:a16="http://schemas.microsoft.com/office/drawing/2014/main" id="{64399C48-E91C-DE32-C351-8268EC3A27EB}"/>
            </a:ext>
          </a:extLst>
        </p:cNvPr>
        <p:cNvGrpSpPr/>
        <p:nvPr/>
      </p:nvGrpSpPr>
      <p:grpSpPr>
        <a:xfrm>
          <a:off x="0" y="0"/>
          <a:ext cx="0" cy="0"/>
          <a:chOff x="0" y="0"/>
          <a:chExt cx="0" cy="0"/>
        </a:xfrm>
      </p:grpSpPr>
      <p:sp>
        <p:nvSpPr>
          <p:cNvPr id="932" name="Google Shape;932;p45">
            <a:extLst>
              <a:ext uri="{FF2B5EF4-FFF2-40B4-BE49-F238E27FC236}">
                <a16:creationId xmlns:a16="http://schemas.microsoft.com/office/drawing/2014/main" id="{5E856B7B-9A89-9397-4262-DC2D9B85E1E3}"/>
              </a:ext>
            </a:extLst>
          </p:cNvPr>
          <p:cNvSpPr txBox="1">
            <a:spLocks noGrp="1"/>
          </p:cNvSpPr>
          <p:nvPr>
            <p:ph type="title"/>
          </p:nvPr>
        </p:nvSpPr>
        <p:spPr>
          <a:xfrm>
            <a:off x="254000" y="396970"/>
            <a:ext cx="5854699" cy="964233"/>
          </a:xfrm>
          <a:prstGeom prst="rect">
            <a:avLst/>
          </a:prstGeom>
        </p:spPr>
        <p:txBody>
          <a:bodyPr spcFirstLastPara="1" wrap="square" lIns="91425" tIns="91425" rIns="91425" bIns="91425" anchor="b" anchorCtr="0">
            <a:noAutofit/>
          </a:bodyPr>
          <a:lstStyle/>
          <a:p>
            <a:pPr algn="l"/>
            <a:r>
              <a:rPr lang="en-IN" sz="3600">
                <a:solidFill>
                  <a:srgbClr val="FF3309"/>
                </a:solidFill>
              </a:rPr>
              <a:t>Data Processing – Version 3</a:t>
            </a:r>
            <a:endParaRPr lang="en-US"/>
          </a:p>
        </p:txBody>
      </p:sp>
      <p:sp>
        <p:nvSpPr>
          <p:cNvPr id="933" name="Google Shape;933;p45">
            <a:extLst>
              <a:ext uri="{FF2B5EF4-FFF2-40B4-BE49-F238E27FC236}">
                <a16:creationId xmlns:a16="http://schemas.microsoft.com/office/drawing/2014/main" id="{CA6C33E6-51D7-0F27-8F3A-0D7134E3D401}"/>
              </a:ext>
            </a:extLst>
          </p:cNvPr>
          <p:cNvSpPr txBox="1">
            <a:spLocks noGrp="1"/>
          </p:cNvSpPr>
          <p:nvPr>
            <p:ph type="body" idx="1"/>
          </p:nvPr>
        </p:nvSpPr>
        <p:spPr>
          <a:xfrm>
            <a:off x="465148" y="1579656"/>
            <a:ext cx="8073881" cy="3451940"/>
          </a:xfrm>
          <a:prstGeom prst="rect">
            <a:avLst/>
          </a:prstGeom>
        </p:spPr>
        <p:txBody>
          <a:bodyPr spcFirstLastPara="1" wrap="square" lIns="91425" tIns="91425" rIns="91425" bIns="91425" anchor="t" anchorCtr="0">
            <a:noAutofit/>
          </a:bodyPr>
          <a:lstStyle/>
          <a:p>
            <a:pPr marL="285750" indent="-285750" algn="l">
              <a:spcAft>
                <a:spcPts val="1600"/>
              </a:spcAft>
            </a:pPr>
            <a:r>
              <a:rPr lang="en-IN" sz="1600" b="1">
                <a:latin typeface="Advent Pro"/>
              </a:rPr>
              <a:t>Filled missing </a:t>
            </a:r>
            <a:r>
              <a:rPr lang="en-IN" sz="1600" b="1" err="1">
                <a:latin typeface="Advent Pro"/>
              </a:rPr>
              <a:t>store_primary_category</a:t>
            </a:r>
            <a:r>
              <a:rPr lang="en-IN" sz="1600" b="1">
                <a:latin typeface="Advent Pro"/>
              </a:rPr>
              <a:t> with "Uncategorized" and </a:t>
            </a:r>
            <a:r>
              <a:rPr lang="en-IN" sz="1600" b="1" err="1">
                <a:latin typeface="Advent Pro"/>
              </a:rPr>
              <a:t>order_protocol</a:t>
            </a:r>
            <a:r>
              <a:rPr lang="en-IN" sz="1600" b="1">
                <a:latin typeface="Advent Pro"/>
              </a:rPr>
              <a:t> with its mode value. </a:t>
            </a:r>
            <a:endParaRPr lang="en-US" sz="1600" b="1">
              <a:latin typeface="Advent Pro"/>
            </a:endParaRPr>
          </a:p>
          <a:p>
            <a:pPr marL="285750" indent="-285750" algn="l">
              <a:spcAft>
                <a:spcPts val="1600"/>
              </a:spcAft>
            </a:pPr>
            <a:r>
              <a:rPr lang="en-IN" sz="1600" b="1">
                <a:latin typeface="Advent Pro"/>
              </a:rPr>
              <a:t>Imputed missing </a:t>
            </a:r>
            <a:r>
              <a:rPr lang="en-IN" sz="1600" b="1" err="1">
                <a:latin typeface="Advent Pro"/>
              </a:rPr>
              <a:t>estimated_store_to_consumer_driving_duration</a:t>
            </a:r>
            <a:r>
              <a:rPr lang="en-IN" sz="1600" b="1">
                <a:latin typeface="Advent Pro"/>
              </a:rPr>
              <a:t> using the median to handle numeric nulls.</a:t>
            </a:r>
          </a:p>
          <a:p>
            <a:pPr marL="285750" indent="-285750" algn="l">
              <a:spcAft>
                <a:spcPts val="1600"/>
              </a:spcAft>
            </a:pPr>
            <a:r>
              <a:rPr lang="en-IN" sz="1600" b="1">
                <a:latin typeface="Advent Pro"/>
              </a:rPr>
              <a:t>Filled missing values in </a:t>
            </a:r>
            <a:r>
              <a:rPr lang="en-IN" sz="1600" b="1" err="1">
                <a:latin typeface="Advent Pro"/>
              </a:rPr>
              <a:t>total_onshift_dashers</a:t>
            </a:r>
            <a:r>
              <a:rPr lang="en-IN" sz="1600" b="1">
                <a:latin typeface="Advent Pro"/>
              </a:rPr>
              <a:t>, </a:t>
            </a:r>
            <a:r>
              <a:rPr lang="en-IN" sz="1600" b="1" err="1">
                <a:latin typeface="Advent Pro"/>
              </a:rPr>
              <a:t>total_busy_dashers</a:t>
            </a:r>
            <a:r>
              <a:rPr lang="en-IN" sz="1600" b="1">
                <a:latin typeface="Advent Pro"/>
              </a:rPr>
              <a:t>, and </a:t>
            </a:r>
            <a:r>
              <a:rPr lang="en-IN" sz="1600" b="1" err="1">
                <a:latin typeface="Advent Pro"/>
              </a:rPr>
              <a:t>total_outstanding_orders</a:t>
            </a:r>
            <a:r>
              <a:rPr lang="en-IN" sz="1600" b="1">
                <a:latin typeface="Advent Pro"/>
              </a:rPr>
              <a:t> using their respective column means to retain data consistency without reducing dataset size.</a:t>
            </a:r>
          </a:p>
          <a:p>
            <a:pPr marL="285750" indent="-285750" algn="l">
              <a:spcAft>
                <a:spcPts val="1600"/>
              </a:spcAft>
            </a:pPr>
            <a:r>
              <a:rPr lang="en-IN" sz="1600" b="1">
                <a:latin typeface="Advent Pro"/>
              </a:rPr>
              <a:t>Engineered new features like </a:t>
            </a:r>
            <a:r>
              <a:rPr lang="en-IN" sz="1600" b="1" err="1">
                <a:latin typeface="Advent Pro"/>
              </a:rPr>
              <a:t>price_range</a:t>
            </a:r>
            <a:r>
              <a:rPr lang="en-IN" sz="1600" b="1">
                <a:latin typeface="Advent Pro"/>
              </a:rPr>
              <a:t>, </a:t>
            </a:r>
            <a:r>
              <a:rPr lang="en-IN" sz="1600" b="1" err="1">
                <a:latin typeface="Advent Pro"/>
              </a:rPr>
              <a:t>Avg_delivery_time</a:t>
            </a:r>
            <a:r>
              <a:rPr lang="en-IN" sz="1600" b="1">
                <a:latin typeface="Advent Pro"/>
              </a:rPr>
              <a:t>, </a:t>
            </a:r>
            <a:r>
              <a:rPr lang="en-IN" sz="1600" b="1" err="1">
                <a:latin typeface="Advent Pro"/>
              </a:rPr>
              <a:t>Delivery_Speed</a:t>
            </a:r>
            <a:r>
              <a:rPr lang="en-IN" sz="1600" b="1">
                <a:latin typeface="Advent Pro"/>
              </a:rPr>
              <a:t>, </a:t>
            </a:r>
            <a:r>
              <a:rPr lang="en-IN" sz="1600" b="1" err="1">
                <a:latin typeface="Advent Pro"/>
              </a:rPr>
              <a:t>dashers_per_order</a:t>
            </a:r>
            <a:r>
              <a:rPr lang="en-IN" sz="1600" b="1">
                <a:latin typeface="Advent Pro"/>
              </a:rPr>
              <a:t>, </a:t>
            </a:r>
            <a:r>
              <a:rPr lang="en-IN" sz="1600" b="1" err="1">
                <a:latin typeface="Advent Pro"/>
              </a:rPr>
              <a:t>orderPlaced_to_home_location_time</a:t>
            </a:r>
            <a:r>
              <a:rPr lang="en-IN" sz="1600" b="1">
                <a:latin typeface="Advent Pro"/>
              </a:rPr>
              <a:t>  and </a:t>
            </a:r>
            <a:r>
              <a:rPr lang="en-IN" sz="1600" b="1" err="1">
                <a:latin typeface="Advent Pro"/>
              </a:rPr>
              <a:t>Avg_price</a:t>
            </a:r>
            <a:r>
              <a:rPr lang="en-IN" sz="1600" b="1">
                <a:latin typeface="Advent Pro"/>
              </a:rPr>
              <a:t> to capture order complexity, store-hour efficiency, and pricing patterns that may influence delivery duration.</a:t>
            </a:r>
          </a:p>
          <a:p>
            <a:pPr marL="285750" indent="-285750" algn="l">
              <a:spcAft>
                <a:spcPts val="1600"/>
              </a:spcAft>
            </a:pPr>
            <a:endParaRPr lang="en-IN" b="1">
              <a:latin typeface="Advent Pro"/>
            </a:endParaRPr>
          </a:p>
          <a:p>
            <a:pPr marL="285750" indent="-285750" algn="l">
              <a:spcAft>
                <a:spcPts val="1600"/>
              </a:spcAft>
            </a:pPr>
            <a:endParaRPr lang="en-IN" sz="2000" b="1">
              <a:latin typeface="Advent Pro"/>
            </a:endParaRPr>
          </a:p>
        </p:txBody>
      </p:sp>
      <p:grpSp>
        <p:nvGrpSpPr>
          <p:cNvPr id="17" name="Google Shape;1993;p59">
            <a:extLst>
              <a:ext uri="{FF2B5EF4-FFF2-40B4-BE49-F238E27FC236}">
                <a16:creationId xmlns:a16="http://schemas.microsoft.com/office/drawing/2014/main" id="{97443EED-2610-41C7-D37E-CAED6E0A1210}"/>
              </a:ext>
            </a:extLst>
          </p:cNvPr>
          <p:cNvGrpSpPr/>
          <p:nvPr/>
        </p:nvGrpSpPr>
        <p:grpSpPr>
          <a:xfrm rot="-1560000">
            <a:off x="7403148" y="409171"/>
            <a:ext cx="835296" cy="948832"/>
            <a:chOff x="4794873" y="2567901"/>
            <a:chExt cx="504833" cy="613031"/>
          </a:xfrm>
        </p:grpSpPr>
        <p:sp>
          <p:nvSpPr>
            <p:cNvPr id="3" name="Google Shape;1994;p59">
              <a:extLst>
                <a:ext uri="{FF2B5EF4-FFF2-40B4-BE49-F238E27FC236}">
                  <a16:creationId xmlns:a16="http://schemas.microsoft.com/office/drawing/2014/main" id="{1CF1DE38-ABDF-432F-A05E-1EE78318B057}"/>
                </a:ext>
              </a:extLst>
            </p:cNvPr>
            <p:cNvSpPr/>
            <p:nvPr/>
          </p:nvSpPr>
          <p:spPr>
            <a:xfrm>
              <a:off x="4926868" y="2567901"/>
              <a:ext cx="152433" cy="418840"/>
            </a:xfrm>
            <a:custGeom>
              <a:avLst/>
              <a:gdLst/>
              <a:ahLst/>
              <a:cxnLst/>
              <a:rect l="l" t="t" r="r" b="b"/>
              <a:pathLst>
                <a:path w="7257" h="19940" extrusionOk="0">
                  <a:moveTo>
                    <a:pt x="5863" y="0"/>
                  </a:moveTo>
                  <a:lnTo>
                    <a:pt x="1" y="419"/>
                  </a:lnTo>
                  <a:lnTo>
                    <a:pt x="1393" y="19939"/>
                  </a:lnTo>
                  <a:lnTo>
                    <a:pt x="7256" y="19521"/>
                  </a:lnTo>
                  <a:lnTo>
                    <a:pt x="586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995;p59">
              <a:extLst>
                <a:ext uri="{FF2B5EF4-FFF2-40B4-BE49-F238E27FC236}">
                  <a16:creationId xmlns:a16="http://schemas.microsoft.com/office/drawing/2014/main" id="{D58DB162-5586-9298-3799-062569EAD764}"/>
                </a:ext>
              </a:extLst>
            </p:cNvPr>
            <p:cNvSpPr/>
            <p:nvPr/>
          </p:nvSpPr>
          <p:spPr>
            <a:xfrm>
              <a:off x="4986942" y="2567922"/>
              <a:ext cx="92359" cy="414471"/>
            </a:xfrm>
            <a:custGeom>
              <a:avLst/>
              <a:gdLst/>
              <a:ahLst/>
              <a:cxnLst/>
              <a:rect l="l" t="t" r="r" b="b"/>
              <a:pathLst>
                <a:path w="4397" h="19732" extrusionOk="0">
                  <a:moveTo>
                    <a:pt x="3002" y="1"/>
                  </a:moveTo>
                  <a:lnTo>
                    <a:pt x="0" y="214"/>
                  </a:lnTo>
                  <a:lnTo>
                    <a:pt x="1412" y="19731"/>
                  </a:lnTo>
                  <a:lnTo>
                    <a:pt x="4396" y="19518"/>
                  </a:lnTo>
                  <a:lnTo>
                    <a:pt x="30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996;p59">
              <a:extLst>
                <a:ext uri="{FF2B5EF4-FFF2-40B4-BE49-F238E27FC236}">
                  <a16:creationId xmlns:a16="http://schemas.microsoft.com/office/drawing/2014/main" id="{0D3732B3-B9F8-EDCD-F635-4C0F3759D8B0}"/>
                </a:ext>
              </a:extLst>
            </p:cNvPr>
            <p:cNvSpPr/>
            <p:nvPr/>
          </p:nvSpPr>
          <p:spPr>
            <a:xfrm>
              <a:off x="4985346" y="2642574"/>
              <a:ext cx="165582" cy="421696"/>
            </a:xfrm>
            <a:custGeom>
              <a:avLst/>
              <a:gdLst/>
              <a:ahLst/>
              <a:cxnLst/>
              <a:rect l="l" t="t" r="r" b="b"/>
              <a:pathLst>
                <a:path w="7883" h="20076" extrusionOk="0">
                  <a:moveTo>
                    <a:pt x="2037" y="1"/>
                  </a:moveTo>
                  <a:lnTo>
                    <a:pt x="1" y="19464"/>
                  </a:lnTo>
                  <a:lnTo>
                    <a:pt x="5846" y="20076"/>
                  </a:lnTo>
                  <a:lnTo>
                    <a:pt x="7883" y="612"/>
                  </a:lnTo>
                  <a:lnTo>
                    <a:pt x="20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997;p59">
              <a:extLst>
                <a:ext uri="{FF2B5EF4-FFF2-40B4-BE49-F238E27FC236}">
                  <a16:creationId xmlns:a16="http://schemas.microsoft.com/office/drawing/2014/main" id="{DCEDF1B6-87A4-A655-8191-B81013C2BAB0}"/>
                </a:ext>
              </a:extLst>
            </p:cNvPr>
            <p:cNvSpPr/>
            <p:nvPr/>
          </p:nvSpPr>
          <p:spPr>
            <a:xfrm>
              <a:off x="5044475" y="2649022"/>
              <a:ext cx="106432" cy="415227"/>
            </a:xfrm>
            <a:custGeom>
              <a:avLst/>
              <a:gdLst/>
              <a:ahLst/>
              <a:cxnLst/>
              <a:rect l="l" t="t" r="r" b="b"/>
              <a:pathLst>
                <a:path w="5067" h="19768" extrusionOk="0">
                  <a:moveTo>
                    <a:pt x="2147" y="1"/>
                  </a:moveTo>
                  <a:lnTo>
                    <a:pt x="1" y="19452"/>
                  </a:lnTo>
                  <a:lnTo>
                    <a:pt x="3030" y="19767"/>
                  </a:lnTo>
                  <a:lnTo>
                    <a:pt x="5066" y="307"/>
                  </a:lnTo>
                  <a:lnTo>
                    <a:pt x="214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998;p59">
              <a:extLst>
                <a:ext uri="{FF2B5EF4-FFF2-40B4-BE49-F238E27FC236}">
                  <a16:creationId xmlns:a16="http://schemas.microsoft.com/office/drawing/2014/main" id="{30F72CC4-5632-8D7C-7909-A06F303771F1}"/>
                </a:ext>
              </a:extLst>
            </p:cNvPr>
            <p:cNvSpPr/>
            <p:nvPr/>
          </p:nvSpPr>
          <p:spPr>
            <a:xfrm>
              <a:off x="4794873" y="2636419"/>
              <a:ext cx="236747" cy="429174"/>
            </a:xfrm>
            <a:custGeom>
              <a:avLst/>
              <a:gdLst/>
              <a:ahLst/>
              <a:cxnLst/>
              <a:rect l="l" t="t" r="r" b="b"/>
              <a:pathLst>
                <a:path w="11271" h="20432" extrusionOk="0">
                  <a:moveTo>
                    <a:pt x="5628" y="1"/>
                  </a:moveTo>
                  <a:lnTo>
                    <a:pt x="0" y="1695"/>
                  </a:lnTo>
                  <a:lnTo>
                    <a:pt x="5644" y="20431"/>
                  </a:lnTo>
                  <a:lnTo>
                    <a:pt x="11270" y="18737"/>
                  </a:lnTo>
                  <a:lnTo>
                    <a:pt x="56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99;p59">
              <a:extLst>
                <a:ext uri="{FF2B5EF4-FFF2-40B4-BE49-F238E27FC236}">
                  <a16:creationId xmlns:a16="http://schemas.microsoft.com/office/drawing/2014/main" id="{1117AFC5-0686-C9FF-A3E4-38140D596F80}"/>
                </a:ext>
              </a:extLst>
            </p:cNvPr>
            <p:cNvSpPr/>
            <p:nvPr/>
          </p:nvSpPr>
          <p:spPr>
            <a:xfrm>
              <a:off x="4855346" y="2636419"/>
              <a:ext cx="176274" cy="410417"/>
            </a:xfrm>
            <a:custGeom>
              <a:avLst/>
              <a:gdLst/>
              <a:ahLst/>
              <a:cxnLst/>
              <a:rect l="l" t="t" r="r" b="b"/>
              <a:pathLst>
                <a:path w="8392" h="19539" extrusionOk="0">
                  <a:moveTo>
                    <a:pt x="2749" y="1"/>
                  </a:moveTo>
                  <a:lnTo>
                    <a:pt x="1" y="829"/>
                  </a:lnTo>
                  <a:lnTo>
                    <a:pt x="5733" y="19538"/>
                  </a:lnTo>
                  <a:lnTo>
                    <a:pt x="8391" y="18738"/>
                  </a:lnTo>
                  <a:lnTo>
                    <a:pt x="274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000;p59">
              <a:extLst>
                <a:ext uri="{FF2B5EF4-FFF2-40B4-BE49-F238E27FC236}">
                  <a16:creationId xmlns:a16="http://schemas.microsoft.com/office/drawing/2014/main" id="{A1861872-EFBA-620C-BB16-A05E16CD939A}"/>
                </a:ext>
              </a:extLst>
            </p:cNvPr>
            <p:cNvSpPr/>
            <p:nvPr/>
          </p:nvSpPr>
          <p:spPr>
            <a:xfrm>
              <a:off x="5062959" y="2636419"/>
              <a:ext cx="236747" cy="429174"/>
            </a:xfrm>
            <a:custGeom>
              <a:avLst/>
              <a:gdLst/>
              <a:ahLst/>
              <a:cxnLst/>
              <a:rect l="l" t="t" r="r" b="b"/>
              <a:pathLst>
                <a:path w="11271" h="20432" extrusionOk="0">
                  <a:moveTo>
                    <a:pt x="5644" y="1"/>
                  </a:moveTo>
                  <a:lnTo>
                    <a:pt x="0" y="18737"/>
                  </a:lnTo>
                  <a:lnTo>
                    <a:pt x="5627" y="20431"/>
                  </a:lnTo>
                  <a:lnTo>
                    <a:pt x="11271" y="1695"/>
                  </a:lnTo>
                  <a:lnTo>
                    <a:pt x="564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001;p59">
              <a:extLst>
                <a:ext uri="{FF2B5EF4-FFF2-40B4-BE49-F238E27FC236}">
                  <a16:creationId xmlns:a16="http://schemas.microsoft.com/office/drawing/2014/main" id="{B6EADDC4-6517-AA59-A612-B35589725445}"/>
                </a:ext>
              </a:extLst>
            </p:cNvPr>
            <p:cNvSpPr/>
            <p:nvPr/>
          </p:nvSpPr>
          <p:spPr>
            <a:xfrm>
              <a:off x="5062959" y="2636419"/>
              <a:ext cx="176253" cy="410417"/>
            </a:xfrm>
            <a:custGeom>
              <a:avLst/>
              <a:gdLst/>
              <a:ahLst/>
              <a:cxnLst/>
              <a:rect l="l" t="t" r="r" b="b"/>
              <a:pathLst>
                <a:path w="8391" h="19539" extrusionOk="0">
                  <a:moveTo>
                    <a:pt x="5643" y="1"/>
                  </a:moveTo>
                  <a:lnTo>
                    <a:pt x="0" y="18738"/>
                  </a:lnTo>
                  <a:lnTo>
                    <a:pt x="2658" y="19538"/>
                  </a:lnTo>
                  <a:lnTo>
                    <a:pt x="8391" y="829"/>
                  </a:lnTo>
                  <a:lnTo>
                    <a:pt x="564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002;p59">
              <a:extLst>
                <a:ext uri="{FF2B5EF4-FFF2-40B4-BE49-F238E27FC236}">
                  <a16:creationId xmlns:a16="http://schemas.microsoft.com/office/drawing/2014/main" id="{2A21B2B1-2F3F-1242-69C1-433B9A7D40EF}"/>
                </a:ext>
              </a:extLst>
            </p:cNvPr>
            <p:cNvSpPr/>
            <p:nvPr/>
          </p:nvSpPr>
          <p:spPr>
            <a:xfrm>
              <a:off x="4837009" y="2813155"/>
              <a:ext cx="420541" cy="367756"/>
            </a:xfrm>
            <a:custGeom>
              <a:avLst/>
              <a:gdLst/>
              <a:ahLst/>
              <a:cxnLst/>
              <a:rect l="l" t="t" r="r" b="b"/>
              <a:pathLst>
                <a:path w="20021" h="17508" extrusionOk="0">
                  <a:moveTo>
                    <a:pt x="0" y="1"/>
                  </a:moveTo>
                  <a:lnTo>
                    <a:pt x="2597" y="17507"/>
                  </a:lnTo>
                  <a:lnTo>
                    <a:pt x="18165" y="17507"/>
                  </a:lnTo>
                  <a:lnTo>
                    <a:pt x="20020" y="1"/>
                  </a:lnTo>
                  <a:lnTo>
                    <a:pt x="13885" y="1"/>
                  </a:lnTo>
                  <a:lnTo>
                    <a:pt x="13704" y="611"/>
                  </a:lnTo>
                  <a:cubicBezTo>
                    <a:pt x="13224" y="2224"/>
                    <a:pt x="11714" y="3349"/>
                    <a:pt x="10033" y="3349"/>
                  </a:cubicBezTo>
                  <a:cubicBezTo>
                    <a:pt x="8350" y="3349"/>
                    <a:pt x="6840" y="2222"/>
                    <a:pt x="6360" y="611"/>
                  </a:cubicBezTo>
                  <a:lnTo>
                    <a:pt x="6179" y="1"/>
                  </a:lnTo>
                  <a:close/>
                </a:path>
              </a:pathLst>
            </a:custGeom>
            <a:solidFill>
              <a:srgbClr val="FF6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03;p59">
              <a:extLst>
                <a:ext uri="{FF2B5EF4-FFF2-40B4-BE49-F238E27FC236}">
                  <a16:creationId xmlns:a16="http://schemas.microsoft.com/office/drawing/2014/main" id="{CA395DEA-5C99-D209-E43A-CF762607788B}"/>
                </a:ext>
              </a:extLst>
            </p:cNvPr>
            <p:cNvSpPr/>
            <p:nvPr/>
          </p:nvSpPr>
          <p:spPr>
            <a:xfrm>
              <a:off x="5047269" y="2813155"/>
              <a:ext cx="210302" cy="367777"/>
            </a:xfrm>
            <a:custGeom>
              <a:avLst/>
              <a:gdLst/>
              <a:ahLst/>
              <a:cxnLst/>
              <a:rect l="l" t="t" r="r" b="b"/>
              <a:pathLst>
                <a:path w="10012" h="17509" extrusionOk="0">
                  <a:moveTo>
                    <a:pt x="3875" y="1"/>
                  </a:moveTo>
                  <a:lnTo>
                    <a:pt x="3694" y="611"/>
                  </a:lnTo>
                  <a:cubicBezTo>
                    <a:pt x="3214" y="2224"/>
                    <a:pt x="1704" y="3349"/>
                    <a:pt x="23" y="3349"/>
                  </a:cubicBezTo>
                  <a:lnTo>
                    <a:pt x="1" y="3349"/>
                  </a:lnTo>
                  <a:lnTo>
                    <a:pt x="1" y="17509"/>
                  </a:lnTo>
                  <a:lnTo>
                    <a:pt x="8156" y="17509"/>
                  </a:lnTo>
                  <a:lnTo>
                    <a:pt x="10012" y="1"/>
                  </a:lnTo>
                  <a:close/>
                </a:path>
              </a:pathLst>
            </a:custGeom>
            <a:solidFill>
              <a:srgbClr val="FF6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04;p59">
              <a:extLst>
                <a:ext uri="{FF2B5EF4-FFF2-40B4-BE49-F238E27FC236}">
                  <a16:creationId xmlns:a16="http://schemas.microsoft.com/office/drawing/2014/main" id="{1403D11A-36C7-8232-AE7D-2A89563491D7}"/>
                </a:ext>
              </a:extLst>
            </p:cNvPr>
            <p:cNvSpPr/>
            <p:nvPr/>
          </p:nvSpPr>
          <p:spPr>
            <a:xfrm>
              <a:off x="4983981" y="2971743"/>
              <a:ext cx="126618" cy="98471"/>
            </a:xfrm>
            <a:custGeom>
              <a:avLst/>
              <a:gdLst/>
              <a:ahLst/>
              <a:cxnLst/>
              <a:rect l="l" t="t" r="r" b="b"/>
              <a:pathLst>
                <a:path w="6028" h="4688" extrusionOk="0">
                  <a:moveTo>
                    <a:pt x="3014" y="0"/>
                  </a:moveTo>
                  <a:cubicBezTo>
                    <a:pt x="1350" y="0"/>
                    <a:pt x="1" y="1050"/>
                    <a:pt x="1" y="2344"/>
                  </a:cubicBezTo>
                  <a:cubicBezTo>
                    <a:pt x="1" y="3638"/>
                    <a:pt x="1349" y="4688"/>
                    <a:pt x="3014" y="4688"/>
                  </a:cubicBezTo>
                  <a:cubicBezTo>
                    <a:pt x="4678" y="4688"/>
                    <a:pt x="6027" y="3638"/>
                    <a:pt x="6027" y="2344"/>
                  </a:cubicBezTo>
                  <a:cubicBezTo>
                    <a:pt x="6027" y="1050"/>
                    <a:pt x="4678" y="0"/>
                    <a:pt x="30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05;p59">
              <a:extLst>
                <a:ext uri="{FF2B5EF4-FFF2-40B4-BE49-F238E27FC236}">
                  <a16:creationId xmlns:a16="http://schemas.microsoft.com/office/drawing/2014/main" id="{78B6E934-E67A-7CF9-F591-94A742FC1FCD}"/>
                </a:ext>
              </a:extLst>
            </p:cNvPr>
            <p:cNvSpPr/>
            <p:nvPr/>
          </p:nvSpPr>
          <p:spPr>
            <a:xfrm>
              <a:off x="5047269" y="2971743"/>
              <a:ext cx="63330" cy="98471"/>
            </a:xfrm>
            <a:custGeom>
              <a:avLst/>
              <a:gdLst/>
              <a:ahLst/>
              <a:cxnLst/>
              <a:rect l="l" t="t" r="r" b="b"/>
              <a:pathLst>
                <a:path w="3015" h="4688" extrusionOk="0">
                  <a:moveTo>
                    <a:pt x="1" y="0"/>
                  </a:moveTo>
                  <a:lnTo>
                    <a:pt x="1" y="4688"/>
                  </a:lnTo>
                  <a:cubicBezTo>
                    <a:pt x="1665" y="4688"/>
                    <a:pt x="3014" y="3638"/>
                    <a:pt x="3014" y="2344"/>
                  </a:cubicBezTo>
                  <a:cubicBezTo>
                    <a:pt x="3014" y="1050"/>
                    <a:pt x="1665" y="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06;p59">
              <a:extLst>
                <a:ext uri="{FF2B5EF4-FFF2-40B4-BE49-F238E27FC236}">
                  <a16:creationId xmlns:a16="http://schemas.microsoft.com/office/drawing/2014/main" id="{6042B803-0E92-D683-B247-5A1D6D1943D0}"/>
                </a:ext>
              </a:extLst>
            </p:cNvPr>
            <p:cNvSpPr/>
            <p:nvPr/>
          </p:nvSpPr>
          <p:spPr>
            <a:xfrm>
              <a:off x="4966021" y="2953784"/>
              <a:ext cx="162537" cy="134390"/>
            </a:xfrm>
            <a:custGeom>
              <a:avLst/>
              <a:gdLst/>
              <a:ahLst/>
              <a:cxnLst/>
              <a:rect l="l" t="t" r="r" b="b"/>
              <a:pathLst>
                <a:path w="7738" h="6398" extrusionOk="0">
                  <a:moveTo>
                    <a:pt x="3869" y="1710"/>
                  </a:moveTo>
                  <a:cubicBezTo>
                    <a:pt x="5038" y="1710"/>
                    <a:pt x="6027" y="2392"/>
                    <a:pt x="6027" y="3199"/>
                  </a:cubicBezTo>
                  <a:cubicBezTo>
                    <a:pt x="6027" y="4006"/>
                    <a:pt x="5038" y="4687"/>
                    <a:pt x="3869" y="4687"/>
                  </a:cubicBezTo>
                  <a:cubicBezTo>
                    <a:pt x="2699" y="4687"/>
                    <a:pt x="1711" y="4006"/>
                    <a:pt x="1711" y="3199"/>
                  </a:cubicBezTo>
                  <a:cubicBezTo>
                    <a:pt x="1711" y="2393"/>
                    <a:pt x="2699" y="1710"/>
                    <a:pt x="3869" y="1710"/>
                  </a:cubicBezTo>
                  <a:close/>
                  <a:moveTo>
                    <a:pt x="3869" y="0"/>
                  </a:moveTo>
                  <a:cubicBezTo>
                    <a:pt x="2875" y="0"/>
                    <a:pt x="1932" y="309"/>
                    <a:pt x="1214" y="867"/>
                  </a:cubicBezTo>
                  <a:cubicBezTo>
                    <a:pt x="443" y="1467"/>
                    <a:pt x="0" y="2316"/>
                    <a:pt x="0" y="3199"/>
                  </a:cubicBezTo>
                  <a:cubicBezTo>
                    <a:pt x="0" y="4082"/>
                    <a:pt x="443" y="4932"/>
                    <a:pt x="1214" y="5531"/>
                  </a:cubicBezTo>
                  <a:cubicBezTo>
                    <a:pt x="1932" y="6090"/>
                    <a:pt x="2875" y="6398"/>
                    <a:pt x="3869" y="6398"/>
                  </a:cubicBezTo>
                  <a:cubicBezTo>
                    <a:pt x="4863" y="6398"/>
                    <a:pt x="5807" y="6090"/>
                    <a:pt x="6524" y="5531"/>
                  </a:cubicBezTo>
                  <a:cubicBezTo>
                    <a:pt x="7295" y="4932"/>
                    <a:pt x="7737" y="4082"/>
                    <a:pt x="7737" y="3199"/>
                  </a:cubicBezTo>
                  <a:cubicBezTo>
                    <a:pt x="7737" y="2316"/>
                    <a:pt x="7295" y="1467"/>
                    <a:pt x="6524" y="867"/>
                  </a:cubicBezTo>
                  <a:cubicBezTo>
                    <a:pt x="5807" y="309"/>
                    <a:pt x="4863" y="0"/>
                    <a:pt x="386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07;p59">
              <a:extLst>
                <a:ext uri="{FF2B5EF4-FFF2-40B4-BE49-F238E27FC236}">
                  <a16:creationId xmlns:a16="http://schemas.microsoft.com/office/drawing/2014/main" id="{1D2A229D-D30D-F2A1-BB15-A38B55BECC90}"/>
                </a:ext>
              </a:extLst>
            </p:cNvPr>
            <p:cNvSpPr/>
            <p:nvPr/>
          </p:nvSpPr>
          <p:spPr>
            <a:xfrm>
              <a:off x="5047269" y="2953784"/>
              <a:ext cx="81289" cy="134390"/>
            </a:xfrm>
            <a:custGeom>
              <a:avLst/>
              <a:gdLst/>
              <a:ahLst/>
              <a:cxnLst/>
              <a:rect l="l" t="t" r="r" b="b"/>
              <a:pathLst>
                <a:path w="3870" h="6398" extrusionOk="0">
                  <a:moveTo>
                    <a:pt x="1" y="0"/>
                  </a:moveTo>
                  <a:lnTo>
                    <a:pt x="1" y="1710"/>
                  </a:lnTo>
                  <a:cubicBezTo>
                    <a:pt x="1170" y="1710"/>
                    <a:pt x="2159" y="2393"/>
                    <a:pt x="2159" y="3199"/>
                  </a:cubicBezTo>
                  <a:cubicBezTo>
                    <a:pt x="2159" y="4006"/>
                    <a:pt x="1170" y="4687"/>
                    <a:pt x="1" y="4687"/>
                  </a:cubicBezTo>
                  <a:lnTo>
                    <a:pt x="1" y="6398"/>
                  </a:lnTo>
                  <a:cubicBezTo>
                    <a:pt x="995" y="6398"/>
                    <a:pt x="1937" y="6090"/>
                    <a:pt x="2656" y="5531"/>
                  </a:cubicBezTo>
                  <a:cubicBezTo>
                    <a:pt x="3427" y="4932"/>
                    <a:pt x="3869" y="4082"/>
                    <a:pt x="3869" y="3199"/>
                  </a:cubicBezTo>
                  <a:cubicBezTo>
                    <a:pt x="3869" y="2316"/>
                    <a:pt x="3427" y="1467"/>
                    <a:pt x="2656" y="867"/>
                  </a:cubicBezTo>
                  <a:cubicBezTo>
                    <a:pt x="1937" y="309"/>
                    <a:pt x="995" y="0"/>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864759046"/>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4">
          <a:extLst>
            <a:ext uri="{FF2B5EF4-FFF2-40B4-BE49-F238E27FC236}">
              <a16:creationId xmlns:a16="http://schemas.microsoft.com/office/drawing/2014/main" id="{D5348996-CA75-7A3A-CE48-5CA27FE0A795}"/>
            </a:ext>
          </a:extLst>
        </p:cNvPr>
        <p:cNvGrpSpPr/>
        <p:nvPr/>
      </p:nvGrpSpPr>
      <p:grpSpPr>
        <a:xfrm>
          <a:off x="0" y="0"/>
          <a:ext cx="0" cy="0"/>
          <a:chOff x="0" y="0"/>
          <a:chExt cx="0" cy="0"/>
        </a:xfrm>
      </p:grpSpPr>
      <p:sp>
        <p:nvSpPr>
          <p:cNvPr id="275" name="Google Shape;275;p32">
            <a:extLst>
              <a:ext uri="{FF2B5EF4-FFF2-40B4-BE49-F238E27FC236}">
                <a16:creationId xmlns:a16="http://schemas.microsoft.com/office/drawing/2014/main" id="{6E291346-04C6-0EBB-E9FA-DCC2BD9D6097}"/>
              </a:ext>
            </a:extLst>
          </p:cNvPr>
          <p:cNvSpPr txBox="1">
            <a:spLocks noGrp="1"/>
          </p:cNvSpPr>
          <p:nvPr>
            <p:ph type="title" idx="6"/>
          </p:nvPr>
        </p:nvSpPr>
        <p:spPr>
          <a:xfrm>
            <a:off x="189556" y="244234"/>
            <a:ext cx="5096584" cy="649351"/>
          </a:xfrm>
          <a:prstGeom prst="rect">
            <a:avLst/>
          </a:prstGeom>
        </p:spPr>
        <p:txBody>
          <a:bodyPr spcFirstLastPara="1" wrap="square" lIns="91425" tIns="91425" rIns="91425" bIns="91425" anchor="b" anchorCtr="0">
            <a:noAutofit/>
          </a:bodyPr>
          <a:lstStyle/>
          <a:p>
            <a:pPr algn="l"/>
            <a:r>
              <a:rPr lang="en-IN" sz="3600">
                <a:solidFill>
                  <a:srgbClr val="FF3309"/>
                </a:solidFill>
              </a:rPr>
              <a:t>Data Processing – Version 3</a:t>
            </a:r>
            <a:endParaRPr lang="en-IN" sz="3600" b="0">
              <a:solidFill>
                <a:srgbClr val="FF3309"/>
              </a:solidFill>
            </a:endParaRPr>
          </a:p>
        </p:txBody>
      </p:sp>
      <p:pic>
        <p:nvPicPr>
          <p:cNvPr id="2" name="Picture 1">
            <a:extLst>
              <a:ext uri="{FF2B5EF4-FFF2-40B4-BE49-F238E27FC236}">
                <a16:creationId xmlns:a16="http://schemas.microsoft.com/office/drawing/2014/main" id="{8EAB964C-24B4-D573-2825-A31051DF0296}"/>
              </a:ext>
            </a:extLst>
          </p:cNvPr>
          <p:cNvPicPr>
            <a:picLocks noChangeAspect="1"/>
          </p:cNvPicPr>
          <p:nvPr/>
        </p:nvPicPr>
        <p:blipFill>
          <a:blip r:embed="rId3"/>
          <a:stretch>
            <a:fillRect/>
          </a:stretch>
        </p:blipFill>
        <p:spPr>
          <a:xfrm>
            <a:off x="97048" y="993711"/>
            <a:ext cx="8949904" cy="289728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itle 12">
            <a:extLst>
              <a:ext uri="{FF2B5EF4-FFF2-40B4-BE49-F238E27FC236}">
                <a16:creationId xmlns:a16="http://schemas.microsoft.com/office/drawing/2014/main" id="{E8B9CD8B-72C0-4E55-BAAB-8CF9EB501023}"/>
              </a:ext>
            </a:extLst>
          </p:cNvPr>
          <p:cNvSpPr txBox="1">
            <a:spLocks/>
          </p:cNvSpPr>
          <p:nvPr/>
        </p:nvSpPr>
        <p:spPr>
          <a:xfrm>
            <a:off x="189556" y="4027185"/>
            <a:ext cx="6499523" cy="62568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8000"/>
              <a:buFont typeface="Advent Pro"/>
              <a:buNone/>
              <a:defRPr sz="8000" b="1" i="0" u="none" strike="noStrike" cap="none">
                <a:solidFill>
                  <a:srgbClr val="FFFAEA"/>
                </a:solidFill>
                <a:latin typeface="Advent Pro"/>
                <a:ea typeface="Advent Pro"/>
                <a:cs typeface="Advent Pro"/>
                <a:sym typeface="Advent Pro"/>
              </a:defRPr>
            </a:lvl1pPr>
            <a:lvl2pPr marR="0" lvl="1"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2pPr>
            <a:lvl3pPr marR="0" lvl="2"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3pPr>
            <a:lvl4pPr marR="0" lvl="3"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4pPr>
            <a:lvl5pPr marR="0" lvl="4"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5pPr>
            <a:lvl6pPr marR="0" lvl="5"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6pPr>
            <a:lvl7pPr marR="0" lvl="6"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7pPr>
            <a:lvl8pPr marR="0" lvl="7"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8pPr>
            <a:lvl9pPr marR="0" lvl="8"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9pPr>
          </a:lstStyle>
          <a:p>
            <a:pPr algn="l"/>
            <a:r>
              <a:rPr lang="en-US" sz="2000">
                <a:solidFill>
                  <a:schemeClr val="tx1"/>
                </a:solidFill>
              </a:rPr>
              <a:t>Box plots before outlier removal and after outlier removal. </a:t>
            </a:r>
            <a:endParaRPr lang="en-IN" sz="2000">
              <a:solidFill>
                <a:schemeClr val="tx1"/>
              </a:solidFill>
            </a:endParaRPr>
          </a:p>
        </p:txBody>
      </p:sp>
    </p:spTree>
    <p:extLst>
      <p:ext uri="{BB962C8B-B14F-4D97-AF65-F5344CB8AC3E}">
        <p14:creationId xmlns:p14="http://schemas.microsoft.com/office/powerpoint/2010/main" val="3147442422"/>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4">
          <a:extLst>
            <a:ext uri="{FF2B5EF4-FFF2-40B4-BE49-F238E27FC236}">
              <a16:creationId xmlns:a16="http://schemas.microsoft.com/office/drawing/2014/main" id="{B17CA519-B306-B691-E58D-CF616C2C786D}"/>
            </a:ext>
          </a:extLst>
        </p:cNvPr>
        <p:cNvGrpSpPr/>
        <p:nvPr/>
      </p:nvGrpSpPr>
      <p:grpSpPr>
        <a:xfrm>
          <a:off x="0" y="0"/>
          <a:ext cx="0" cy="0"/>
          <a:chOff x="0" y="0"/>
          <a:chExt cx="0" cy="0"/>
        </a:xfrm>
      </p:grpSpPr>
      <p:sp>
        <p:nvSpPr>
          <p:cNvPr id="275" name="Google Shape;275;p32">
            <a:extLst>
              <a:ext uri="{FF2B5EF4-FFF2-40B4-BE49-F238E27FC236}">
                <a16:creationId xmlns:a16="http://schemas.microsoft.com/office/drawing/2014/main" id="{CCE4BD2C-7E8F-4CE1-1FB0-6ECF6DEFB45D}"/>
              </a:ext>
            </a:extLst>
          </p:cNvPr>
          <p:cNvSpPr txBox="1">
            <a:spLocks noGrp="1"/>
          </p:cNvSpPr>
          <p:nvPr>
            <p:ph type="title" idx="6"/>
          </p:nvPr>
        </p:nvSpPr>
        <p:spPr>
          <a:xfrm>
            <a:off x="717924" y="211885"/>
            <a:ext cx="7479631" cy="649351"/>
          </a:xfrm>
          <a:prstGeom prst="rect">
            <a:avLst/>
          </a:prstGeom>
        </p:spPr>
        <p:txBody>
          <a:bodyPr spcFirstLastPara="1" wrap="square" lIns="91425" tIns="91425" rIns="91425" bIns="91425" anchor="b" anchorCtr="0">
            <a:noAutofit/>
          </a:bodyPr>
          <a:lstStyle/>
          <a:p>
            <a:pPr algn="l"/>
            <a:r>
              <a:rPr lang="en-IN" sz="3600">
                <a:solidFill>
                  <a:srgbClr val="FF3309"/>
                </a:solidFill>
              </a:rPr>
              <a:t>Data Processing – Version 3</a:t>
            </a:r>
            <a:endParaRPr lang="en-IN" sz="3600" b="0">
              <a:solidFill>
                <a:srgbClr val="FF3309"/>
              </a:solidFill>
            </a:endParaRPr>
          </a:p>
        </p:txBody>
      </p:sp>
      <p:sp>
        <p:nvSpPr>
          <p:cNvPr id="9" name="Title 12">
            <a:extLst>
              <a:ext uri="{FF2B5EF4-FFF2-40B4-BE49-F238E27FC236}">
                <a16:creationId xmlns:a16="http://schemas.microsoft.com/office/drawing/2014/main" id="{CE36362A-7F02-C963-6FD8-3CA2DF902BC9}"/>
              </a:ext>
            </a:extLst>
          </p:cNvPr>
          <p:cNvSpPr txBox="1">
            <a:spLocks/>
          </p:cNvSpPr>
          <p:nvPr/>
        </p:nvSpPr>
        <p:spPr>
          <a:xfrm>
            <a:off x="82191" y="3434235"/>
            <a:ext cx="4386051" cy="156695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8000"/>
              <a:buFont typeface="Advent Pro"/>
              <a:buNone/>
              <a:defRPr sz="8000" b="1" i="0" u="none" strike="noStrike" cap="none">
                <a:solidFill>
                  <a:srgbClr val="FFFAEA"/>
                </a:solidFill>
                <a:latin typeface="Advent Pro"/>
                <a:ea typeface="Advent Pro"/>
                <a:cs typeface="Advent Pro"/>
                <a:sym typeface="Advent Pro"/>
              </a:defRPr>
            </a:lvl1pPr>
            <a:lvl2pPr marR="0" lvl="1"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2pPr>
            <a:lvl3pPr marR="0" lvl="2"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3pPr>
            <a:lvl4pPr marR="0" lvl="3"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4pPr>
            <a:lvl5pPr marR="0" lvl="4"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5pPr>
            <a:lvl6pPr marR="0" lvl="5"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6pPr>
            <a:lvl7pPr marR="0" lvl="6"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7pPr>
            <a:lvl8pPr marR="0" lvl="7"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8pPr>
            <a:lvl9pPr marR="0" lvl="8"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9pPr>
          </a:lstStyle>
          <a:p>
            <a:pPr algn="l"/>
            <a:r>
              <a:rPr lang="en-US" sz="1600">
                <a:solidFill>
                  <a:srgbClr val="FF3309"/>
                </a:solidFill>
              </a:rPr>
              <a:t>Enhanced the data through feature engineering and smarter missing value handling led to substantial model performance gains.</a:t>
            </a:r>
            <a:endParaRPr lang="en-US"/>
          </a:p>
          <a:p>
            <a:pPr algn="l"/>
            <a:r>
              <a:rPr lang="en-US" sz="1600">
                <a:solidFill>
                  <a:srgbClr val="FF3309"/>
                </a:solidFill>
              </a:rPr>
              <a:t>For </a:t>
            </a:r>
            <a:r>
              <a:rPr lang="en-US" sz="1600" err="1">
                <a:solidFill>
                  <a:srgbClr val="FF3309"/>
                </a:solidFill>
              </a:rPr>
              <a:t>eg</a:t>
            </a:r>
            <a:r>
              <a:rPr lang="en-US" sz="1600">
                <a:solidFill>
                  <a:srgbClr val="FF3309"/>
                </a:solidFill>
              </a:rPr>
              <a:t>, </a:t>
            </a:r>
            <a:r>
              <a:rPr lang="en-US" sz="1600" err="1">
                <a:solidFill>
                  <a:srgbClr val="FF3309"/>
                </a:solidFill>
              </a:rPr>
              <a:t>XGBoost’s</a:t>
            </a:r>
            <a:r>
              <a:rPr lang="en-US" sz="1600">
                <a:solidFill>
                  <a:srgbClr val="FF3309"/>
                </a:solidFill>
              </a:rPr>
              <a:t> R² improved from 0.21 to 0.49, MAE dropped from 10.21 to 7.84, and RMSE decreased from 12.85 to 10.23.</a:t>
            </a:r>
            <a:endParaRPr lang="en-US"/>
          </a:p>
        </p:txBody>
      </p:sp>
      <p:pic>
        <p:nvPicPr>
          <p:cNvPr id="2" name="Picture 1">
            <a:extLst>
              <a:ext uri="{FF2B5EF4-FFF2-40B4-BE49-F238E27FC236}">
                <a16:creationId xmlns:a16="http://schemas.microsoft.com/office/drawing/2014/main" id="{70A64057-22FD-05F3-0AA5-B449B461BA39}"/>
              </a:ext>
            </a:extLst>
          </p:cNvPr>
          <p:cNvPicPr>
            <a:picLocks noChangeAspect="1"/>
          </p:cNvPicPr>
          <p:nvPr/>
        </p:nvPicPr>
        <p:blipFill>
          <a:blip r:embed="rId3"/>
          <a:stretch>
            <a:fillRect/>
          </a:stretch>
        </p:blipFill>
        <p:spPr>
          <a:xfrm>
            <a:off x="331399" y="859766"/>
            <a:ext cx="3919988" cy="24642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BB27C560-33C0-826E-E036-963247D7CFDE}"/>
              </a:ext>
            </a:extLst>
          </p:cNvPr>
          <p:cNvPicPr>
            <a:picLocks noChangeAspect="1"/>
          </p:cNvPicPr>
          <p:nvPr/>
        </p:nvPicPr>
        <p:blipFill>
          <a:blip r:embed="rId4"/>
          <a:stretch>
            <a:fillRect/>
          </a:stretch>
        </p:blipFill>
        <p:spPr>
          <a:xfrm>
            <a:off x="4460576" y="859496"/>
            <a:ext cx="4363529" cy="246481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0A43951E-E83D-AE8F-204F-ABF5E7AFEB5E}"/>
              </a:ext>
            </a:extLst>
          </p:cNvPr>
          <p:cNvPicPr>
            <a:picLocks noChangeAspect="1"/>
          </p:cNvPicPr>
          <p:nvPr/>
        </p:nvPicPr>
        <p:blipFill>
          <a:blip r:embed="rId5"/>
          <a:stretch>
            <a:fillRect/>
          </a:stretch>
        </p:blipFill>
        <p:spPr>
          <a:xfrm>
            <a:off x="4333696" y="3554712"/>
            <a:ext cx="4617288" cy="988623"/>
          </a:xfrm>
          <a:prstGeom prst="rect">
            <a:avLst/>
          </a:prstGeom>
        </p:spPr>
      </p:pic>
    </p:spTree>
    <p:extLst>
      <p:ext uri="{BB962C8B-B14F-4D97-AF65-F5344CB8AC3E}">
        <p14:creationId xmlns:p14="http://schemas.microsoft.com/office/powerpoint/2010/main" val="1535436659"/>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4">
          <a:extLst>
            <a:ext uri="{FF2B5EF4-FFF2-40B4-BE49-F238E27FC236}">
              <a16:creationId xmlns:a16="http://schemas.microsoft.com/office/drawing/2014/main" id="{9E6BCE34-BFC7-6A99-2E00-D94DF4B8D10C}"/>
            </a:ext>
          </a:extLst>
        </p:cNvPr>
        <p:cNvGrpSpPr/>
        <p:nvPr/>
      </p:nvGrpSpPr>
      <p:grpSpPr>
        <a:xfrm>
          <a:off x="0" y="0"/>
          <a:ext cx="0" cy="0"/>
          <a:chOff x="0" y="0"/>
          <a:chExt cx="0" cy="0"/>
        </a:xfrm>
      </p:grpSpPr>
      <p:sp>
        <p:nvSpPr>
          <p:cNvPr id="275" name="Google Shape;275;p32">
            <a:extLst>
              <a:ext uri="{FF2B5EF4-FFF2-40B4-BE49-F238E27FC236}">
                <a16:creationId xmlns:a16="http://schemas.microsoft.com/office/drawing/2014/main" id="{76CE76BF-4C09-07F7-2AEC-6E3B612E5F55}"/>
              </a:ext>
            </a:extLst>
          </p:cNvPr>
          <p:cNvSpPr txBox="1">
            <a:spLocks noGrp="1"/>
          </p:cNvSpPr>
          <p:nvPr>
            <p:ph type="title" idx="6"/>
          </p:nvPr>
        </p:nvSpPr>
        <p:spPr>
          <a:xfrm>
            <a:off x="717924" y="211885"/>
            <a:ext cx="7479631" cy="649351"/>
          </a:xfrm>
          <a:prstGeom prst="rect">
            <a:avLst/>
          </a:prstGeom>
        </p:spPr>
        <p:txBody>
          <a:bodyPr spcFirstLastPara="1" wrap="square" lIns="91425" tIns="91425" rIns="91425" bIns="91425" anchor="b" anchorCtr="0">
            <a:noAutofit/>
          </a:bodyPr>
          <a:lstStyle/>
          <a:p>
            <a:pPr algn="l"/>
            <a:r>
              <a:rPr lang="en-IN" sz="3600">
                <a:solidFill>
                  <a:srgbClr val="FF3309"/>
                </a:solidFill>
              </a:rPr>
              <a:t>Hyper-parameter tuning</a:t>
            </a:r>
          </a:p>
        </p:txBody>
      </p:sp>
      <p:pic>
        <p:nvPicPr>
          <p:cNvPr id="2" name="Picture 1">
            <a:extLst>
              <a:ext uri="{FF2B5EF4-FFF2-40B4-BE49-F238E27FC236}">
                <a16:creationId xmlns:a16="http://schemas.microsoft.com/office/drawing/2014/main" id="{7C3EB50D-25C2-31B3-B79B-30BBCBF85943}"/>
              </a:ext>
            </a:extLst>
          </p:cNvPr>
          <p:cNvPicPr>
            <a:picLocks noChangeAspect="1"/>
          </p:cNvPicPr>
          <p:nvPr/>
        </p:nvPicPr>
        <p:blipFill>
          <a:blip r:embed="rId3"/>
          <a:stretch>
            <a:fillRect/>
          </a:stretch>
        </p:blipFill>
        <p:spPr>
          <a:xfrm>
            <a:off x="471488" y="1214548"/>
            <a:ext cx="3779987" cy="12960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a:extLst>
              <a:ext uri="{FF2B5EF4-FFF2-40B4-BE49-F238E27FC236}">
                <a16:creationId xmlns:a16="http://schemas.microsoft.com/office/drawing/2014/main" id="{59AB12A8-70D4-D0C3-9A37-E87D2C747616}"/>
              </a:ext>
            </a:extLst>
          </p:cNvPr>
          <p:cNvPicPr>
            <a:picLocks noChangeAspect="1"/>
          </p:cNvPicPr>
          <p:nvPr/>
        </p:nvPicPr>
        <p:blipFill>
          <a:blip r:embed="rId4"/>
          <a:stretch>
            <a:fillRect/>
          </a:stretch>
        </p:blipFill>
        <p:spPr>
          <a:xfrm>
            <a:off x="2479645" y="3063815"/>
            <a:ext cx="3958266" cy="149596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3F874E86-1ECF-49F7-3111-F2E62481AF89}"/>
              </a:ext>
            </a:extLst>
          </p:cNvPr>
          <p:cNvPicPr>
            <a:picLocks noChangeAspect="1"/>
          </p:cNvPicPr>
          <p:nvPr/>
        </p:nvPicPr>
        <p:blipFill>
          <a:blip r:embed="rId5"/>
          <a:stretch>
            <a:fillRect/>
          </a:stretch>
        </p:blipFill>
        <p:spPr>
          <a:xfrm>
            <a:off x="4484928" y="1284077"/>
            <a:ext cx="4314825" cy="12382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28040723"/>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4">
          <a:extLst>
            <a:ext uri="{FF2B5EF4-FFF2-40B4-BE49-F238E27FC236}">
              <a16:creationId xmlns:a16="http://schemas.microsoft.com/office/drawing/2014/main" id="{40AB6AE0-4FE8-709E-B20E-B92623C5B776}"/>
            </a:ext>
          </a:extLst>
        </p:cNvPr>
        <p:cNvGrpSpPr/>
        <p:nvPr/>
      </p:nvGrpSpPr>
      <p:grpSpPr>
        <a:xfrm>
          <a:off x="0" y="0"/>
          <a:ext cx="0" cy="0"/>
          <a:chOff x="0" y="0"/>
          <a:chExt cx="0" cy="0"/>
        </a:xfrm>
      </p:grpSpPr>
      <p:sp>
        <p:nvSpPr>
          <p:cNvPr id="275" name="Google Shape;275;p32">
            <a:extLst>
              <a:ext uri="{FF2B5EF4-FFF2-40B4-BE49-F238E27FC236}">
                <a16:creationId xmlns:a16="http://schemas.microsoft.com/office/drawing/2014/main" id="{ED81E82B-045D-FB53-B2CE-51D16A8CF0EE}"/>
              </a:ext>
            </a:extLst>
          </p:cNvPr>
          <p:cNvSpPr txBox="1">
            <a:spLocks noGrp="1"/>
          </p:cNvSpPr>
          <p:nvPr>
            <p:ph type="title" idx="6"/>
          </p:nvPr>
        </p:nvSpPr>
        <p:spPr>
          <a:xfrm>
            <a:off x="533498" y="62044"/>
            <a:ext cx="7869488" cy="649351"/>
          </a:xfrm>
          <a:prstGeom prst="rect">
            <a:avLst/>
          </a:prstGeom>
        </p:spPr>
        <p:txBody>
          <a:bodyPr spcFirstLastPara="1" wrap="square" lIns="91425" tIns="91425" rIns="91425" bIns="91425" anchor="b" anchorCtr="0">
            <a:noAutofit/>
          </a:bodyPr>
          <a:lstStyle/>
          <a:p>
            <a:pPr algn="l"/>
            <a:r>
              <a:rPr lang="en-IN" sz="3200">
                <a:solidFill>
                  <a:srgbClr val="FF3309"/>
                </a:solidFill>
              </a:rPr>
              <a:t>Model Comparison after Hyper-parameter tuning</a:t>
            </a:r>
            <a:endParaRPr lang="en-IN" sz="3200" b="0">
              <a:solidFill>
                <a:srgbClr val="000000"/>
              </a:solidFill>
            </a:endParaRPr>
          </a:p>
        </p:txBody>
      </p:sp>
      <p:sp>
        <p:nvSpPr>
          <p:cNvPr id="9" name="Title 12">
            <a:extLst>
              <a:ext uri="{FF2B5EF4-FFF2-40B4-BE49-F238E27FC236}">
                <a16:creationId xmlns:a16="http://schemas.microsoft.com/office/drawing/2014/main" id="{2913C3D6-D6FC-6950-26AC-C20649F4436B}"/>
              </a:ext>
            </a:extLst>
          </p:cNvPr>
          <p:cNvSpPr txBox="1">
            <a:spLocks/>
          </p:cNvSpPr>
          <p:nvPr/>
        </p:nvSpPr>
        <p:spPr>
          <a:xfrm>
            <a:off x="82191" y="3386625"/>
            <a:ext cx="8871786" cy="175687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8000"/>
              <a:buFont typeface="Advent Pro"/>
              <a:buNone/>
              <a:defRPr sz="8000" b="1" i="0" u="none" strike="noStrike" cap="none">
                <a:solidFill>
                  <a:srgbClr val="FFFAEA"/>
                </a:solidFill>
                <a:latin typeface="Advent Pro"/>
                <a:ea typeface="Advent Pro"/>
                <a:cs typeface="Advent Pro"/>
                <a:sym typeface="Advent Pro"/>
              </a:defRPr>
            </a:lvl1pPr>
            <a:lvl2pPr marR="0" lvl="1"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2pPr>
            <a:lvl3pPr marR="0" lvl="2"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3pPr>
            <a:lvl4pPr marR="0" lvl="3"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4pPr>
            <a:lvl5pPr marR="0" lvl="4"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5pPr>
            <a:lvl6pPr marR="0" lvl="5"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6pPr>
            <a:lvl7pPr marR="0" lvl="6"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7pPr>
            <a:lvl8pPr marR="0" lvl="7"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8pPr>
            <a:lvl9pPr marR="0" lvl="8" algn="ctr" rtl="0">
              <a:lnSpc>
                <a:spcPct val="100000"/>
              </a:lnSpc>
              <a:spcBef>
                <a:spcPts val="0"/>
              </a:spcBef>
              <a:spcAft>
                <a:spcPts val="0"/>
              </a:spcAft>
              <a:buClr>
                <a:schemeClr val="dk2"/>
              </a:buClr>
              <a:buSzPts val="8000"/>
              <a:buFont typeface="Advent Pro"/>
              <a:buNone/>
              <a:defRPr sz="8000" b="1" i="0" u="none" strike="noStrike" cap="none">
                <a:solidFill>
                  <a:schemeClr val="dk2"/>
                </a:solidFill>
                <a:latin typeface="Advent Pro"/>
                <a:ea typeface="Advent Pro"/>
                <a:cs typeface="Advent Pro"/>
                <a:sym typeface="Advent Pro"/>
              </a:defRPr>
            </a:lvl9pPr>
          </a:lstStyle>
          <a:p>
            <a:pPr algn="l"/>
            <a:endParaRPr lang="en-US" sz="1400">
              <a:solidFill>
                <a:srgbClr val="FF3309"/>
              </a:solidFill>
            </a:endParaRPr>
          </a:p>
          <a:p>
            <a:pPr algn="l"/>
            <a:r>
              <a:rPr lang="en-US" sz="1500">
                <a:solidFill>
                  <a:srgbClr val="FF3309"/>
                </a:solidFill>
              </a:rPr>
              <a:t>Hyperparameter tuning led to slight performance gains, particularly improving model stability as seen in cross-validation scores.</a:t>
            </a:r>
            <a:endParaRPr lang="en-US" sz="1500"/>
          </a:p>
          <a:p>
            <a:pPr algn="l"/>
            <a:r>
              <a:rPr lang="en-US" sz="1500">
                <a:solidFill>
                  <a:srgbClr val="FF3309"/>
                </a:solidFill>
              </a:rPr>
              <a:t>For </a:t>
            </a:r>
            <a:r>
              <a:rPr lang="en-US" sz="1500" err="1">
                <a:solidFill>
                  <a:srgbClr val="FF3309"/>
                </a:solidFill>
              </a:rPr>
              <a:t>eg</a:t>
            </a:r>
            <a:r>
              <a:rPr lang="en-US" sz="1500">
                <a:solidFill>
                  <a:srgbClr val="FF3309"/>
                </a:solidFill>
              </a:rPr>
              <a:t>, </a:t>
            </a:r>
            <a:r>
              <a:rPr lang="en-US" sz="1500" err="1">
                <a:solidFill>
                  <a:srgbClr val="FF3309"/>
                </a:solidFill>
              </a:rPr>
              <a:t>XGBoost’s</a:t>
            </a:r>
            <a:r>
              <a:rPr lang="en-US" sz="1500">
                <a:solidFill>
                  <a:srgbClr val="FF3309"/>
                </a:solidFill>
              </a:rPr>
              <a:t> R² increased marginally from 0.4926 to 0.4938, but its mean CV R² reached 0.5015 — indicating more consistent predictions.</a:t>
            </a:r>
            <a:endParaRPr lang="en-US" sz="1500"/>
          </a:p>
          <a:p>
            <a:pPr algn="l"/>
            <a:r>
              <a:rPr lang="en-US" sz="1500">
                <a:solidFill>
                  <a:srgbClr val="FF3309"/>
                </a:solidFill>
              </a:rPr>
              <a:t>After hyperparameter tuning, </a:t>
            </a:r>
            <a:r>
              <a:rPr lang="en-US" sz="1500" err="1">
                <a:solidFill>
                  <a:srgbClr val="FF3309"/>
                </a:solidFill>
              </a:rPr>
              <a:t>XGBoost</a:t>
            </a:r>
            <a:r>
              <a:rPr lang="en-US" sz="1500">
                <a:solidFill>
                  <a:srgbClr val="FF3309"/>
                </a:solidFill>
              </a:rPr>
              <a:t> delivered the best overall performance with the highest test R² (0.4938) and CV R² (0.5015), along with the lowest MAE and RMSE.</a:t>
            </a:r>
            <a:br>
              <a:rPr lang="en-US" sz="1500">
                <a:solidFill>
                  <a:srgbClr val="FF3309"/>
                </a:solidFill>
              </a:rPr>
            </a:br>
            <a:r>
              <a:rPr lang="en-US" sz="1500">
                <a:solidFill>
                  <a:srgbClr val="FF3309"/>
                </a:solidFill>
              </a:rPr>
              <a:t>This indicates </a:t>
            </a:r>
            <a:r>
              <a:rPr lang="en-US" sz="1500" err="1">
                <a:solidFill>
                  <a:srgbClr val="FF3309"/>
                </a:solidFill>
              </a:rPr>
              <a:t>XGBoost’s</a:t>
            </a:r>
            <a:r>
              <a:rPr lang="en-US" sz="1500">
                <a:solidFill>
                  <a:srgbClr val="FF3309"/>
                </a:solidFill>
              </a:rPr>
              <a:t> strong generalization ability and superior accuracy in predicting delivery duration.</a:t>
            </a:r>
            <a:endParaRPr lang="en-US" sz="1500"/>
          </a:p>
        </p:txBody>
      </p:sp>
      <p:pic>
        <p:nvPicPr>
          <p:cNvPr id="3" name="Picture 2">
            <a:extLst>
              <a:ext uri="{FF2B5EF4-FFF2-40B4-BE49-F238E27FC236}">
                <a16:creationId xmlns:a16="http://schemas.microsoft.com/office/drawing/2014/main" id="{A53E67BF-9425-D38F-5585-EEE227669B93}"/>
              </a:ext>
            </a:extLst>
          </p:cNvPr>
          <p:cNvPicPr>
            <a:picLocks noChangeAspect="1"/>
          </p:cNvPicPr>
          <p:nvPr/>
        </p:nvPicPr>
        <p:blipFill>
          <a:blip r:embed="rId3"/>
          <a:stretch>
            <a:fillRect/>
          </a:stretch>
        </p:blipFill>
        <p:spPr>
          <a:xfrm>
            <a:off x="226598" y="712854"/>
            <a:ext cx="4081732" cy="25721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06596DC0-9E2A-2B4B-A6EB-F20E4464C663}"/>
              </a:ext>
            </a:extLst>
          </p:cNvPr>
          <p:cNvPicPr>
            <a:picLocks noChangeAspect="1"/>
          </p:cNvPicPr>
          <p:nvPr/>
        </p:nvPicPr>
        <p:blipFill>
          <a:blip r:embed="rId4"/>
          <a:stretch>
            <a:fillRect/>
          </a:stretch>
        </p:blipFill>
        <p:spPr>
          <a:xfrm>
            <a:off x="4568406" y="713297"/>
            <a:ext cx="4385095" cy="257390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58264899"/>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4">
          <a:extLst>
            <a:ext uri="{FF2B5EF4-FFF2-40B4-BE49-F238E27FC236}">
              <a16:creationId xmlns:a16="http://schemas.microsoft.com/office/drawing/2014/main" id="{6AEE15EE-BB5A-63D1-8C96-1591EB4DFDA0}"/>
            </a:ext>
          </a:extLst>
        </p:cNvPr>
        <p:cNvGrpSpPr/>
        <p:nvPr/>
      </p:nvGrpSpPr>
      <p:grpSpPr>
        <a:xfrm>
          <a:off x="0" y="0"/>
          <a:ext cx="0" cy="0"/>
          <a:chOff x="0" y="0"/>
          <a:chExt cx="0" cy="0"/>
        </a:xfrm>
      </p:grpSpPr>
      <p:sp>
        <p:nvSpPr>
          <p:cNvPr id="275" name="Google Shape;275;p32">
            <a:extLst>
              <a:ext uri="{FF2B5EF4-FFF2-40B4-BE49-F238E27FC236}">
                <a16:creationId xmlns:a16="http://schemas.microsoft.com/office/drawing/2014/main" id="{A61A70B2-57F4-208F-BDA7-BE483902670F}"/>
              </a:ext>
            </a:extLst>
          </p:cNvPr>
          <p:cNvSpPr txBox="1">
            <a:spLocks noGrp="1"/>
          </p:cNvSpPr>
          <p:nvPr>
            <p:ph type="title" idx="6"/>
          </p:nvPr>
        </p:nvSpPr>
        <p:spPr>
          <a:xfrm>
            <a:off x="717924" y="211885"/>
            <a:ext cx="7479631" cy="649351"/>
          </a:xfrm>
          <a:prstGeom prst="rect">
            <a:avLst/>
          </a:prstGeom>
        </p:spPr>
        <p:txBody>
          <a:bodyPr spcFirstLastPara="1" wrap="square" lIns="91425" tIns="91425" rIns="91425" bIns="91425" anchor="b" anchorCtr="0">
            <a:noAutofit/>
          </a:bodyPr>
          <a:lstStyle/>
          <a:p>
            <a:pPr algn="l"/>
            <a:r>
              <a:rPr lang="en-IN" sz="3600">
                <a:solidFill>
                  <a:srgbClr val="FF3309"/>
                </a:solidFill>
              </a:rPr>
              <a:t>Most Influential Features</a:t>
            </a:r>
          </a:p>
        </p:txBody>
      </p:sp>
      <p:sp>
        <p:nvSpPr>
          <p:cNvPr id="6" name="Title 12">
            <a:extLst>
              <a:ext uri="{FF2B5EF4-FFF2-40B4-BE49-F238E27FC236}">
                <a16:creationId xmlns:a16="http://schemas.microsoft.com/office/drawing/2014/main" id="{359B5F21-6F93-685B-DFB7-799F09F6D74D}"/>
              </a:ext>
            </a:extLst>
          </p:cNvPr>
          <p:cNvSpPr>
            <a:spLocks noGrp="1"/>
          </p:cNvSpPr>
          <p:nvPr>
            <p:ph type="title" idx="8"/>
          </p:nvPr>
        </p:nvSpPr>
        <p:spPr>
          <a:xfrm>
            <a:off x="146937" y="998163"/>
            <a:ext cx="2757816" cy="3614742"/>
          </a:xfrm>
        </p:spPr>
        <p:txBody>
          <a:bodyPr/>
          <a:lstStyle/>
          <a:p>
            <a:pPr algn="l"/>
            <a:r>
              <a:rPr lang="en-US" sz="1500" err="1">
                <a:solidFill>
                  <a:schemeClr val="tx1"/>
                </a:solidFill>
              </a:rPr>
              <a:t>Avg_delivery_time</a:t>
            </a:r>
            <a:r>
              <a:rPr lang="en-US" sz="1500">
                <a:solidFill>
                  <a:schemeClr val="tx1"/>
                </a:solidFill>
              </a:rPr>
              <a:t> emerged as the most correlated feature after hyperparameter tuning in </a:t>
            </a:r>
            <a:r>
              <a:rPr lang="en-US" sz="1500" err="1">
                <a:solidFill>
                  <a:schemeClr val="tx1"/>
                </a:solidFill>
              </a:rPr>
              <a:t>XGBoost</a:t>
            </a:r>
            <a:r>
              <a:rPr lang="en-US" sz="1500">
                <a:solidFill>
                  <a:schemeClr val="tx1"/>
                </a:solidFill>
              </a:rPr>
              <a:t>.</a:t>
            </a:r>
            <a:br>
              <a:rPr lang="en-US" sz="1500"/>
            </a:br>
            <a:r>
              <a:rPr lang="en-US" sz="1500">
                <a:solidFill>
                  <a:schemeClr val="tx1"/>
                </a:solidFill>
              </a:rPr>
              <a:t>Other features like dashers per order, (However, since this feature is derived from actual time taken, this is to be expected).</a:t>
            </a:r>
            <a:br>
              <a:rPr lang="en-US" sz="1500">
                <a:solidFill>
                  <a:schemeClr val="tx1"/>
                </a:solidFill>
              </a:rPr>
            </a:br>
            <a:br>
              <a:rPr lang="en-US" sz="1500"/>
            </a:br>
            <a:r>
              <a:rPr lang="en-US" sz="1500" err="1">
                <a:solidFill>
                  <a:schemeClr val="tx1"/>
                </a:solidFill>
              </a:rPr>
              <a:t>estimated_store_to_consumer_driving_duration</a:t>
            </a:r>
            <a:r>
              <a:rPr lang="en-US" sz="1500">
                <a:solidFill>
                  <a:schemeClr val="tx1"/>
                </a:solidFill>
              </a:rPr>
              <a:t>, and </a:t>
            </a:r>
            <a:r>
              <a:rPr lang="en-US" sz="1500" err="1">
                <a:solidFill>
                  <a:schemeClr val="tx1"/>
                </a:solidFill>
              </a:rPr>
              <a:t>orderPlaced_to_home_location_time</a:t>
            </a:r>
            <a:r>
              <a:rPr lang="en-US" sz="1500">
                <a:solidFill>
                  <a:schemeClr val="tx1"/>
                </a:solidFill>
              </a:rPr>
              <a:t> also played an important role, showing how delivery and distance-related factors affect the timing.</a:t>
            </a:r>
          </a:p>
        </p:txBody>
      </p:sp>
      <p:pic>
        <p:nvPicPr>
          <p:cNvPr id="2" name="Picture 1">
            <a:extLst>
              <a:ext uri="{FF2B5EF4-FFF2-40B4-BE49-F238E27FC236}">
                <a16:creationId xmlns:a16="http://schemas.microsoft.com/office/drawing/2014/main" id="{20B5AEB6-8385-FF71-8424-6D25FC0F3BEF}"/>
              </a:ext>
            </a:extLst>
          </p:cNvPr>
          <p:cNvPicPr>
            <a:picLocks noChangeAspect="1"/>
          </p:cNvPicPr>
          <p:nvPr/>
        </p:nvPicPr>
        <p:blipFill>
          <a:blip r:embed="rId3"/>
          <a:stretch>
            <a:fillRect/>
          </a:stretch>
        </p:blipFill>
        <p:spPr>
          <a:xfrm>
            <a:off x="3080349" y="1085940"/>
            <a:ext cx="5819236" cy="353233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950401737"/>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4">
          <a:extLst>
            <a:ext uri="{FF2B5EF4-FFF2-40B4-BE49-F238E27FC236}">
              <a16:creationId xmlns:a16="http://schemas.microsoft.com/office/drawing/2014/main" id="{9697E418-AC0A-279C-89F9-3014A6E2E309}"/>
            </a:ext>
          </a:extLst>
        </p:cNvPr>
        <p:cNvGrpSpPr/>
        <p:nvPr/>
      </p:nvGrpSpPr>
      <p:grpSpPr>
        <a:xfrm>
          <a:off x="0" y="0"/>
          <a:ext cx="0" cy="0"/>
          <a:chOff x="0" y="0"/>
          <a:chExt cx="0" cy="0"/>
        </a:xfrm>
      </p:grpSpPr>
      <p:sp>
        <p:nvSpPr>
          <p:cNvPr id="275" name="Google Shape;275;p32">
            <a:extLst>
              <a:ext uri="{FF2B5EF4-FFF2-40B4-BE49-F238E27FC236}">
                <a16:creationId xmlns:a16="http://schemas.microsoft.com/office/drawing/2014/main" id="{C6094B24-48B9-BD8D-E518-FC368299F627}"/>
              </a:ext>
            </a:extLst>
          </p:cNvPr>
          <p:cNvSpPr txBox="1">
            <a:spLocks noGrp="1"/>
          </p:cNvSpPr>
          <p:nvPr>
            <p:ph type="title" idx="6"/>
          </p:nvPr>
        </p:nvSpPr>
        <p:spPr>
          <a:xfrm>
            <a:off x="146584" y="211885"/>
            <a:ext cx="8829892" cy="649351"/>
          </a:xfrm>
          <a:prstGeom prst="rect">
            <a:avLst/>
          </a:prstGeom>
        </p:spPr>
        <p:txBody>
          <a:bodyPr spcFirstLastPara="1" wrap="square" lIns="91425" tIns="91425" rIns="91425" bIns="91425" anchor="b" anchorCtr="0">
            <a:noAutofit/>
          </a:bodyPr>
          <a:lstStyle/>
          <a:p>
            <a:pPr algn="l"/>
            <a:r>
              <a:rPr lang="en-IN" sz="3600">
                <a:solidFill>
                  <a:srgbClr val="FF3309"/>
                </a:solidFill>
              </a:rPr>
              <a:t>Scatter plot on Actual vs Predicted Delivery Time</a:t>
            </a:r>
          </a:p>
        </p:txBody>
      </p:sp>
      <p:sp>
        <p:nvSpPr>
          <p:cNvPr id="6" name="Title 12">
            <a:extLst>
              <a:ext uri="{FF2B5EF4-FFF2-40B4-BE49-F238E27FC236}">
                <a16:creationId xmlns:a16="http://schemas.microsoft.com/office/drawing/2014/main" id="{DF1DB2C2-A83D-666E-AF8F-3734E849293F}"/>
              </a:ext>
            </a:extLst>
          </p:cNvPr>
          <p:cNvSpPr>
            <a:spLocks noGrp="1"/>
          </p:cNvSpPr>
          <p:nvPr>
            <p:ph type="title" idx="8"/>
          </p:nvPr>
        </p:nvSpPr>
        <p:spPr>
          <a:xfrm>
            <a:off x="351814" y="1549594"/>
            <a:ext cx="2757816" cy="2416231"/>
          </a:xfrm>
        </p:spPr>
        <p:txBody>
          <a:bodyPr/>
          <a:lstStyle/>
          <a:p>
            <a:pPr algn="l"/>
            <a:r>
              <a:rPr lang="en-US" sz="1800">
                <a:solidFill>
                  <a:schemeClr val="tx1"/>
                </a:solidFill>
              </a:rPr>
              <a:t>This scatterplot shows that </a:t>
            </a:r>
            <a:r>
              <a:rPr lang="en-US" sz="1800" err="1">
                <a:solidFill>
                  <a:schemeClr val="tx1"/>
                </a:solidFill>
              </a:rPr>
              <a:t>XGBoost’s</a:t>
            </a:r>
            <a:r>
              <a:rPr lang="en-US" sz="1800">
                <a:solidFill>
                  <a:schemeClr val="tx1"/>
                </a:solidFill>
              </a:rPr>
              <a:t> predictions closely match actual delivery times, especially in the mid-range. While there’s more variation for longer deliveries, the model generally performs well with few outliers.</a:t>
            </a:r>
            <a:endParaRPr lang="en-US" sz="1800">
              <a:solidFill>
                <a:srgbClr val="FF3309"/>
              </a:solidFill>
            </a:endParaRPr>
          </a:p>
        </p:txBody>
      </p:sp>
      <p:pic>
        <p:nvPicPr>
          <p:cNvPr id="2" name="Picture 1">
            <a:extLst>
              <a:ext uri="{FF2B5EF4-FFF2-40B4-BE49-F238E27FC236}">
                <a16:creationId xmlns:a16="http://schemas.microsoft.com/office/drawing/2014/main" id="{76D434C2-189F-12C5-AD3B-5CBC3515094C}"/>
              </a:ext>
            </a:extLst>
          </p:cNvPr>
          <p:cNvPicPr>
            <a:picLocks noChangeAspect="1"/>
          </p:cNvPicPr>
          <p:nvPr/>
        </p:nvPicPr>
        <p:blipFill>
          <a:blip r:embed="rId3"/>
          <a:stretch>
            <a:fillRect/>
          </a:stretch>
        </p:blipFill>
        <p:spPr>
          <a:xfrm>
            <a:off x="3589674" y="940130"/>
            <a:ext cx="5127750" cy="38171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041588032"/>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58"/>
        <p:cNvGrpSpPr/>
        <p:nvPr/>
      </p:nvGrpSpPr>
      <p:grpSpPr>
        <a:xfrm>
          <a:off x="0" y="0"/>
          <a:ext cx="0" cy="0"/>
          <a:chOff x="0" y="0"/>
          <a:chExt cx="0" cy="0"/>
        </a:xfrm>
      </p:grpSpPr>
      <p:sp>
        <p:nvSpPr>
          <p:cNvPr id="1359" name="Google Shape;1359;p54"/>
          <p:cNvSpPr/>
          <p:nvPr/>
        </p:nvSpPr>
        <p:spPr>
          <a:xfrm rot="-4254030">
            <a:off x="6172678" y="1531765"/>
            <a:ext cx="4385703" cy="2735710"/>
          </a:xfrm>
          <a:custGeom>
            <a:avLst/>
            <a:gdLst/>
            <a:ahLst/>
            <a:cxnLst/>
            <a:rect l="l" t="t" r="r" b="b"/>
            <a:pathLst>
              <a:path w="280968" h="175262" extrusionOk="0">
                <a:moveTo>
                  <a:pt x="92655" y="1"/>
                </a:moveTo>
                <a:cubicBezTo>
                  <a:pt x="86776" y="1"/>
                  <a:pt x="80138" y="422"/>
                  <a:pt x="72579" y="1423"/>
                </a:cubicBezTo>
                <a:cubicBezTo>
                  <a:pt x="33600" y="6582"/>
                  <a:pt x="1645" y="28443"/>
                  <a:pt x="780" y="98934"/>
                </a:cubicBezTo>
                <a:cubicBezTo>
                  <a:pt x="0" y="162463"/>
                  <a:pt x="54837" y="175261"/>
                  <a:pt x="99154" y="175261"/>
                </a:cubicBezTo>
                <a:cubicBezTo>
                  <a:pt x="129061" y="175261"/>
                  <a:pt x="154177" y="169432"/>
                  <a:pt x="154177" y="169432"/>
                </a:cubicBezTo>
                <a:cubicBezTo>
                  <a:pt x="154177" y="169432"/>
                  <a:pt x="280967" y="147275"/>
                  <a:pt x="267993" y="81444"/>
                </a:cubicBezTo>
                <a:cubicBezTo>
                  <a:pt x="267282" y="77832"/>
                  <a:pt x="260023" y="33652"/>
                  <a:pt x="190079" y="26478"/>
                </a:cubicBezTo>
                <a:cubicBezTo>
                  <a:pt x="139164" y="21255"/>
                  <a:pt x="143064" y="12738"/>
                  <a:pt x="131984" y="8200"/>
                </a:cubicBezTo>
                <a:cubicBezTo>
                  <a:pt x="123301" y="4645"/>
                  <a:pt x="112160" y="1"/>
                  <a:pt x="92655" y="1"/>
                </a:cubicBezTo>
                <a:close/>
              </a:path>
            </a:pathLst>
          </a:custGeom>
          <a:solidFill>
            <a:srgbClr val="FF6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54"/>
          <p:cNvSpPr txBox="1">
            <a:spLocks noGrp="1"/>
          </p:cNvSpPr>
          <p:nvPr>
            <p:ph type="title"/>
          </p:nvPr>
        </p:nvSpPr>
        <p:spPr>
          <a:xfrm>
            <a:off x="796050" y="201100"/>
            <a:ext cx="7551900" cy="75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000">
                <a:solidFill>
                  <a:srgbClr val="FF3309"/>
                </a:solidFill>
              </a:rPr>
              <a:t>Conclusion</a:t>
            </a:r>
          </a:p>
        </p:txBody>
      </p:sp>
      <p:sp>
        <p:nvSpPr>
          <p:cNvPr id="1361" name="Google Shape;1361;p54"/>
          <p:cNvSpPr/>
          <p:nvPr/>
        </p:nvSpPr>
        <p:spPr>
          <a:xfrm>
            <a:off x="1123732" y="2826030"/>
            <a:ext cx="1326186" cy="543239"/>
          </a:xfrm>
          <a:custGeom>
            <a:avLst/>
            <a:gdLst/>
            <a:ahLst/>
            <a:cxnLst/>
            <a:rect l="l" t="t" r="r" b="b"/>
            <a:pathLst>
              <a:path w="65726" h="26923" extrusionOk="0">
                <a:moveTo>
                  <a:pt x="0" y="0"/>
                </a:moveTo>
                <a:lnTo>
                  <a:pt x="10782" y="13477"/>
                </a:lnTo>
                <a:lnTo>
                  <a:pt x="0" y="26923"/>
                </a:lnTo>
                <a:lnTo>
                  <a:pt x="54943" y="26923"/>
                </a:lnTo>
                <a:lnTo>
                  <a:pt x="65725" y="13477"/>
                </a:lnTo>
                <a:lnTo>
                  <a:pt x="5494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54"/>
          <p:cNvSpPr/>
          <p:nvPr/>
        </p:nvSpPr>
        <p:spPr>
          <a:xfrm>
            <a:off x="2227898" y="2826030"/>
            <a:ext cx="1326812" cy="543239"/>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54"/>
          <p:cNvSpPr/>
          <p:nvPr/>
        </p:nvSpPr>
        <p:spPr>
          <a:xfrm>
            <a:off x="3331438" y="2826030"/>
            <a:ext cx="1326812" cy="543239"/>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54"/>
          <p:cNvSpPr/>
          <p:nvPr/>
        </p:nvSpPr>
        <p:spPr>
          <a:xfrm>
            <a:off x="4436229" y="2826030"/>
            <a:ext cx="1326186" cy="543239"/>
          </a:xfrm>
          <a:custGeom>
            <a:avLst/>
            <a:gdLst/>
            <a:ahLst/>
            <a:cxnLst/>
            <a:rect l="l" t="t" r="r" b="b"/>
            <a:pathLst>
              <a:path w="65726" h="26923" extrusionOk="0">
                <a:moveTo>
                  <a:pt x="1" y="0"/>
                </a:moveTo>
                <a:lnTo>
                  <a:pt x="10751" y="13477"/>
                </a:lnTo>
                <a:lnTo>
                  <a:pt x="1" y="26923"/>
                </a:lnTo>
                <a:lnTo>
                  <a:pt x="54944" y="26923"/>
                </a:lnTo>
                <a:lnTo>
                  <a:pt x="65726" y="13477"/>
                </a:lnTo>
                <a:lnTo>
                  <a:pt x="5494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54"/>
          <p:cNvSpPr txBox="1">
            <a:spLocks noGrp="1"/>
          </p:cNvSpPr>
          <p:nvPr>
            <p:ph type="title" idx="4294967295"/>
          </p:nvPr>
        </p:nvSpPr>
        <p:spPr>
          <a:xfrm>
            <a:off x="-78050" y="1472493"/>
            <a:ext cx="2499390" cy="790143"/>
          </a:xfrm>
          <a:prstGeom prst="rect">
            <a:avLst/>
          </a:prstGeom>
        </p:spPr>
        <p:txBody>
          <a:bodyPr spcFirstLastPara="1" wrap="square" lIns="91425" tIns="91425" rIns="91425" bIns="91425" anchor="t" anchorCtr="0">
            <a:noAutofit/>
          </a:bodyPr>
          <a:lstStyle/>
          <a:p>
            <a:pPr algn="ctr"/>
            <a:r>
              <a:rPr lang="en" sz="1600">
                <a:solidFill>
                  <a:schemeClr val="accent4"/>
                </a:solidFill>
              </a:rPr>
              <a:t>Started with basic models and minimal preprocessing, achieving limited accuracy due to noise, missing data, and uninformative features.</a:t>
            </a:r>
            <a:endParaRPr lang="en-US" sz="1600">
              <a:solidFill>
                <a:schemeClr val="accent4"/>
              </a:solidFill>
            </a:endParaRPr>
          </a:p>
        </p:txBody>
      </p:sp>
      <p:sp>
        <p:nvSpPr>
          <p:cNvPr id="1367" name="Google Shape;1367;p54"/>
          <p:cNvSpPr txBox="1">
            <a:spLocks noGrp="1"/>
          </p:cNvSpPr>
          <p:nvPr>
            <p:ph type="title" idx="4294967295"/>
          </p:nvPr>
        </p:nvSpPr>
        <p:spPr>
          <a:xfrm>
            <a:off x="1182434" y="3365487"/>
            <a:ext cx="2412186" cy="1651761"/>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t" anchorCtr="0">
            <a:noAutofit/>
          </a:bodyPr>
          <a:lstStyle/>
          <a:p>
            <a:pPr algn="just"/>
            <a:r>
              <a:rPr lang="en" sz="1600">
                <a:solidFill>
                  <a:schemeClr val="accent1">
                    <a:lumMod val="75000"/>
                  </a:schemeClr>
                </a:solidFill>
              </a:rPr>
              <a:t>XGBoost showed the best results overall, improving from R²: 0.21 to 0.49 and RMSE: 12.85 to 10.23 through smarter data handling and tuning.</a:t>
            </a:r>
            <a:endParaRPr lang="en-US" sz="1600">
              <a:solidFill>
                <a:schemeClr val="accent1">
                  <a:lumMod val="75000"/>
                </a:schemeClr>
              </a:solidFill>
            </a:endParaRPr>
          </a:p>
        </p:txBody>
      </p:sp>
      <p:sp>
        <p:nvSpPr>
          <p:cNvPr id="1369" name="Google Shape;1369;p54"/>
          <p:cNvSpPr txBox="1">
            <a:spLocks noGrp="1"/>
          </p:cNvSpPr>
          <p:nvPr>
            <p:ph type="title" idx="4294967295"/>
          </p:nvPr>
        </p:nvSpPr>
        <p:spPr>
          <a:xfrm>
            <a:off x="3023388" y="1472493"/>
            <a:ext cx="2582427" cy="1314429"/>
          </a:xfrm>
          <a:prstGeom prst="rect">
            <a:avLst/>
          </a:prstGeom>
        </p:spPr>
        <p:txBody>
          <a:bodyPr spcFirstLastPara="1" wrap="square" lIns="91425" tIns="91425" rIns="91425" bIns="91425" anchor="t" anchorCtr="0">
            <a:noAutofit/>
          </a:bodyPr>
          <a:lstStyle/>
          <a:p>
            <a:r>
              <a:rPr lang="en" sz="1600">
                <a:solidFill>
                  <a:schemeClr val="accent3"/>
                </a:solidFill>
              </a:rPr>
              <a:t>Gradual enhancements — including null value handling, outlier removal, and feature engineering — significantly improved model performance.</a:t>
            </a:r>
            <a:endParaRPr lang="en-US" sz="1600">
              <a:solidFill>
                <a:schemeClr val="accent3"/>
              </a:solidFill>
            </a:endParaRPr>
          </a:p>
        </p:txBody>
      </p:sp>
      <p:grpSp>
        <p:nvGrpSpPr>
          <p:cNvPr id="1370" name="Google Shape;1370;p54"/>
          <p:cNvGrpSpPr/>
          <p:nvPr/>
        </p:nvGrpSpPr>
        <p:grpSpPr>
          <a:xfrm>
            <a:off x="6271165" y="1060842"/>
            <a:ext cx="3540893" cy="3930732"/>
            <a:chOff x="6271165" y="1060842"/>
            <a:chExt cx="3540893" cy="3930732"/>
          </a:xfrm>
        </p:grpSpPr>
        <p:grpSp>
          <p:nvGrpSpPr>
            <p:cNvPr id="1371" name="Google Shape;1371;p54"/>
            <p:cNvGrpSpPr/>
            <p:nvPr/>
          </p:nvGrpSpPr>
          <p:grpSpPr>
            <a:xfrm>
              <a:off x="6271165" y="2214577"/>
              <a:ext cx="730084" cy="597906"/>
              <a:chOff x="1968731" y="3237855"/>
              <a:chExt cx="911124" cy="746170"/>
            </a:xfrm>
          </p:grpSpPr>
          <p:sp>
            <p:nvSpPr>
              <p:cNvPr id="1372" name="Google Shape;1372;p54"/>
              <p:cNvSpPr/>
              <p:nvPr/>
            </p:nvSpPr>
            <p:spPr>
              <a:xfrm>
                <a:off x="2054462" y="3804260"/>
                <a:ext cx="739602" cy="179765"/>
              </a:xfrm>
              <a:custGeom>
                <a:avLst/>
                <a:gdLst/>
                <a:ahLst/>
                <a:cxnLst/>
                <a:rect l="l" t="t" r="r" b="b"/>
                <a:pathLst>
                  <a:path w="23690" h="5758" extrusionOk="0">
                    <a:moveTo>
                      <a:pt x="1" y="1"/>
                    </a:moveTo>
                    <a:lnTo>
                      <a:pt x="1" y="5758"/>
                    </a:lnTo>
                    <a:lnTo>
                      <a:pt x="23689" y="5758"/>
                    </a:lnTo>
                    <a:lnTo>
                      <a:pt x="2368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54"/>
              <p:cNvSpPr/>
              <p:nvPr/>
            </p:nvSpPr>
            <p:spPr>
              <a:xfrm>
                <a:off x="2424268" y="3804260"/>
                <a:ext cx="369801" cy="179765"/>
              </a:xfrm>
              <a:custGeom>
                <a:avLst/>
                <a:gdLst/>
                <a:ahLst/>
                <a:cxnLst/>
                <a:rect l="l" t="t" r="r" b="b"/>
                <a:pathLst>
                  <a:path w="11845" h="5758" extrusionOk="0">
                    <a:moveTo>
                      <a:pt x="0" y="1"/>
                    </a:moveTo>
                    <a:lnTo>
                      <a:pt x="0" y="5758"/>
                    </a:lnTo>
                    <a:lnTo>
                      <a:pt x="11844" y="5758"/>
                    </a:lnTo>
                    <a:lnTo>
                      <a:pt x="1184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54"/>
              <p:cNvSpPr/>
              <p:nvPr/>
            </p:nvSpPr>
            <p:spPr>
              <a:xfrm>
                <a:off x="2055930" y="3237855"/>
                <a:ext cx="736730" cy="508948"/>
              </a:xfrm>
              <a:custGeom>
                <a:avLst/>
                <a:gdLst/>
                <a:ahLst/>
                <a:cxnLst/>
                <a:rect l="l" t="t" r="r" b="b"/>
                <a:pathLst>
                  <a:path w="23598" h="16302" extrusionOk="0">
                    <a:moveTo>
                      <a:pt x="11798" y="0"/>
                    </a:moveTo>
                    <a:cubicBezTo>
                      <a:pt x="5293" y="0"/>
                      <a:pt x="0" y="5293"/>
                      <a:pt x="0" y="11798"/>
                    </a:cubicBezTo>
                    <a:lnTo>
                      <a:pt x="0" y="16301"/>
                    </a:lnTo>
                    <a:lnTo>
                      <a:pt x="23597" y="16301"/>
                    </a:lnTo>
                    <a:lnTo>
                      <a:pt x="23597" y="11798"/>
                    </a:lnTo>
                    <a:cubicBezTo>
                      <a:pt x="23597" y="5293"/>
                      <a:pt x="18304" y="0"/>
                      <a:pt x="117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54"/>
              <p:cNvSpPr/>
              <p:nvPr/>
            </p:nvSpPr>
            <p:spPr>
              <a:xfrm>
                <a:off x="2424268" y="3237855"/>
                <a:ext cx="368396" cy="508948"/>
              </a:xfrm>
              <a:custGeom>
                <a:avLst/>
                <a:gdLst/>
                <a:ahLst/>
                <a:cxnLst/>
                <a:rect l="l" t="t" r="r" b="b"/>
                <a:pathLst>
                  <a:path w="11800" h="16302" extrusionOk="0">
                    <a:moveTo>
                      <a:pt x="0" y="0"/>
                    </a:moveTo>
                    <a:lnTo>
                      <a:pt x="0" y="16301"/>
                    </a:lnTo>
                    <a:lnTo>
                      <a:pt x="11799" y="16301"/>
                    </a:lnTo>
                    <a:lnTo>
                      <a:pt x="11799" y="11798"/>
                    </a:lnTo>
                    <a:cubicBezTo>
                      <a:pt x="11799" y="5293"/>
                      <a:pt x="6506" y="0"/>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54"/>
              <p:cNvSpPr/>
              <p:nvPr/>
            </p:nvSpPr>
            <p:spPr>
              <a:xfrm>
                <a:off x="1968731" y="3594768"/>
                <a:ext cx="911124" cy="246419"/>
              </a:xfrm>
              <a:custGeom>
                <a:avLst/>
                <a:gdLst/>
                <a:ahLst/>
                <a:cxnLst/>
                <a:rect l="l" t="t" r="r" b="b"/>
                <a:pathLst>
                  <a:path w="29184" h="7893" extrusionOk="0">
                    <a:moveTo>
                      <a:pt x="3945" y="0"/>
                    </a:moveTo>
                    <a:cubicBezTo>
                      <a:pt x="1770" y="0"/>
                      <a:pt x="0" y="1770"/>
                      <a:pt x="0" y="3947"/>
                    </a:cubicBezTo>
                    <a:cubicBezTo>
                      <a:pt x="0" y="6123"/>
                      <a:pt x="1770" y="7892"/>
                      <a:pt x="3945" y="7892"/>
                    </a:cubicBezTo>
                    <a:lnTo>
                      <a:pt x="25237" y="7892"/>
                    </a:lnTo>
                    <a:cubicBezTo>
                      <a:pt x="27414" y="7892"/>
                      <a:pt x="29183" y="6123"/>
                      <a:pt x="29183" y="3947"/>
                    </a:cubicBezTo>
                    <a:cubicBezTo>
                      <a:pt x="29183" y="1770"/>
                      <a:pt x="27414" y="0"/>
                      <a:pt x="252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54"/>
              <p:cNvSpPr/>
              <p:nvPr/>
            </p:nvSpPr>
            <p:spPr>
              <a:xfrm>
                <a:off x="2253430" y="3429423"/>
                <a:ext cx="53417" cy="53417"/>
              </a:xfrm>
              <a:custGeom>
                <a:avLst/>
                <a:gdLst/>
                <a:ahLst/>
                <a:cxnLst/>
                <a:rect l="l" t="t" r="r" b="b"/>
                <a:pathLst>
                  <a:path w="1711" h="1711" extrusionOk="0">
                    <a:moveTo>
                      <a:pt x="1" y="0"/>
                    </a:moveTo>
                    <a:lnTo>
                      <a:pt x="1" y="1711"/>
                    </a:lnTo>
                    <a:lnTo>
                      <a:pt x="1711" y="1711"/>
                    </a:lnTo>
                    <a:lnTo>
                      <a:pt x="17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54"/>
              <p:cNvSpPr/>
              <p:nvPr/>
            </p:nvSpPr>
            <p:spPr>
              <a:xfrm>
                <a:off x="2541719" y="3429423"/>
                <a:ext cx="53417" cy="53417"/>
              </a:xfrm>
              <a:custGeom>
                <a:avLst/>
                <a:gdLst/>
                <a:ahLst/>
                <a:cxnLst/>
                <a:rect l="l" t="t" r="r" b="b"/>
                <a:pathLst>
                  <a:path w="1711" h="1711" extrusionOk="0">
                    <a:moveTo>
                      <a:pt x="1" y="0"/>
                    </a:moveTo>
                    <a:lnTo>
                      <a:pt x="1" y="1711"/>
                    </a:lnTo>
                    <a:lnTo>
                      <a:pt x="1711" y="1711"/>
                    </a:lnTo>
                    <a:lnTo>
                      <a:pt x="17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54"/>
              <p:cNvSpPr/>
              <p:nvPr/>
            </p:nvSpPr>
            <p:spPr>
              <a:xfrm>
                <a:off x="2397543" y="3334480"/>
                <a:ext cx="53449" cy="53417"/>
              </a:xfrm>
              <a:custGeom>
                <a:avLst/>
                <a:gdLst/>
                <a:ahLst/>
                <a:cxnLst/>
                <a:rect l="l" t="t" r="r" b="b"/>
                <a:pathLst>
                  <a:path w="1712" h="1711" extrusionOk="0">
                    <a:moveTo>
                      <a:pt x="1" y="1"/>
                    </a:moveTo>
                    <a:lnTo>
                      <a:pt x="1" y="1711"/>
                    </a:lnTo>
                    <a:lnTo>
                      <a:pt x="1711" y="1711"/>
                    </a:lnTo>
                    <a:lnTo>
                      <a:pt x="171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54"/>
              <p:cNvSpPr/>
              <p:nvPr/>
            </p:nvSpPr>
            <p:spPr>
              <a:xfrm>
                <a:off x="2424268" y="3334480"/>
                <a:ext cx="26724" cy="53417"/>
              </a:xfrm>
              <a:custGeom>
                <a:avLst/>
                <a:gdLst/>
                <a:ahLst/>
                <a:cxnLst/>
                <a:rect l="l" t="t" r="r" b="b"/>
                <a:pathLst>
                  <a:path w="856" h="1711" extrusionOk="0">
                    <a:moveTo>
                      <a:pt x="0" y="1"/>
                    </a:moveTo>
                    <a:lnTo>
                      <a:pt x="0" y="1711"/>
                    </a:lnTo>
                    <a:lnTo>
                      <a:pt x="855" y="1711"/>
                    </a:lnTo>
                    <a:lnTo>
                      <a:pt x="85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54"/>
              <p:cNvSpPr/>
              <p:nvPr/>
            </p:nvSpPr>
            <p:spPr>
              <a:xfrm>
                <a:off x="2576124" y="3594581"/>
                <a:ext cx="113922" cy="189849"/>
              </a:xfrm>
              <a:custGeom>
                <a:avLst/>
                <a:gdLst/>
                <a:ahLst/>
                <a:cxnLst/>
                <a:rect l="l" t="t" r="r" b="b"/>
                <a:pathLst>
                  <a:path w="3649" h="6081" extrusionOk="0">
                    <a:moveTo>
                      <a:pt x="0" y="1"/>
                    </a:moveTo>
                    <a:lnTo>
                      <a:pt x="0" y="4256"/>
                    </a:lnTo>
                    <a:cubicBezTo>
                      <a:pt x="0" y="5263"/>
                      <a:pt x="816" y="6081"/>
                      <a:pt x="1825" y="6081"/>
                    </a:cubicBezTo>
                    <a:lnTo>
                      <a:pt x="1825" y="6079"/>
                    </a:lnTo>
                    <a:cubicBezTo>
                      <a:pt x="2832" y="6079"/>
                      <a:pt x="3648" y="5263"/>
                      <a:pt x="3648" y="4256"/>
                    </a:cubicBezTo>
                    <a:lnTo>
                      <a:pt x="364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54"/>
              <p:cNvSpPr/>
              <p:nvPr/>
            </p:nvSpPr>
            <p:spPr>
              <a:xfrm>
                <a:off x="2126925" y="3651497"/>
                <a:ext cx="158161" cy="132935"/>
              </a:xfrm>
              <a:custGeom>
                <a:avLst/>
                <a:gdLst/>
                <a:ahLst/>
                <a:cxnLst/>
                <a:rect l="l" t="t" r="r" b="b"/>
                <a:pathLst>
                  <a:path w="5066" h="4258" extrusionOk="0">
                    <a:moveTo>
                      <a:pt x="2979" y="1"/>
                    </a:moveTo>
                    <a:lnTo>
                      <a:pt x="0" y="4258"/>
                    </a:lnTo>
                    <a:lnTo>
                      <a:pt x="2087" y="4258"/>
                    </a:lnTo>
                    <a:lnTo>
                      <a:pt x="506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54"/>
              <p:cNvSpPr/>
              <p:nvPr/>
            </p:nvSpPr>
            <p:spPr>
              <a:xfrm>
                <a:off x="2345187" y="3651497"/>
                <a:ext cx="158192" cy="132935"/>
              </a:xfrm>
              <a:custGeom>
                <a:avLst/>
                <a:gdLst/>
                <a:ahLst/>
                <a:cxnLst/>
                <a:rect l="l" t="t" r="r" b="b"/>
                <a:pathLst>
                  <a:path w="5067" h="4258" extrusionOk="0">
                    <a:moveTo>
                      <a:pt x="2979" y="1"/>
                    </a:moveTo>
                    <a:lnTo>
                      <a:pt x="1" y="4258"/>
                    </a:lnTo>
                    <a:lnTo>
                      <a:pt x="2088" y="4258"/>
                    </a:lnTo>
                    <a:lnTo>
                      <a:pt x="506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54"/>
              <p:cNvSpPr/>
              <p:nvPr/>
            </p:nvSpPr>
            <p:spPr>
              <a:xfrm>
                <a:off x="2424268" y="3651497"/>
                <a:ext cx="79111" cy="113016"/>
              </a:xfrm>
              <a:custGeom>
                <a:avLst/>
                <a:gdLst/>
                <a:ahLst/>
                <a:cxnLst/>
                <a:rect l="l" t="t" r="r" b="b"/>
                <a:pathLst>
                  <a:path w="2534" h="3620" extrusionOk="0">
                    <a:moveTo>
                      <a:pt x="446" y="1"/>
                    </a:moveTo>
                    <a:lnTo>
                      <a:pt x="0" y="639"/>
                    </a:lnTo>
                    <a:lnTo>
                      <a:pt x="0" y="3620"/>
                    </a:lnTo>
                    <a:lnTo>
                      <a:pt x="253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54"/>
              <p:cNvSpPr/>
              <p:nvPr/>
            </p:nvSpPr>
            <p:spPr>
              <a:xfrm>
                <a:off x="2633070" y="3594581"/>
                <a:ext cx="56976" cy="189818"/>
              </a:xfrm>
              <a:custGeom>
                <a:avLst/>
                <a:gdLst/>
                <a:ahLst/>
                <a:cxnLst/>
                <a:rect l="l" t="t" r="r" b="b"/>
                <a:pathLst>
                  <a:path w="1825" h="6080" extrusionOk="0">
                    <a:moveTo>
                      <a:pt x="1" y="1"/>
                    </a:moveTo>
                    <a:lnTo>
                      <a:pt x="1" y="6079"/>
                    </a:lnTo>
                    <a:cubicBezTo>
                      <a:pt x="1008" y="6079"/>
                      <a:pt x="1824" y="5263"/>
                      <a:pt x="1824" y="4256"/>
                    </a:cubicBezTo>
                    <a:lnTo>
                      <a:pt x="182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6" name="Google Shape;1386;p54"/>
            <p:cNvGrpSpPr/>
            <p:nvPr/>
          </p:nvGrpSpPr>
          <p:grpSpPr>
            <a:xfrm rot="-358812">
              <a:off x="6451047" y="1216708"/>
              <a:ext cx="3181144" cy="3619000"/>
              <a:chOff x="8890095" y="3665125"/>
              <a:chExt cx="2909806" cy="3310314"/>
            </a:xfrm>
          </p:grpSpPr>
          <p:sp>
            <p:nvSpPr>
              <p:cNvPr id="1387" name="Google Shape;1387;p54"/>
              <p:cNvSpPr/>
              <p:nvPr/>
            </p:nvSpPr>
            <p:spPr>
              <a:xfrm>
                <a:off x="9441440" y="4001047"/>
                <a:ext cx="2358461" cy="2974393"/>
              </a:xfrm>
              <a:custGeom>
                <a:avLst/>
                <a:gdLst/>
                <a:ahLst/>
                <a:cxnLst/>
                <a:rect l="l" t="t" r="r" b="b"/>
                <a:pathLst>
                  <a:path w="110389" h="139218" extrusionOk="0">
                    <a:moveTo>
                      <a:pt x="109392" y="20761"/>
                    </a:moveTo>
                    <a:cubicBezTo>
                      <a:pt x="110388" y="17897"/>
                      <a:pt x="107327" y="15198"/>
                      <a:pt x="105713" y="13621"/>
                    </a:cubicBezTo>
                    <a:cubicBezTo>
                      <a:pt x="103468" y="11426"/>
                      <a:pt x="102131" y="11015"/>
                      <a:pt x="102131" y="11015"/>
                    </a:cubicBezTo>
                    <a:lnTo>
                      <a:pt x="49447" y="767"/>
                    </a:lnTo>
                    <a:cubicBezTo>
                      <a:pt x="45536" y="0"/>
                      <a:pt x="41263" y="2461"/>
                      <a:pt x="39913" y="6257"/>
                    </a:cubicBezTo>
                    <a:lnTo>
                      <a:pt x="942" y="116582"/>
                    </a:lnTo>
                    <a:cubicBezTo>
                      <a:pt x="0" y="118474"/>
                      <a:pt x="1441" y="126254"/>
                      <a:pt x="4334" y="127566"/>
                    </a:cubicBezTo>
                    <a:lnTo>
                      <a:pt x="59897" y="138451"/>
                    </a:lnTo>
                    <a:cubicBezTo>
                      <a:pt x="63808" y="139217"/>
                      <a:pt x="68081" y="136757"/>
                      <a:pt x="69431" y="132961"/>
                    </a:cubicBezTo>
                    <a:cubicBezTo>
                      <a:pt x="69431" y="132961"/>
                      <a:pt x="104779" y="34029"/>
                      <a:pt x="109392" y="2076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54"/>
              <p:cNvSpPr/>
              <p:nvPr/>
            </p:nvSpPr>
            <p:spPr>
              <a:xfrm>
                <a:off x="9434902" y="3993869"/>
                <a:ext cx="2273706" cy="2875344"/>
              </a:xfrm>
              <a:custGeom>
                <a:avLst/>
                <a:gdLst/>
                <a:ahLst/>
                <a:cxnLst/>
                <a:rect l="l" t="t" r="r" b="b"/>
                <a:pathLst>
                  <a:path w="106422" h="134582" extrusionOk="0">
                    <a:moveTo>
                      <a:pt x="105169" y="18473"/>
                    </a:moveTo>
                    <a:cubicBezTo>
                      <a:pt x="106422" y="14952"/>
                      <a:pt x="104493" y="11516"/>
                      <a:pt x="100867" y="10806"/>
                    </a:cubicBezTo>
                    <a:lnTo>
                      <a:pt x="49341" y="711"/>
                    </a:lnTo>
                    <a:cubicBezTo>
                      <a:pt x="45715" y="0"/>
                      <a:pt x="41752" y="2281"/>
                      <a:pt x="40500" y="5803"/>
                    </a:cubicBezTo>
                    <a:lnTo>
                      <a:pt x="1253" y="116110"/>
                    </a:lnTo>
                    <a:cubicBezTo>
                      <a:pt x="0" y="119630"/>
                      <a:pt x="1929" y="123065"/>
                      <a:pt x="5555" y="123776"/>
                    </a:cubicBezTo>
                    <a:lnTo>
                      <a:pt x="57081" y="133871"/>
                    </a:lnTo>
                    <a:cubicBezTo>
                      <a:pt x="60707" y="134581"/>
                      <a:pt x="64670" y="132300"/>
                      <a:pt x="65921" y="12878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54"/>
              <p:cNvSpPr/>
              <p:nvPr/>
            </p:nvSpPr>
            <p:spPr>
              <a:xfrm>
                <a:off x="9626995" y="4143231"/>
                <a:ext cx="1946480" cy="2382497"/>
              </a:xfrm>
              <a:custGeom>
                <a:avLst/>
                <a:gdLst/>
                <a:ahLst/>
                <a:cxnLst/>
                <a:rect l="l" t="t" r="r" b="b"/>
                <a:pathLst>
                  <a:path w="91106" h="111514" extrusionOk="0">
                    <a:moveTo>
                      <a:pt x="89968" y="16409"/>
                    </a:moveTo>
                    <a:cubicBezTo>
                      <a:pt x="91105" y="13213"/>
                      <a:pt x="89355" y="10094"/>
                      <a:pt x="86062" y="9449"/>
                    </a:cubicBezTo>
                    <a:lnTo>
                      <a:pt x="41129" y="645"/>
                    </a:lnTo>
                    <a:cubicBezTo>
                      <a:pt x="37836" y="0"/>
                      <a:pt x="34239" y="2072"/>
                      <a:pt x="33100" y="5268"/>
                    </a:cubicBezTo>
                    <a:lnTo>
                      <a:pt x="1137" y="95103"/>
                    </a:lnTo>
                    <a:cubicBezTo>
                      <a:pt x="0" y="98299"/>
                      <a:pt x="1751" y="101420"/>
                      <a:pt x="5044" y="102065"/>
                    </a:cubicBezTo>
                    <a:lnTo>
                      <a:pt x="49977" y="110868"/>
                    </a:lnTo>
                    <a:cubicBezTo>
                      <a:pt x="53271" y="111513"/>
                      <a:pt x="56868" y="109442"/>
                      <a:pt x="58005" y="106244"/>
                    </a:cubicBezTo>
                    <a:close/>
                  </a:path>
                </a:pathLst>
              </a:custGeom>
              <a:solidFill>
                <a:srgbClr val="FF33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54"/>
              <p:cNvSpPr/>
              <p:nvPr/>
            </p:nvSpPr>
            <p:spPr>
              <a:xfrm>
                <a:off x="10033400" y="6444477"/>
                <a:ext cx="224140" cy="218222"/>
              </a:xfrm>
              <a:custGeom>
                <a:avLst/>
                <a:gdLst/>
                <a:ahLst/>
                <a:cxnLst/>
                <a:rect l="l" t="t" r="r" b="b"/>
                <a:pathLst>
                  <a:path w="10491" h="10214" extrusionOk="0">
                    <a:moveTo>
                      <a:pt x="6498" y="1"/>
                    </a:moveTo>
                    <a:cubicBezTo>
                      <a:pt x="4971" y="1"/>
                      <a:pt x="3320" y="755"/>
                      <a:pt x="2097" y="2167"/>
                    </a:cubicBezTo>
                    <a:cubicBezTo>
                      <a:pt x="100" y="4472"/>
                      <a:pt x="1" y="7659"/>
                      <a:pt x="1875" y="9283"/>
                    </a:cubicBezTo>
                    <a:cubicBezTo>
                      <a:pt x="2580" y="9893"/>
                      <a:pt x="3495" y="10214"/>
                      <a:pt x="4489" y="10214"/>
                    </a:cubicBezTo>
                    <a:cubicBezTo>
                      <a:pt x="4766" y="10214"/>
                      <a:pt x="5049" y="10189"/>
                      <a:pt x="5335" y="10139"/>
                    </a:cubicBezTo>
                    <a:cubicBezTo>
                      <a:pt x="6650" y="9907"/>
                      <a:pt x="7926" y="9156"/>
                      <a:pt x="8886" y="8048"/>
                    </a:cubicBezTo>
                    <a:cubicBezTo>
                      <a:pt x="9845" y="6941"/>
                      <a:pt x="10407" y="5569"/>
                      <a:pt x="10449" y="4235"/>
                    </a:cubicBezTo>
                    <a:cubicBezTo>
                      <a:pt x="10490" y="2901"/>
                      <a:pt x="10008" y="1713"/>
                      <a:pt x="9108" y="932"/>
                    </a:cubicBezTo>
                    <a:cubicBezTo>
                      <a:pt x="8381" y="303"/>
                      <a:pt x="7465" y="1"/>
                      <a:pt x="64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54"/>
              <p:cNvSpPr/>
              <p:nvPr/>
            </p:nvSpPr>
            <p:spPr>
              <a:xfrm>
                <a:off x="9437616" y="3665125"/>
                <a:ext cx="966873" cy="965591"/>
              </a:xfrm>
              <a:custGeom>
                <a:avLst/>
                <a:gdLst/>
                <a:ahLst/>
                <a:cxnLst/>
                <a:rect l="l" t="t" r="r" b="b"/>
                <a:pathLst>
                  <a:path w="45255" h="45195" extrusionOk="0">
                    <a:moveTo>
                      <a:pt x="38984" y="17864"/>
                    </a:moveTo>
                    <a:cubicBezTo>
                      <a:pt x="38984" y="17864"/>
                      <a:pt x="41221" y="7674"/>
                      <a:pt x="29690" y="7260"/>
                    </a:cubicBezTo>
                    <a:cubicBezTo>
                      <a:pt x="21762" y="6975"/>
                      <a:pt x="15137" y="4268"/>
                      <a:pt x="11635" y="2134"/>
                    </a:cubicBezTo>
                    <a:cubicBezTo>
                      <a:pt x="8131" y="1"/>
                      <a:pt x="3796" y="5139"/>
                      <a:pt x="9751" y="8597"/>
                    </a:cubicBezTo>
                    <a:cubicBezTo>
                      <a:pt x="9751" y="8597"/>
                      <a:pt x="1804" y="5580"/>
                      <a:pt x="1024" y="11674"/>
                    </a:cubicBezTo>
                    <a:cubicBezTo>
                      <a:pt x="0" y="19686"/>
                      <a:pt x="9562" y="20209"/>
                      <a:pt x="14299" y="21375"/>
                    </a:cubicBezTo>
                    <a:cubicBezTo>
                      <a:pt x="19037" y="22539"/>
                      <a:pt x="27502" y="44583"/>
                      <a:pt x="32484" y="45194"/>
                    </a:cubicBezTo>
                    <a:cubicBezTo>
                      <a:pt x="32484" y="45194"/>
                      <a:pt x="36209" y="42749"/>
                      <a:pt x="39673" y="36991"/>
                    </a:cubicBezTo>
                    <a:cubicBezTo>
                      <a:pt x="42996" y="31467"/>
                      <a:pt x="45254" y="22131"/>
                      <a:pt x="38984" y="17864"/>
                    </a:cubicBezTo>
                    <a:close/>
                  </a:path>
                </a:pathLst>
              </a:custGeom>
              <a:solidFill>
                <a:srgbClr val="A521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54"/>
              <p:cNvSpPr/>
              <p:nvPr/>
            </p:nvSpPr>
            <p:spPr>
              <a:xfrm>
                <a:off x="9606442" y="3997864"/>
                <a:ext cx="1541164" cy="1825532"/>
              </a:xfrm>
              <a:custGeom>
                <a:avLst/>
                <a:gdLst/>
                <a:ahLst/>
                <a:cxnLst/>
                <a:rect l="l" t="t" r="r" b="b"/>
                <a:pathLst>
                  <a:path w="72135" h="85445" extrusionOk="0">
                    <a:moveTo>
                      <a:pt x="19508" y="7049"/>
                    </a:moveTo>
                    <a:cubicBezTo>
                      <a:pt x="19945" y="912"/>
                      <a:pt x="8452" y="1"/>
                      <a:pt x="6444" y="1517"/>
                    </a:cubicBezTo>
                    <a:cubicBezTo>
                      <a:pt x="4374" y="3081"/>
                      <a:pt x="3119" y="5198"/>
                      <a:pt x="2068" y="9755"/>
                    </a:cubicBezTo>
                    <a:cubicBezTo>
                      <a:pt x="0" y="18730"/>
                      <a:pt x="441" y="28013"/>
                      <a:pt x="3581" y="30974"/>
                    </a:cubicBezTo>
                    <a:cubicBezTo>
                      <a:pt x="5432" y="32720"/>
                      <a:pt x="12826" y="33311"/>
                      <a:pt x="12826" y="33311"/>
                    </a:cubicBezTo>
                    <a:cubicBezTo>
                      <a:pt x="12826" y="33311"/>
                      <a:pt x="20210" y="36637"/>
                      <a:pt x="20498" y="42615"/>
                    </a:cubicBezTo>
                    <a:cubicBezTo>
                      <a:pt x="20823" y="49351"/>
                      <a:pt x="12642" y="65718"/>
                      <a:pt x="19971" y="70129"/>
                    </a:cubicBezTo>
                    <a:cubicBezTo>
                      <a:pt x="27298" y="74538"/>
                      <a:pt x="35305" y="83821"/>
                      <a:pt x="47443" y="84627"/>
                    </a:cubicBezTo>
                    <a:cubicBezTo>
                      <a:pt x="59761" y="85445"/>
                      <a:pt x="72135" y="69834"/>
                      <a:pt x="67683" y="64579"/>
                    </a:cubicBezTo>
                    <a:cubicBezTo>
                      <a:pt x="58201" y="53386"/>
                      <a:pt x="49836" y="35510"/>
                      <a:pt x="34961" y="33187"/>
                    </a:cubicBezTo>
                    <a:cubicBezTo>
                      <a:pt x="28265" y="32141"/>
                      <a:pt x="24547" y="32406"/>
                      <a:pt x="24579" y="25606"/>
                    </a:cubicBezTo>
                    <a:cubicBezTo>
                      <a:pt x="24579" y="25606"/>
                      <a:pt x="26095" y="25566"/>
                      <a:pt x="27666" y="24176"/>
                    </a:cubicBezTo>
                    <a:cubicBezTo>
                      <a:pt x="29646" y="22422"/>
                      <a:pt x="30899" y="17763"/>
                      <a:pt x="27828" y="16202"/>
                    </a:cubicBezTo>
                    <a:cubicBezTo>
                      <a:pt x="25946" y="15245"/>
                      <a:pt x="24287" y="16297"/>
                      <a:pt x="24582" y="16622"/>
                    </a:cubicBezTo>
                    <a:lnTo>
                      <a:pt x="23843" y="20085"/>
                    </a:lnTo>
                    <a:cubicBezTo>
                      <a:pt x="23843" y="20085"/>
                      <a:pt x="18706" y="18319"/>
                      <a:pt x="19508" y="704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54"/>
              <p:cNvSpPr/>
              <p:nvPr/>
            </p:nvSpPr>
            <p:spPr>
              <a:xfrm>
                <a:off x="9897476" y="4552328"/>
                <a:ext cx="1509736" cy="1443056"/>
              </a:xfrm>
              <a:custGeom>
                <a:avLst/>
                <a:gdLst/>
                <a:ahLst/>
                <a:cxnLst/>
                <a:rect l="l" t="t" r="r" b="b"/>
                <a:pathLst>
                  <a:path w="70664" h="67543" extrusionOk="0">
                    <a:moveTo>
                      <a:pt x="16757" y="61276"/>
                    </a:moveTo>
                    <a:cubicBezTo>
                      <a:pt x="16757" y="61276"/>
                      <a:pt x="6764" y="53718"/>
                      <a:pt x="3197" y="44691"/>
                    </a:cubicBezTo>
                    <a:cubicBezTo>
                      <a:pt x="0" y="36601"/>
                      <a:pt x="3096" y="27301"/>
                      <a:pt x="5055" y="26926"/>
                    </a:cubicBezTo>
                    <a:cubicBezTo>
                      <a:pt x="9267" y="26121"/>
                      <a:pt x="14965" y="14534"/>
                      <a:pt x="19328" y="4483"/>
                    </a:cubicBezTo>
                    <a:cubicBezTo>
                      <a:pt x="21273" y="0"/>
                      <a:pt x="57527" y="29106"/>
                      <a:pt x="64095" y="35766"/>
                    </a:cubicBezTo>
                    <a:cubicBezTo>
                      <a:pt x="70663" y="42426"/>
                      <a:pt x="47308" y="60725"/>
                      <a:pt x="40124" y="64134"/>
                    </a:cubicBezTo>
                    <a:cubicBezTo>
                      <a:pt x="32942" y="67542"/>
                      <a:pt x="16757" y="61276"/>
                      <a:pt x="16757" y="6127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54"/>
              <p:cNvSpPr/>
              <p:nvPr/>
            </p:nvSpPr>
            <p:spPr>
              <a:xfrm>
                <a:off x="9116628" y="4688252"/>
                <a:ext cx="1530738" cy="990674"/>
              </a:xfrm>
              <a:custGeom>
                <a:avLst/>
                <a:gdLst/>
                <a:ahLst/>
                <a:cxnLst/>
                <a:rect l="l" t="t" r="r" b="b"/>
                <a:pathLst>
                  <a:path w="71647" h="46369" extrusionOk="0">
                    <a:moveTo>
                      <a:pt x="55014" y="7375"/>
                    </a:moveTo>
                    <a:cubicBezTo>
                      <a:pt x="52129" y="12817"/>
                      <a:pt x="41607" y="25707"/>
                      <a:pt x="35402" y="29433"/>
                    </a:cubicBezTo>
                    <a:cubicBezTo>
                      <a:pt x="32471" y="31192"/>
                      <a:pt x="4671" y="12337"/>
                      <a:pt x="4671" y="12337"/>
                    </a:cubicBezTo>
                    <a:cubicBezTo>
                      <a:pt x="4671" y="12337"/>
                      <a:pt x="0" y="11879"/>
                      <a:pt x="2844" y="16429"/>
                    </a:cubicBezTo>
                    <a:cubicBezTo>
                      <a:pt x="5695" y="20994"/>
                      <a:pt x="26861" y="46369"/>
                      <a:pt x="38706" y="42795"/>
                    </a:cubicBezTo>
                    <a:cubicBezTo>
                      <a:pt x="50551" y="39220"/>
                      <a:pt x="68732" y="22307"/>
                      <a:pt x="70001" y="14967"/>
                    </a:cubicBezTo>
                    <a:cubicBezTo>
                      <a:pt x="71647" y="5452"/>
                      <a:pt x="58923" y="1"/>
                      <a:pt x="55014" y="737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54"/>
              <p:cNvSpPr/>
              <p:nvPr/>
            </p:nvSpPr>
            <p:spPr>
              <a:xfrm>
                <a:off x="8890095" y="4836098"/>
                <a:ext cx="425997" cy="270032"/>
              </a:xfrm>
              <a:custGeom>
                <a:avLst/>
                <a:gdLst/>
                <a:ahLst/>
                <a:cxnLst/>
                <a:rect l="l" t="t" r="r" b="b"/>
                <a:pathLst>
                  <a:path w="19939" h="12639" extrusionOk="0">
                    <a:moveTo>
                      <a:pt x="9866" y="1593"/>
                    </a:moveTo>
                    <a:cubicBezTo>
                      <a:pt x="10946" y="3001"/>
                      <a:pt x="16229" y="4499"/>
                      <a:pt x="19401" y="9607"/>
                    </a:cubicBezTo>
                    <a:cubicBezTo>
                      <a:pt x="19507" y="9779"/>
                      <a:pt x="19939" y="12295"/>
                      <a:pt x="18220" y="12513"/>
                    </a:cubicBezTo>
                    <a:cubicBezTo>
                      <a:pt x="17216" y="12638"/>
                      <a:pt x="14035" y="12175"/>
                      <a:pt x="10308" y="10294"/>
                    </a:cubicBezTo>
                    <a:cubicBezTo>
                      <a:pt x="8093" y="9174"/>
                      <a:pt x="3969" y="7405"/>
                      <a:pt x="2307" y="6680"/>
                    </a:cubicBezTo>
                    <a:cubicBezTo>
                      <a:pt x="624" y="5945"/>
                      <a:pt x="1307" y="5534"/>
                      <a:pt x="2504" y="5916"/>
                    </a:cubicBezTo>
                    <a:cubicBezTo>
                      <a:pt x="3557" y="6251"/>
                      <a:pt x="7317" y="7272"/>
                      <a:pt x="7317" y="7272"/>
                    </a:cubicBezTo>
                    <a:cubicBezTo>
                      <a:pt x="7317" y="7272"/>
                      <a:pt x="2616" y="5183"/>
                      <a:pt x="1451" y="4587"/>
                    </a:cubicBezTo>
                    <a:cubicBezTo>
                      <a:pt x="398" y="4048"/>
                      <a:pt x="1" y="3106"/>
                      <a:pt x="1445" y="3627"/>
                    </a:cubicBezTo>
                    <a:cubicBezTo>
                      <a:pt x="2628" y="4054"/>
                      <a:pt x="7117" y="5963"/>
                      <a:pt x="7117" y="5963"/>
                    </a:cubicBezTo>
                    <a:cubicBezTo>
                      <a:pt x="7117" y="5963"/>
                      <a:pt x="2359" y="3151"/>
                      <a:pt x="1272" y="2416"/>
                    </a:cubicBezTo>
                    <a:cubicBezTo>
                      <a:pt x="529" y="1915"/>
                      <a:pt x="687" y="1163"/>
                      <a:pt x="2147" y="1894"/>
                    </a:cubicBezTo>
                    <a:cubicBezTo>
                      <a:pt x="3316" y="2481"/>
                      <a:pt x="7958" y="4806"/>
                      <a:pt x="7958" y="4806"/>
                    </a:cubicBezTo>
                    <a:cubicBezTo>
                      <a:pt x="7958" y="4806"/>
                      <a:pt x="4260" y="2345"/>
                      <a:pt x="3280" y="1693"/>
                    </a:cubicBezTo>
                    <a:cubicBezTo>
                      <a:pt x="2183" y="961"/>
                      <a:pt x="2161" y="0"/>
                      <a:pt x="4060" y="1055"/>
                    </a:cubicBezTo>
                    <a:cubicBezTo>
                      <a:pt x="5489" y="1850"/>
                      <a:pt x="8974" y="3416"/>
                      <a:pt x="10923" y="4405"/>
                    </a:cubicBezTo>
                    <a:cubicBezTo>
                      <a:pt x="10176" y="3807"/>
                      <a:pt x="8549" y="2604"/>
                      <a:pt x="8697" y="1042"/>
                    </a:cubicBezTo>
                    <a:cubicBezTo>
                      <a:pt x="8726" y="742"/>
                      <a:pt x="8919" y="364"/>
                      <a:pt x="9866" y="1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97" name="Google Shape;1397;p54"/>
          <p:cNvSpPr txBox="1">
            <a:spLocks noGrp="1"/>
          </p:cNvSpPr>
          <p:nvPr>
            <p:ph type="title" idx="4294967295"/>
          </p:nvPr>
        </p:nvSpPr>
        <p:spPr>
          <a:xfrm>
            <a:off x="3857802" y="3366071"/>
            <a:ext cx="2893899" cy="1576329"/>
          </a:xfrm>
          <a:prstGeom prst="rect">
            <a:avLst/>
          </a:prstGeom>
        </p:spPr>
        <p:txBody>
          <a:bodyPr spcFirstLastPara="1" wrap="square" lIns="91425" tIns="91425" rIns="91425" bIns="91425" anchor="t" anchorCtr="0">
            <a:noAutofit/>
          </a:bodyPr>
          <a:lstStyle/>
          <a:p>
            <a:r>
              <a:rPr lang="en" sz="1600">
                <a:solidFill>
                  <a:schemeClr val="accent6"/>
                </a:solidFill>
              </a:rPr>
              <a:t>The most impactful features identified were Avg_delivery_time, dashers_per_order and </a:t>
            </a:r>
            <a:r>
              <a:rPr lang="en-IN" sz="1600" err="1">
                <a:solidFill>
                  <a:schemeClr val="accent6"/>
                </a:solidFill>
              </a:rPr>
              <a:t>orderPlaced_to_home_location_time</a:t>
            </a:r>
            <a:r>
              <a:rPr lang="en" sz="1600">
                <a:solidFill>
                  <a:schemeClr val="accent6"/>
                </a:solidFill>
              </a:rPr>
              <a:t> </a:t>
            </a:r>
          </a:p>
        </p:txBody>
      </p:sp>
    </p:spTree>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7" name="Google Shape;1461;p58">
            <a:extLst>
              <a:ext uri="{FF2B5EF4-FFF2-40B4-BE49-F238E27FC236}">
                <a16:creationId xmlns:a16="http://schemas.microsoft.com/office/drawing/2014/main" id="{C76BB521-55DE-D6B9-38CD-60358714E228}"/>
              </a:ext>
            </a:extLst>
          </p:cNvPr>
          <p:cNvSpPr/>
          <p:nvPr/>
        </p:nvSpPr>
        <p:spPr>
          <a:xfrm rot="2947374" flipH="1">
            <a:off x="-1825743" y="1172282"/>
            <a:ext cx="6281698" cy="5218212"/>
          </a:xfrm>
          <a:custGeom>
            <a:avLst/>
            <a:gdLst/>
            <a:ahLst/>
            <a:cxnLst/>
            <a:rect l="l" t="t" r="r" b="b"/>
            <a:pathLst>
              <a:path w="186822" h="157985" extrusionOk="0">
                <a:moveTo>
                  <a:pt x="91145" y="1"/>
                </a:moveTo>
                <a:cubicBezTo>
                  <a:pt x="83069" y="1"/>
                  <a:pt x="75289" y="5146"/>
                  <a:pt x="70242" y="11684"/>
                </a:cubicBezTo>
                <a:cubicBezTo>
                  <a:pt x="64470" y="19161"/>
                  <a:pt x="61385" y="28296"/>
                  <a:pt x="57534" y="36921"/>
                </a:cubicBezTo>
                <a:cubicBezTo>
                  <a:pt x="53683" y="45547"/>
                  <a:pt x="48606" y="54190"/>
                  <a:pt x="40421" y="58906"/>
                </a:cubicBezTo>
                <a:cubicBezTo>
                  <a:pt x="32607" y="63409"/>
                  <a:pt x="22888" y="63771"/>
                  <a:pt x="15215" y="68510"/>
                </a:cubicBezTo>
                <a:cubicBezTo>
                  <a:pt x="4141" y="75350"/>
                  <a:pt x="1" y="90547"/>
                  <a:pt x="3903" y="102964"/>
                </a:cubicBezTo>
                <a:cubicBezTo>
                  <a:pt x="7804" y="115382"/>
                  <a:pt x="18408" y="124900"/>
                  <a:pt x="30388" y="129989"/>
                </a:cubicBezTo>
                <a:cubicBezTo>
                  <a:pt x="42021" y="134933"/>
                  <a:pt x="54885" y="136165"/>
                  <a:pt x="67538" y="136165"/>
                </a:cubicBezTo>
                <a:cubicBezTo>
                  <a:pt x="67915" y="136165"/>
                  <a:pt x="68293" y="136164"/>
                  <a:pt x="68670" y="136162"/>
                </a:cubicBezTo>
                <a:cubicBezTo>
                  <a:pt x="71151" y="136148"/>
                  <a:pt x="73662" y="136098"/>
                  <a:pt x="76171" y="136098"/>
                </a:cubicBezTo>
                <a:cubicBezTo>
                  <a:pt x="83592" y="136098"/>
                  <a:pt x="91005" y="136539"/>
                  <a:pt x="97639" y="139671"/>
                </a:cubicBezTo>
                <a:cubicBezTo>
                  <a:pt x="105490" y="143379"/>
                  <a:pt x="111304" y="150460"/>
                  <a:pt x="119003" y="154473"/>
                </a:cubicBezTo>
                <a:cubicBezTo>
                  <a:pt x="123471" y="156801"/>
                  <a:pt x="128510" y="157984"/>
                  <a:pt x="133547" y="157984"/>
                </a:cubicBezTo>
                <a:cubicBezTo>
                  <a:pt x="137128" y="157984"/>
                  <a:pt x="140707" y="157386"/>
                  <a:pt x="144079" y="156175"/>
                </a:cubicBezTo>
                <a:cubicBezTo>
                  <a:pt x="168362" y="147455"/>
                  <a:pt x="180365" y="110227"/>
                  <a:pt x="184842" y="87706"/>
                </a:cubicBezTo>
                <a:cubicBezTo>
                  <a:pt x="186018" y="81789"/>
                  <a:pt x="186821" y="75647"/>
                  <a:pt x="185541" y="69753"/>
                </a:cubicBezTo>
                <a:cubicBezTo>
                  <a:pt x="184259" y="63857"/>
                  <a:pt x="180546" y="58199"/>
                  <a:pt x="174931" y="55993"/>
                </a:cubicBezTo>
                <a:cubicBezTo>
                  <a:pt x="172945" y="55214"/>
                  <a:pt x="170924" y="54904"/>
                  <a:pt x="168876" y="54904"/>
                </a:cubicBezTo>
                <a:cubicBezTo>
                  <a:pt x="160991" y="54904"/>
                  <a:pt x="152710" y="59492"/>
                  <a:pt x="144539" y="59492"/>
                </a:cubicBezTo>
                <a:cubicBezTo>
                  <a:pt x="143674" y="59492"/>
                  <a:pt x="142810" y="59440"/>
                  <a:pt x="141948" y="59327"/>
                </a:cubicBezTo>
                <a:cubicBezTo>
                  <a:pt x="133155" y="58167"/>
                  <a:pt x="126439" y="50691"/>
                  <a:pt x="122614" y="42689"/>
                </a:cubicBezTo>
                <a:cubicBezTo>
                  <a:pt x="118789" y="34689"/>
                  <a:pt x="117040" y="25835"/>
                  <a:pt x="113372" y="17761"/>
                </a:cubicBezTo>
                <a:cubicBezTo>
                  <a:pt x="109704" y="9688"/>
                  <a:pt x="103348" y="2002"/>
                  <a:pt x="94638" y="331"/>
                </a:cubicBezTo>
                <a:cubicBezTo>
                  <a:pt x="93473" y="107"/>
                  <a:pt x="92306" y="1"/>
                  <a:pt x="91145" y="1"/>
                </a:cubicBezTo>
                <a:close/>
              </a:path>
            </a:pathLst>
          </a:custGeom>
          <a:solidFill>
            <a:srgbClr val="FF6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2" name="Google Shape;1478;p58">
            <a:extLst>
              <a:ext uri="{FF2B5EF4-FFF2-40B4-BE49-F238E27FC236}">
                <a16:creationId xmlns:a16="http://schemas.microsoft.com/office/drawing/2014/main" id="{51776C57-1D2C-DD8A-E418-3AC670E8BDEE}"/>
              </a:ext>
            </a:extLst>
          </p:cNvPr>
          <p:cNvGrpSpPr/>
          <p:nvPr/>
        </p:nvGrpSpPr>
        <p:grpSpPr>
          <a:xfrm>
            <a:off x="-4570" y="1461601"/>
            <a:ext cx="3709976" cy="3685354"/>
            <a:chOff x="1172950" y="238100"/>
            <a:chExt cx="5273600" cy="5238600"/>
          </a:xfrm>
        </p:grpSpPr>
        <p:sp>
          <p:nvSpPr>
            <p:cNvPr id="11" name="Google Shape;1479;p58">
              <a:extLst>
                <a:ext uri="{FF2B5EF4-FFF2-40B4-BE49-F238E27FC236}">
                  <a16:creationId xmlns:a16="http://schemas.microsoft.com/office/drawing/2014/main" id="{9D0A1E0C-B2DF-D12D-4C18-998C4AB67364}"/>
                </a:ext>
              </a:extLst>
            </p:cNvPr>
            <p:cNvSpPr/>
            <p:nvPr/>
          </p:nvSpPr>
          <p:spPr>
            <a:xfrm>
              <a:off x="1373000" y="2141600"/>
              <a:ext cx="1116650" cy="1135225"/>
            </a:xfrm>
            <a:custGeom>
              <a:avLst/>
              <a:gdLst/>
              <a:ahLst/>
              <a:cxnLst/>
              <a:rect l="l" t="t" r="r" b="b"/>
              <a:pathLst>
                <a:path w="44666" h="45409" extrusionOk="0">
                  <a:moveTo>
                    <a:pt x="0" y="1"/>
                  </a:moveTo>
                  <a:lnTo>
                    <a:pt x="0" y="45408"/>
                  </a:lnTo>
                  <a:lnTo>
                    <a:pt x="44665" y="45408"/>
                  </a:lnTo>
                  <a:lnTo>
                    <a:pt x="446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480;p58">
              <a:extLst>
                <a:ext uri="{FF2B5EF4-FFF2-40B4-BE49-F238E27FC236}">
                  <a16:creationId xmlns:a16="http://schemas.microsoft.com/office/drawing/2014/main" id="{6CEE7DAF-E368-E111-C781-F16E0B467DF0}"/>
                </a:ext>
              </a:extLst>
            </p:cNvPr>
            <p:cNvSpPr/>
            <p:nvPr/>
          </p:nvSpPr>
          <p:spPr>
            <a:xfrm>
              <a:off x="1323700" y="2061125"/>
              <a:ext cx="1212000" cy="169450"/>
            </a:xfrm>
            <a:custGeom>
              <a:avLst/>
              <a:gdLst/>
              <a:ahLst/>
              <a:cxnLst/>
              <a:rect l="l" t="t" r="r" b="b"/>
              <a:pathLst>
                <a:path w="48480" h="6778" extrusionOk="0">
                  <a:moveTo>
                    <a:pt x="0" y="1"/>
                  </a:moveTo>
                  <a:lnTo>
                    <a:pt x="0" y="6777"/>
                  </a:lnTo>
                  <a:lnTo>
                    <a:pt x="48480" y="6777"/>
                  </a:lnTo>
                  <a:lnTo>
                    <a:pt x="4848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481;p58">
              <a:extLst>
                <a:ext uri="{FF2B5EF4-FFF2-40B4-BE49-F238E27FC236}">
                  <a16:creationId xmlns:a16="http://schemas.microsoft.com/office/drawing/2014/main" id="{02A819D6-7A01-26FE-8D8A-0E0B77A80A2D}"/>
                </a:ext>
              </a:extLst>
            </p:cNvPr>
            <p:cNvSpPr/>
            <p:nvPr/>
          </p:nvSpPr>
          <p:spPr>
            <a:xfrm>
              <a:off x="1592425" y="2062075"/>
              <a:ext cx="93425" cy="1285350"/>
            </a:xfrm>
            <a:custGeom>
              <a:avLst/>
              <a:gdLst/>
              <a:ahLst/>
              <a:cxnLst/>
              <a:rect l="l" t="t" r="r" b="b"/>
              <a:pathLst>
                <a:path w="3737" h="51414" extrusionOk="0">
                  <a:moveTo>
                    <a:pt x="0" y="0"/>
                  </a:moveTo>
                  <a:lnTo>
                    <a:pt x="0" y="51414"/>
                  </a:lnTo>
                  <a:lnTo>
                    <a:pt x="3737" y="51414"/>
                  </a:lnTo>
                  <a:lnTo>
                    <a:pt x="373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82;p58">
              <a:extLst>
                <a:ext uri="{FF2B5EF4-FFF2-40B4-BE49-F238E27FC236}">
                  <a16:creationId xmlns:a16="http://schemas.microsoft.com/office/drawing/2014/main" id="{2A2A4E78-F57E-23A3-AB8F-7FC70B4476DE}"/>
                </a:ext>
              </a:extLst>
            </p:cNvPr>
            <p:cNvSpPr/>
            <p:nvPr/>
          </p:nvSpPr>
          <p:spPr>
            <a:xfrm>
              <a:off x="2172475" y="2062075"/>
              <a:ext cx="93425" cy="1285350"/>
            </a:xfrm>
            <a:custGeom>
              <a:avLst/>
              <a:gdLst/>
              <a:ahLst/>
              <a:cxnLst/>
              <a:rect l="l" t="t" r="r" b="b"/>
              <a:pathLst>
                <a:path w="3737" h="51414" extrusionOk="0">
                  <a:moveTo>
                    <a:pt x="0" y="0"/>
                  </a:moveTo>
                  <a:lnTo>
                    <a:pt x="0" y="51414"/>
                  </a:lnTo>
                  <a:lnTo>
                    <a:pt x="3737" y="51414"/>
                  </a:lnTo>
                  <a:lnTo>
                    <a:pt x="373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483;p58">
              <a:extLst>
                <a:ext uri="{FF2B5EF4-FFF2-40B4-BE49-F238E27FC236}">
                  <a16:creationId xmlns:a16="http://schemas.microsoft.com/office/drawing/2014/main" id="{6FE6901C-02B8-01B5-1731-43944BDD4500}"/>
                </a:ext>
              </a:extLst>
            </p:cNvPr>
            <p:cNvSpPr/>
            <p:nvPr/>
          </p:nvSpPr>
          <p:spPr>
            <a:xfrm>
              <a:off x="3094250" y="4816775"/>
              <a:ext cx="607375" cy="408200"/>
            </a:xfrm>
            <a:custGeom>
              <a:avLst/>
              <a:gdLst/>
              <a:ahLst/>
              <a:cxnLst/>
              <a:rect l="l" t="t" r="r" b="b"/>
              <a:pathLst>
                <a:path w="24295" h="16328" extrusionOk="0">
                  <a:moveTo>
                    <a:pt x="3798" y="0"/>
                  </a:moveTo>
                  <a:cubicBezTo>
                    <a:pt x="3798" y="0"/>
                    <a:pt x="964" y="3108"/>
                    <a:pt x="613" y="5217"/>
                  </a:cubicBezTo>
                  <a:cubicBezTo>
                    <a:pt x="263" y="7325"/>
                    <a:pt x="1" y="8592"/>
                    <a:pt x="1" y="8592"/>
                  </a:cubicBezTo>
                  <a:lnTo>
                    <a:pt x="21085" y="16328"/>
                  </a:lnTo>
                  <a:cubicBezTo>
                    <a:pt x="21085" y="16328"/>
                    <a:pt x="24295" y="15004"/>
                    <a:pt x="23428" y="13084"/>
                  </a:cubicBezTo>
                  <a:cubicBezTo>
                    <a:pt x="22561" y="11164"/>
                    <a:pt x="12532" y="2637"/>
                    <a:pt x="12532" y="2637"/>
                  </a:cubicBezTo>
                  <a:lnTo>
                    <a:pt x="37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484;p58">
              <a:extLst>
                <a:ext uri="{FF2B5EF4-FFF2-40B4-BE49-F238E27FC236}">
                  <a16:creationId xmlns:a16="http://schemas.microsoft.com/office/drawing/2014/main" id="{CAFAA10D-DEDB-FCF5-03C9-21C3757B8F5A}"/>
                </a:ext>
              </a:extLst>
            </p:cNvPr>
            <p:cNvSpPr/>
            <p:nvPr/>
          </p:nvSpPr>
          <p:spPr>
            <a:xfrm>
              <a:off x="3225450" y="5082175"/>
              <a:ext cx="269925" cy="136400"/>
            </a:xfrm>
            <a:custGeom>
              <a:avLst/>
              <a:gdLst/>
              <a:ahLst/>
              <a:cxnLst/>
              <a:rect l="l" t="t" r="r" b="b"/>
              <a:pathLst>
                <a:path w="10797" h="5456" extrusionOk="0">
                  <a:moveTo>
                    <a:pt x="1563" y="1"/>
                  </a:moveTo>
                  <a:cubicBezTo>
                    <a:pt x="990" y="1"/>
                    <a:pt x="451" y="360"/>
                    <a:pt x="252" y="930"/>
                  </a:cubicBezTo>
                  <a:cubicBezTo>
                    <a:pt x="0" y="1650"/>
                    <a:pt x="383" y="2445"/>
                    <a:pt x="1104" y="2698"/>
                  </a:cubicBezTo>
                  <a:lnTo>
                    <a:pt x="8777" y="5378"/>
                  </a:lnTo>
                  <a:cubicBezTo>
                    <a:pt x="8927" y="5431"/>
                    <a:pt x="9080" y="5456"/>
                    <a:pt x="9231" y="5456"/>
                  </a:cubicBezTo>
                  <a:cubicBezTo>
                    <a:pt x="9805" y="5456"/>
                    <a:pt x="10345" y="5096"/>
                    <a:pt x="10545" y="4526"/>
                  </a:cubicBezTo>
                  <a:cubicBezTo>
                    <a:pt x="10797" y="3806"/>
                    <a:pt x="10413" y="3011"/>
                    <a:pt x="9693" y="2759"/>
                  </a:cubicBezTo>
                  <a:lnTo>
                    <a:pt x="2018" y="78"/>
                  </a:lnTo>
                  <a:cubicBezTo>
                    <a:pt x="1868" y="26"/>
                    <a:pt x="1714" y="1"/>
                    <a:pt x="15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485;p58">
              <a:extLst>
                <a:ext uri="{FF2B5EF4-FFF2-40B4-BE49-F238E27FC236}">
                  <a16:creationId xmlns:a16="http://schemas.microsoft.com/office/drawing/2014/main" id="{0D482DFC-9E3C-FD38-BF77-82334AE9B65D}"/>
                </a:ext>
              </a:extLst>
            </p:cNvPr>
            <p:cNvSpPr/>
            <p:nvPr/>
          </p:nvSpPr>
          <p:spPr>
            <a:xfrm>
              <a:off x="3225150" y="4562925"/>
              <a:ext cx="354950" cy="574825"/>
            </a:xfrm>
            <a:custGeom>
              <a:avLst/>
              <a:gdLst/>
              <a:ahLst/>
              <a:cxnLst/>
              <a:rect l="l" t="t" r="r" b="b"/>
              <a:pathLst>
                <a:path w="14198" h="22993" extrusionOk="0">
                  <a:moveTo>
                    <a:pt x="11618" y="1"/>
                  </a:moveTo>
                  <a:lnTo>
                    <a:pt x="0" y="21605"/>
                  </a:lnTo>
                  <a:lnTo>
                    <a:pt x="2579" y="22992"/>
                  </a:lnTo>
                  <a:lnTo>
                    <a:pt x="14198" y="1388"/>
                  </a:lnTo>
                  <a:lnTo>
                    <a:pt x="1161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486;p58">
              <a:extLst>
                <a:ext uri="{FF2B5EF4-FFF2-40B4-BE49-F238E27FC236}">
                  <a16:creationId xmlns:a16="http://schemas.microsoft.com/office/drawing/2014/main" id="{97301FD7-8A8E-A33B-9829-B191818B5693}"/>
                </a:ext>
              </a:extLst>
            </p:cNvPr>
            <p:cNvSpPr/>
            <p:nvPr/>
          </p:nvSpPr>
          <p:spPr>
            <a:xfrm>
              <a:off x="2542750" y="2127025"/>
              <a:ext cx="1265700" cy="2800025"/>
            </a:xfrm>
            <a:custGeom>
              <a:avLst/>
              <a:gdLst/>
              <a:ahLst/>
              <a:cxnLst/>
              <a:rect l="l" t="t" r="r" b="b"/>
              <a:pathLst>
                <a:path w="50628" h="112001" extrusionOk="0">
                  <a:moveTo>
                    <a:pt x="15275" y="1"/>
                  </a:moveTo>
                  <a:cubicBezTo>
                    <a:pt x="6459" y="1"/>
                    <a:pt x="1" y="3596"/>
                    <a:pt x="11368" y="18581"/>
                  </a:cubicBezTo>
                  <a:cubicBezTo>
                    <a:pt x="40733" y="57290"/>
                    <a:pt x="28271" y="108913"/>
                    <a:pt x="28271" y="108913"/>
                  </a:cubicBezTo>
                  <a:lnTo>
                    <a:pt x="36666" y="112000"/>
                  </a:lnTo>
                  <a:cubicBezTo>
                    <a:pt x="36666" y="112000"/>
                    <a:pt x="50627" y="70614"/>
                    <a:pt x="49622" y="56048"/>
                  </a:cubicBezTo>
                  <a:cubicBezTo>
                    <a:pt x="48618" y="41483"/>
                    <a:pt x="33551" y="3062"/>
                    <a:pt x="33551" y="3062"/>
                  </a:cubicBezTo>
                  <a:cubicBezTo>
                    <a:pt x="33551" y="3062"/>
                    <a:pt x="23409" y="1"/>
                    <a:pt x="1527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487;p58">
              <a:extLst>
                <a:ext uri="{FF2B5EF4-FFF2-40B4-BE49-F238E27FC236}">
                  <a16:creationId xmlns:a16="http://schemas.microsoft.com/office/drawing/2014/main" id="{28CB91C7-0177-6B8A-71DF-BBD15CB54480}"/>
                </a:ext>
              </a:extLst>
            </p:cNvPr>
            <p:cNvSpPr/>
            <p:nvPr/>
          </p:nvSpPr>
          <p:spPr>
            <a:xfrm>
              <a:off x="2667500" y="780175"/>
              <a:ext cx="758050" cy="309200"/>
            </a:xfrm>
            <a:custGeom>
              <a:avLst/>
              <a:gdLst/>
              <a:ahLst/>
              <a:cxnLst/>
              <a:rect l="l" t="t" r="r" b="b"/>
              <a:pathLst>
                <a:path w="30322" h="12368" extrusionOk="0">
                  <a:moveTo>
                    <a:pt x="27261" y="0"/>
                  </a:moveTo>
                  <a:cubicBezTo>
                    <a:pt x="25098" y="0"/>
                    <a:pt x="4401" y="4324"/>
                    <a:pt x="2475" y="5064"/>
                  </a:cubicBezTo>
                  <a:cubicBezTo>
                    <a:pt x="487" y="5829"/>
                    <a:pt x="0" y="12368"/>
                    <a:pt x="0" y="12368"/>
                  </a:cubicBezTo>
                  <a:lnTo>
                    <a:pt x="30321" y="2310"/>
                  </a:lnTo>
                  <a:cubicBezTo>
                    <a:pt x="30321" y="2310"/>
                    <a:pt x="28332" y="321"/>
                    <a:pt x="27414" y="15"/>
                  </a:cubicBezTo>
                  <a:cubicBezTo>
                    <a:pt x="27385" y="5"/>
                    <a:pt x="27333" y="0"/>
                    <a:pt x="272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488;p58">
              <a:extLst>
                <a:ext uri="{FF2B5EF4-FFF2-40B4-BE49-F238E27FC236}">
                  <a16:creationId xmlns:a16="http://schemas.microsoft.com/office/drawing/2014/main" id="{8F5BE42F-037C-B709-2F44-BA2A599351FB}"/>
                </a:ext>
              </a:extLst>
            </p:cNvPr>
            <p:cNvSpPr/>
            <p:nvPr/>
          </p:nvSpPr>
          <p:spPr>
            <a:xfrm>
              <a:off x="2853925" y="2617250"/>
              <a:ext cx="783075" cy="1983300"/>
            </a:xfrm>
            <a:custGeom>
              <a:avLst/>
              <a:gdLst/>
              <a:ahLst/>
              <a:cxnLst/>
              <a:rect l="l" t="t" r="r" b="b"/>
              <a:pathLst>
                <a:path w="31323" h="79332" extrusionOk="0">
                  <a:moveTo>
                    <a:pt x="4925" y="1"/>
                  </a:moveTo>
                  <a:lnTo>
                    <a:pt x="1" y="3690"/>
                  </a:lnTo>
                  <a:lnTo>
                    <a:pt x="10522" y="17731"/>
                  </a:lnTo>
                  <a:lnTo>
                    <a:pt x="25340" y="79332"/>
                  </a:lnTo>
                  <a:lnTo>
                    <a:pt x="31323" y="77893"/>
                  </a:lnTo>
                  <a:lnTo>
                    <a:pt x="16207" y="15057"/>
                  </a:lnTo>
                  <a:lnTo>
                    <a:pt x="49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489;p58">
              <a:extLst>
                <a:ext uri="{FF2B5EF4-FFF2-40B4-BE49-F238E27FC236}">
                  <a16:creationId xmlns:a16="http://schemas.microsoft.com/office/drawing/2014/main" id="{325B5227-657E-16A0-C330-55761FB97BF5}"/>
                </a:ext>
              </a:extLst>
            </p:cNvPr>
            <p:cNvSpPr/>
            <p:nvPr/>
          </p:nvSpPr>
          <p:spPr>
            <a:xfrm>
              <a:off x="1172950" y="3277650"/>
              <a:ext cx="1848000" cy="83750"/>
            </a:xfrm>
            <a:custGeom>
              <a:avLst/>
              <a:gdLst/>
              <a:ahLst/>
              <a:cxnLst/>
              <a:rect l="l" t="t" r="r" b="b"/>
              <a:pathLst>
                <a:path w="73920" h="3350" extrusionOk="0">
                  <a:moveTo>
                    <a:pt x="1674" y="0"/>
                  </a:moveTo>
                  <a:cubicBezTo>
                    <a:pt x="750" y="0"/>
                    <a:pt x="0" y="750"/>
                    <a:pt x="0" y="1675"/>
                  </a:cubicBezTo>
                  <a:cubicBezTo>
                    <a:pt x="0" y="2600"/>
                    <a:pt x="750" y="3350"/>
                    <a:pt x="1674" y="3350"/>
                  </a:cubicBezTo>
                  <a:lnTo>
                    <a:pt x="72244" y="3350"/>
                  </a:lnTo>
                  <a:cubicBezTo>
                    <a:pt x="73170" y="3350"/>
                    <a:pt x="73919" y="2600"/>
                    <a:pt x="73919" y="1675"/>
                  </a:cubicBezTo>
                  <a:cubicBezTo>
                    <a:pt x="73919" y="750"/>
                    <a:pt x="73170" y="0"/>
                    <a:pt x="722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490;p58">
              <a:extLst>
                <a:ext uri="{FF2B5EF4-FFF2-40B4-BE49-F238E27FC236}">
                  <a16:creationId xmlns:a16="http://schemas.microsoft.com/office/drawing/2014/main" id="{08551965-577F-4EFD-2F61-C723204B386D}"/>
                </a:ext>
              </a:extLst>
            </p:cNvPr>
            <p:cNvSpPr/>
            <p:nvPr/>
          </p:nvSpPr>
          <p:spPr>
            <a:xfrm>
              <a:off x="2606525" y="2351500"/>
              <a:ext cx="854700" cy="410550"/>
            </a:xfrm>
            <a:custGeom>
              <a:avLst/>
              <a:gdLst/>
              <a:ahLst/>
              <a:cxnLst/>
              <a:rect l="l" t="t" r="r" b="b"/>
              <a:pathLst>
                <a:path w="34188" h="16422" extrusionOk="0">
                  <a:moveTo>
                    <a:pt x="4071" y="1"/>
                  </a:moveTo>
                  <a:cubicBezTo>
                    <a:pt x="4071" y="1"/>
                    <a:pt x="0" y="7507"/>
                    <a:pt x="4071" y="13278"/>
                  </a:cubicBezTo>
                  <a:cubicBezTo>
                    <a:pt x="5710" y="15604"/>
                    <a:pt x="10444" y="16422"/>
                    <a:pt x="15607" y="16422"/>
                  </a:cubicBezTo>
                  <a:cubicBezTo>
                    <a:pt x="23258" y="16422"/>
                    <a:pt x="31852" y="14626"/>
                    <a:pt x="32725" y="13278"/>
                  </a:cubicBezTo>
                  <a:cubicBezTo>
                    <a:pt x="34187" y="11020"/>
                    <a:pt x="30286" y="6160"/>
                    <a:pt x="30286" y="6160"/>
                  </a:cubicBezTo>
                  <a:lnTo>
                    <a:pt x="407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491;p58">
              <a:extLst>
                <a:ext uri="{FF2B5EF4-FFF2-40B4-BE49-F238E27FC236}">
                  <a16:creationId xmlns:a16="http://schemas.microsoft.com/office/drawing/2014/main" id="{8CABA45A-FC9A-878A-050F-26257BD26688}"/>
                </a:ext>
              </a:extLst>
            </p:cNvPr>
            <p:cNvSpPr/>
            <p:nvPr/>
          </p:nvSpPr>
          <p:spPr>
            <a:xfrm>
              <a:off x="2469500" y="827475"/>
              <a:ext cx="1448525" cy="889275"/>
            </a:xfrm>
            <a:custGeom>
              <a:avLst/>
              <a:gdLst/>
              <a:ahLst/>
              <a:cxnLst/>
              <a:rect l="l" t="t" r="r" b="b"/>
              <a:pathLst>
                <a:path w="57941" h="35571" extrusionOk="0">
                  <a:moveTo>
                    <a:pt x="41241" y="1"/>
                  </a:moveTo>
                  <a:cubicBezTo>
                    <a:pt x="34544" y="1"/>
                    <a:pt x="11489" y="7203"/>
                    <a:pt x="7920" y="10474"/>
                  </a:cubicBezTo>
                  <a:cubicBezTo>
                    <a:pt x="4069" y="14007"/>
                    <a:pt x="0" y="22376"/>
                    <a:pt x="2485" y="26955"/>
                  </a:cubicBezTo>
                  <a:cubicBezTo>
                    <a:pt x="4970" y="31533"/>
                    <a:pt x="15299" y="35570"/>
                    <a:pt x="15299" y="35570"/>
                  </a:cubicBezTo>
                  <a:lnTo>
                    <a:pt x="57941" y="8644"/>
                  </a:lnTo>
                  <a:cubicBezTo>
                    <a:pt x="57941" y="8644"/>
                    <a:pt x="46692" y="1450"/>
                    <a:pt x="42507" y="142"/>
                  </a:cubicBezTo>
                  <a:cubicBezTo>
                    <a:pt x="42200" y="46"/>
                    <a:pt x="41771" y="1"/>
                    <a:pt x="412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492;p58">
              <a:extLst>
                <a:ext uri="{FF2B5EF4-FFF2-40B4-BE49-F238E27FC236}">
                  <a16:creationId xmlns:a16="http://schemas.microsoft.com/office/drawing/2014/main" id="{A5C485AD-128D-C5F4-4DD3-18665AD23FAB}"/>
                </a:ext>
              </a:extLst>
            </p:cNvPr>
            <p:cNvSpPr/>
            <p:nvPr/>
          </p:nvSpPr>
          <p:spPr>
            <a:xfrm>
              <a:off x="2324825" y="3584450"/>
              <a:ext cx="508850" cy="864575"/>
            </a:xfrm>
            <a:custGeom>
              <a:avLst/>
              <a:gdLst/>
              <a:ahLst/>
              <a:cxnLst/>
              <a:rect l="l" t="t" r="r" b="b"/>
              <a:pathLst>
                <a:path w="20354" h="34583" extrusionOk="0">
                  <a:moveTo>
                    <a:pt x="19761" y="1"/>
                  </a:moveTo>
                  <a:lnTo>
                    <a:pt x="1" y="34241"/>
                  </a:lnTo>
                  <a:lnTo>
                    <a:pt x="593" y="34583"/>
                  </a:lnTo>
                  <a:lnTo>
                    <a:pt x="20353" y="342"/>
                  </a:lnTo>
                  <a:lnTo>
                    <a:pt x="19761" y="1"/>
                  </a:lnTo>
                  <a:close/>
                </a:path>
              </a:pathLst>
            </a:custGeom>
            <a:solidFill>
              <a:srgbClr val="FF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493;p58">
              <a:extLst>
                <a:ext uri="{FF2B5EF4-FFF2-40B4-BE49-F238E27FC236}">
                  <a16:creationId xmlns:a16="http://schemas.microsoft.com/office/drawing/2014/main" id="{4428027E-8485-2A59-9C7D-B5FA4C0C343F}"/>
                </a:ext>
              </a:extLst>
            </p:cNvPr>
            <p:cNvSpPr/>
            <p:nvPr/>
          </p:nvSpPr>
          <p:spPr>
            <a:xfrm>
              <a:off x="2327775" y="3943475"/>
              <a:ext cx="864325" cy="509275"/>
            </a:xfrm>
            <a:custGeom>
              <a:avLst/>
              <a:gdLst/>
              <a:ahLst/>
              <a:cxnLst/>
              <a:rect l="l" t="t" r="r" b="b"/>
              <a:pathLst>
                <a:path w="34573" h="20371" extrusionOk="0">
                  <a:moveTo>
                    <a:pt x="34231" y="1"/>
                  </a:moveTo>
                  <a:lnTo>
                    <a:pt x="1" y="19778"/>
                  </a:lnTo>
                  <a:lnTo>
                    <a:pt x="342" y="20371"/>
                  </a:lnTo>
                  <a:lnTo>
                    <a:pt x="34573" y="592"/>
                  </a:lnTo>
                  <a:lnTo>
                    <a:pt x="34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494;p58">
              <a:extLst>
                <a:ext uri="{FF2B5EF4-FFF2-40B4-BE49-F238E27FC236}">
                  <a16:creationId xmlns:a16="http://schemas.microsoft.com/office/drawing/2014/main" id="{46EF684C-BC25-4CFB-0252-9FD87EB08EA5}"/>
                </a:ext>
              </a:extLst>
            </p:cNvPr>
            <p:cNvSpPr/>
            <p:nvPr/>
          </p:nvSpPr>
          <p:spPr>
            <a:xfrm>
              <a:off x="2332075" y="4436475"/>
              <a:ext cx="988375" cy="17100"/>
            </a:xfrm>
            <a:custGeom>
              <a:avLst/>
              <a:gdLst/>
              <a:ahLst/>
              <a:cxnLst/>
              <a:rect l="l" t="t" r="r" b="b"/>
              <a:pathLst>
                <a:path w="39535" h="684" extrusionOk="0">
                  <a:moveTo>
                    <a:pt x="1" y="0"/>
                  </a:moveTo>
                  <a:lnTo>
                    <a:pt x="1" y="684"/>
                  </a:lnTo>
                  <a:lnTo>
                    <a:pt x="39534" y="684"/>
                  </a:lnTo>
                  <a:lnTo>
                    <a:pt x="395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495;p58">
              <a:extLst>
                <a:ext uri="{FF2B5EF4-FFF2-40B4-BE49-F238E27FC236}">
                  <a16:creationId xmlns:a16="http://schemas.microsoft.com/office/drawing/2014/main" id="{49C44C75-F0BC-59E9-A31D-EC79ACFD9EFD}"/>
                </a:ext>
              </a:extLst>
            </p:cNvPr>
            <p:cNvSpPr/>
            <p:nvPr/>
          </p:nvSpPr>
          <p:spPr>
            <a:xfrm>
              <a:off x="2327825" y="4437600"/>
              <a:ext cx="864500" cy="508975"/>
            </a:xfrm>
            <a:custGeom>
              <a:avLst/>
              <a:gdLst/>
              <a:ahLst/>
              <a:cxnLst/>
              <a:rect l="l" t="t" r="r" b="b"/>
              <a:pathLst>
                <a:path w="34580" h="20359" extrusionOk="0">
                  <a:moveTo>
                    <a:pt x="342" y="0"/>
                  </a:moveTo>
                  <a:lnTo>
                    <a:pt x="1" y="591"/>
                  </a:lnTo>
                  <a:lnTo>
                    <a:pt x="34238" y="20358"/>
                  </a:lnTo>
                  <a:lnTo>
                    <a:pt x="34580" y="19767"/>
                  </a:lnTo>
                  <a:lnTo>
                    <a:pt x="34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496;p58">
              <a:extLst>
                <a:ext uri="{FF2B5EF4-FFF2-40B4-BE49-F238E27FC236}">
                  <a16:creationId xmlns:a16="http://schemas.microsoft.com/office/drawing/2014/main" id="{3DBAF94E-C748-2323-D6F6-0F69DD0475FA}"/>
                </a:ext>
              </a:extLst>
            </p:cNvPr>
            <p:cNvSpPr/>
            <p:nvPr/>
          </p:nvSpPr>
          <p:spPr>
            <a:xfrm>
              <a:off x="2324700" y="4440725"/>
              <a:ext cx="509000" cy="864525"/>
            </a:xfrm>
            <a:custGeom>
              <a:avLst/>
              <a:gdLst/>
              <a:ahLst/>
              <a:cxnLst/>
              <a:rect l="l" t="t" r="r" b="b"/>
              <a:pathLst>
                <a:path w="20360" h="34581" extrusionOk="0">
                  <a:moveTo>
                    <a:pt x="592" y="1"/>
                  </a:moveTo>
                  <a:lnTo>
                    <a:pt x="0" y="343"/>
                  </a:lnTo>
                  <a:lnTo>
                    <a:pt x="19767" y="34581"/>
                  </a:lnTo>
                  <a:lnTo>
                    <a:pt x="20359" y="34239"/>
                  </a:lnTo>
                  <a:lnTo>
                    <a:pt x="59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497;p58">
              <a:extLst>
                <a:ext uri="{FF2B5EF4-FFF2-40B4-BE49-F238E27FC236}">
                  <a16:creationId xmlns:a16="http://schemas.microsoft.com/office/drawing/2014/main" id="{AEFE9F0F-B251-99A7-9D55-898B3B004E19}"/>
                </a:ext>
              </a:extLst>
            </p:cNvPr>
            <p:cNvSpPr/>
            <p:nvPr/>
          </p:nvSpPr>
          <p:spPr>
            <a:xfrm>
              <a:off x="2323525" y="4445000"/>
              <a:ext cx="17125" cy="988400"/>
            </a:xfrm>
            <a:custGeom>
              <a:avLst/>
              <a:gdLst/>
              <a:ahLst/>
              <a:cxnLst/>
              <a:rect l="l" t="t" r="r" b="b"/>
              <a:pathLst>
                <a:path w="685" h="39536" extrusionOk="0">
                  <a:moveTo>
                    <a:pt x="1" y="1"/>
                  </a:moveTo>
                  <a:lnTo>
                    <a:pt x="1" y="39536"/>
                  </a:lnTo>
                  <a:lnTo>
                    <a:pt x="685" y="39536"/>
                  </a:lnTo>
                  <a:lnTo>
                    <a:pt x="68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498;p58">
              <a:extLst>
                <a:ext uri="{FF2B5EF4-FFF2-40B4-BE49-F238E27FC236}">
                  <a16:creationId xmlns:a16="http://schemas.microsoft.com/office/drawing/2014/main" id="{629CB07E-0173-01B2-C900-F6CEC9D2E346}"/>
                </a:ext>
              </a:extLst>
            </p:cNvPr>
            <p:cNvSpPr/>
            <p:nvPr/>
          </p:nvSpPr>
          <p:spPr>
            <a:xfrm>
              <a:off x="1830700" y="4440350"/>
              <a:ext cx="508875" cy="864575"/>
            </a:xfrm>
            <a:custGeom>
              <a:avLst/>
              <a:gdLst/>
              <a:ahLst/>
              <a:cxnLst/>
              <a:rect l="l" t="t" r="r" b="b"/>
              <a:pathLst>
                <a:path w="20355" h="34583" extrusionOk="0">
                  <a:moveTo>
                    <a:pt x="19762" y="1"/>
                  </a:moveTo>
                  <a:lnTo>
                    <a:pt x="1" y="34241"/>
                  </a:lnTo>
                  <a:lnTo>
                    <a:pt x="593" y="34583"/>
                  </a:lnTo>
                  <a:lnTo>
                    <a:pt x="20354" y="342"/>
                  </a:lnTo>
                  <a:lnTo>
                    <a:pt x="1976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499;p58">
              <a:extLst>
                <a:ext uri="{FF2B5EF4-FFF2-40B4-BE49-F238E27FC236}">
                  <a16:creationId xmlns:a16="http://schemas.microsoft.com/office/drawing/2014/main" id="{9EC8CEB0-D99C-CB1B-8943-CD5761344180}"/>
                </a:ext>
              </a:extLst>
            </p:cNvPr>
            <p:cNvSpPr/>
            <p:nvPr/>
          </p:nvSpPr>
          <p:spPr>
            <a:xfrm>
              <a:off x="1471450" y="4456425"/>
              <a:ext cx="868425" cy="509050"/>
            </a:xfrm>
            <a:custGeom>
              <a:avLst/>
              <a:gdLst/>
              <a:ahLst/>
              <a:cxnLst/>
              <a:rect l="l" t="t" r="r" b="b"/>
              <a:pathLst>
                <a:path w="34737" h="20362" extrusionOk="0">
                  <a:moveTo>
                    <a:pt x="34395" y="0"/>
                  </a:moveTo>
                  <a:lnTo>
                    <a:pt x="0" y="19767"/>
                  </a:lnTo>
                  <a:lnTo>
                    <a:pt x="342" y="20362"/>
                  </a:lnTo>
                  <a:lnTo>
                    <a:pt x="34737" y="595"/>
                  </a:lnTo>
                  <a:lnTo>
                    <a:pt x="3439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00;p58">
              <a:extLst>
                <a:ext uri="{FF2B5EF4-FFF2-40B4-BE49-F238E27FC236}">
                  <a16:creationId xmlns:a16="http://schemas.microsoft.com/office/drawing/2014/main" id="{2B0188F6-4B3A-D87B-A547-419A076FEC62}"/>
                </a:ext>
              </a:extLst>
            </p:cNvPr>
            <p:cNvSpPr/>
            <p:nvPr/>
          </p:nvSpPr>
          <p:spPr>
            <a:xfrm>
              <a:off x="1343775" y="4436475"/>
              <a:ext cx="988325" cy="17100"/>
            </a:xfrm>
            <a:custGeom>
              <a:avLst/>
              <a:gdLst/>
              <a:ahLst/>
              <a:cxnLst/>
              <a:rect l="l" t="t" r="r" b="b"/>
              <a:pathLst>
                <a:path w="39533" h="684" extrusionOk="0">
                  <a:moveTo>
                    <a:pt x="0" y="0"/>
                  </a:moveTo>
                  <a:lnTo>
                    <a:pt x="0" y="684"/>
                  </a:lnTo>
                  <a:lnTo>
                    <a:pt x="39533" y="684"/>
                  </a:lnTo>
                  <a:lnTo>
                    <a:pt x="3953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01;p58">
              <a:extLst>
                <a:ext uri="{FF2B5EF4-FFF2-40B4-BE49-F238E27FC236}">
                  <a16:creationId xmlns:a16="http://schemas.microsoft.com/office/drawing/2014/main" id="{A8A8DE67-3ACF-EA46-BFF3-440BCADA6FE5}"/>
                </a:ext>
              </a:extLst>
            </p:cNvPr>
            <p:cNvSpPr/>
            <p:nvPr/>
          </p:nvSpPr>
          <p:spPr>
            <a:xfrm>
              <a:off x="1471875" y="3943450"/>
              <a:ext cx="864500" cy="509000"/>
            </a:xfrm>
            <a:custGeom>
              <a:avLst/>
              <a:gdLst/>
              <a:ahLst/>
              <a:cxnLst/>
              <a:rect l="l" t="t" r="r" b="b"/>
              <a:pathLst>
                <a:path w="34580" h="20360" extrusionOk="0">
                  <a:moveTo>
                    <a:pt x="343" y="0"/>
                  </a:moveTo>
                  <a:lnTo>
                    <a:pt x="1" y="593"/>
                  </a:lnTo>
                  <a:lnTo>
                    <a:pt x="34238" y="20360"/>
                  </a:lnTo>
                  <a:lnTo>
                    <a:pt x="34580" y="19767"/>
                  </a:lnTo>
                  <a:lnTo>
                    <a:pt x="34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502;p58">
              <a:extLst>
                <a:ext uri="{FF2B5EF4-FFF2-40B4-BE49-F238E27FC236}">
                  <a16:creationId xmlns:a16="http://schemas.microsoft.com/office/drawing/2014/main" id="{1C05F3B6-BC57-ADB4-4133-4CB0539DFF90}"/>
                </a:ext>
              </a:extLst>
            </p:cNvPr>
            <p:cNvSpPr/>
            <p:nvPr/>
          </p:nvSpPr>
          <p:spPr>
            <a:xfrm>
              <a:off x="1830525" y="3584800"/>
              <a:ext cx="509000" cy="864500"/>
            </a:xfrm>
            <a:custGeom>
              <a:avLst/>
              <a:gdLst/>
              <a:ahLst/>
              <a:cxnLst/>
              <a:rect l="l" t="t" r="r" b="b"/>
              <a:pathLst>
                <a:path w="20360" h="34580" extrusionOk="0">
                  <a:moveTo>
                    <a:pt x="592" y="1"/>
                  </a:moveTo>
                  <a:lnTo>
                    <a:pt x="0" y="343"/>
                  </a:lnTo>
                  <a:lnTo>
                    <a:pt x="19767" y="34580"/>
                  </a:lnTo>
                  <a:lnTo>
                    <a:pt x="20359" y="34238"/>
                  </a:lnTo>
                  <a:lnTo>
                    <a:pt x="59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503;p58">
              <a:extLst>
                <a:ext uri="{FF2B5EF4-FFF2-40B4-BE49-F238E27FC236}">
                  <a16:creationId xmlns:a16="http://schemas.microsoft.com/office/drawing/2014/main" id="{37F86D0E-D5F1-59A1-2227-EAE5D123FDF6}"/>
                </a:ext>
              </a:extLst>
            </p:cNvPr>
            <p:cNvSpPr/>
            <p:nvPr/>
          </p:nvSpPr>
          <p:spPr>
            <a:xfrm>
              <a:off x="2323525" y="3456700"/>
              <a:ext cx="17125" cy="988325"/>
            </a:xfrm>
            <a:custGeom>
              <a:avLst/>
              <a:gdLst/>
              <a:ahLst/>
              <a:cxnLst/>
              <a:rect l="l" t="t" r="r" b="b"/>
              <a:pathLst>
                <a:path w="685" h="39533" extrusionOk="0">
                  <a:moveTo>
                    <a:pt x="1" y="0"/>
                  </a:moveTo>
                  <a:lnTo>
                    <a:pt x="1" y="39533"/>
                  </a:lnTo>
                  <a:lnTo>
                    <a:pt x="685" y="39533"/>
                  </a:lnTo>
                  <a:lnTo>
                    <a:pt x="68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504;p58">
              <a:extLst>
                <a:ext uri="{FF2B5EF4-FFF2-40B4-BE49-F238E27FC236}">
                  <a16:creationId xmlns:a16="http://schemas.microsoft.com/office/drawing/2014/main" id="{5B6D0571-BAAD-8B7D-BAB3-3A840315239F}"/>
                </a:ext>
              </a:extLst>
            </p:cNvPr>
            <p:cNvSpPr/>
            <p:nvPr/>
          </p:nvSpPr>
          <p:spPr>
            <a:xfrm>
              <a:off x="1300500" y="3413375"/>
              <a:ext cx="2063175" cy="2063325"/>
            </a:xfrm>
            <a:custGeom>
              <a:avLst/>
              <a:gdLst/>
              <a:ahLst/>
              <a:cxnLst/>
              <a:rect l="l" t="t" r="r" b="b"/>
              <a:pathLst>
                <a:path w="82527" h="82533" extrusionOk="0">
                  <a:moveTo>
                    <a:pt x="41265" y="6270"/>
                  </a:moveTo>
                  <a:cubicBezTo>
                    <a:pt x="60556" y="6270"/>
                    <a:pt x="76258" y="21971"/>
                    <a:pt x="76258" y="41264"/>
                  </a:cubicBezTo>
                  <a:cubicBezTo>
                    <a:pt x="76258" y="60562"/>
                    <a:pt x="60557" y="76257"/>
                    <a:pt x="41264" y="76257"/>
                  </a:cubicBezTo>
                  <a:cubicBezTo>
                    <a:pt x="21967" y="76257"/>
                    <a:pt x="6271" y="60562"/>
                    <a:pt x="6271" y="41264"/>
                  </a:cubicBezTo>
                  <a:cubicBezTo>
                    <a:pt x="6271" y="21972"/>
                    <a:pt x="21967" y="6270"/>
                    <a:pt x="41265" y="6270"/>
                  </a:cubicBezTo>
                  <a:close/>
                  <a:moveTo>
                    <a:pt x="41264" y="1"/>
                  </a:moveTo>
                  <a:cubicBezTo>
                    <a:pt x="18473" y="1"/>
                    <a:pt x="1" y="18478"/>
                    <a:pt x="1" y="41264"/>
                  </a:cubicBezTo>
                  <a:cubicBezTo>
                    <a:pt x="1" y="64056"/>
                    <a:pt x="18473" y="82532"/>
                    <a:pt x="41264" y="82532"/>
                  </a:cubicBezTo>
                  <a:cubicBezTo>
                    <a:pt x="64050" y="82532"/>
                    <a:pt x="82527" y="64056"/>
                    <a:pt x="82527" y="41264"/>
                  </a:cubicBezTo>
                  <a:cubicBezTo>
                    <a:pt x="82527" y="18478"/>
                    <a:pt x="64050" y="1"/>
                    <a:pt x="4126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505;p58">
              <a:extLst>
                <a:ext uri="{FF2B5EF4-FFF2-40B4-BE49-F238E27FC236}">
                  <a16:creationId xmlns:a16="http://schemas.microsoft.com/office/drawing/2014/main" id="{40F4A78A-5EC5-7564-3327-F84BBA8F43AD}"/>
                </a:ext>
              </a:extLst>
            </p:cNvPr>
            <p:cNvSpPr/>
            <p:nvPr/>
          </p:nvSpPr>
          <p:spPr>
            <a:xfrm>
              <a:off x="1400250" y="3513175"/>
              <a:ext cx="1863700" cy="1863725"/>
            </a:xfrm>
            <a:custGeom>
              <a:avLst/>
              <a:gdLst/>
              <a:ahLst/>
              <a:cxnLst/>
              <a:rect l="l" t="t" r="r" b="b"/>
              <a:pathLst>
                <a:path w="74548" h="74549" extrusionOk="0">
                  <a:moveTo>
                    <a:pt x="37275" y="2280"/>
                  </a:moveTo>
                  <a:cubicBezTo>
                    <a:pt x="56567" y="2280"/>
                    <a:pt x="72268" y="17982"/>
                    <a:pt x="72268" y="37275"/>
                  </a:cubicBezTo>
                  <a:cubicBezTo>
                    <a:pt x="72268" y="56572"/>
                    <a:pt x="56567" y="72269"/>
                    <a:pt x="37274" y="72269"/>
                  </a:cubicBezTo>
                  <a:cubicBezTo>
                    <a:pt x="17977" y="72269"/>
                    <a:pt x="2281" y="56572"/>
                    <a:pt x="2281" y="37275"/>
                  </a:cubicBezTo>
                  <a:cubicBezTo>
                    <a:pt x="2281" y="17982"/>
                    <a:pt x="17977" y="2280"/>
                    <a:pt x="37275" y="2280"/>
                  </a:cubicBezTo>
                  <a:close/>
                  <a:moveTo>
                    <a:pt x="37274" y="1"/>
                  </a:moveTo>
                  <a:cubicBezTo>
                    <a:pt x="16717" y="1"/>
                    <a:pt x="1" y="16723"/>
                    <a:pt x="1" y="37275"/>
                  </a:cubicBezTo>
                  <a:cubicBezTo>
                    <a:pt x="1" y="57832"/>
                    <a:pt x="16717" y="74548"/>
                    <a:pt x="37274" y="74548"/>
                  </a:cubicBezTo>
                  <a:cubicBezTo>
                    <a:pt x="57826" y="74548"/>
                    <a:pt x="74548" y="57832"/>
                    <a:pt x="74548" y="37275"/>
                  </a:cubicBezTo>
                  <a:cubicBezTo>
                    <a:pt x="74548" y="16723"/>
                    <a:pt x="57826" y="1"/>
                    <a:pt x="372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06;p58">
              <a:extLst>
                <a:ext uri="{FF2B5EF4-FFF2-40B4-BE49-F238E27FC236}">
                  <a16:creationId xmlns:a16="http://schemas.microsoft.com/office/drawing/2014/main" id="{C0668222-62CF-E3BA-5A01-03306ED8C004}"/>
                </a:ext>
              </a:extLst>
            </p:cNvPr>
            <p:cNvSpPr/>
            <p:nvPr/>
          </p:nvSpPr>
          <p:spPr>
            <a:xfrm>
              <a:off x="5407300" y="3584650"/>
              <a:ext cx="509300" cy="864325"/>
            </a:xfrm>
            <a:custGeom>
              <a:avLst/>
              <a:gdLst/>
              <a:ahLst/>
              <a:cxnLst/>
              <a:rect l="l" t="t" r="r" b="b"/>
              <a:pathLst>
                <a:path w="20372" h="34573" extrusionOk="0">
                  <a:moveTo>
                    <a:pt x="19780" y="0"/>
                  </a:moveTo>
                  <a:lnTo>
                    <a:pt x="1" y="34231"/>
                  </a:lnTo>
                  <a:lnTo>
                    <a:pt x="593" y="34573"/>
                  </a:lnTo>
                  <a:lnTo>
                    <a:pt x="20372" y="342"/>
                  </a:lnTo>
                  <a:lnTo>
                    <a:pt x="1978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07;p58">
              <a:extLst>
                <a:ext uri="{FF2B5EF4-FFF2-40B4-BE49-F238E27FC236}">
                  <a16:creationId xmlns:a16="http://schemas.microsoft.com/office/drawing/2014/main" id="{212EF081-C334-405B-CC15-4949C06AADEE}"/>
                </a:ext>
              </a:extLst>
            </p:cNvPr>
            <p:cNvSpPr/>
            <p:nvPr/>
          </p:nvSpPr>
          <p:spPr>
            <a:xfrm>
              <a:off x="5426850" y="3961525"/>
              <a:ext cx="868400" cy="509075"/>
            </a:xfrm>
            <a:custGeom>
              <a:avLst/>
              <a:gdLst/>
              <a:ahLst/>
              <a:cxnLst/>
              <a:rect l="l" t="t" r="r" b="b"/>
              <a:pathLst>
                <a:path w="34736" h="20363" extrusionOk="0">
                  <a:moveTo>
                    <a:pt x="34395" y="1"/>
                  </a:moveTo>
                  <a:lnTo>
                    <a:pt x="1" y="19768"/>
                  </a:lnTo>
                  <a:lnTo>
                    <a:pt x="341" y="20362"/>
                  </a:lnTo>
                  <a:lnTo>
                    <a:pt x="34736" y="595"/>
                  </a:lnTo>
                  <a:lnTo>
                    <a:pt x="343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08;p58">
              <a:extLst>
                <a:ext uri="{FF2B5EF4-FFF2-40B4-BE49-F238E27FC236}">
                  <a16:creationId xmlns:a16="http://schemas.microsoft.com/office/drawing/2014/main" id="{3C2C3E57-D71D-C354-3591-9026AC62C44F}"/>
                </a:ext>
              </a:extLst>
            </p:cNvPr>
            <p:cNvSpPr/>
            <p:nvPr/>
          </p:nvSpPr>
          <p:spPr>
            <a:xfrm>
              <a:off x="5414950" y="4436475"/>
              <a:ext cx="988350" cy="17100"/>
            </a:xfrm>
            <a:custGeom>
              <a:avLst/>
              <a:gdLst/>
              <a:ahLst/>
              <a:cxnLst/>
              <a:rect l="l" t="t" r="r" b="b"/>
              <a:pathLst>
                <a:path w="39534" h="684" extrusionOk="0">
                  <a:moveTo>
                    <a:pt x="0" y="0"/>
                  </a:moveTo>
                  <a:lnTo>
                    <a:pt x="0" y="684"/>
                  </a:lnTo>
                  <a:lnTo>
                    <a:pt x="39534" y="684"/>
                  </a:lnTo>
                  <a:lnTo>
                    <a:pt x="395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09;p58">
              <a:extLst>
                <a:ext uri="{FF2B5EF4-FFF2-40B4-BE49-F238E27FC236}">
                  <a16:creationId xmlns:a16="http://schemas.microsoft.com/office/drawing/2014/main" id="{23758C2E-516A-DB94-9C10-9E07BCD1EDA9}"/>
                </a:ext>
              </a:extLst>
            </p:cNvPr>
            <p:cNvSpPr/>
            <p:nvPr/>
          </p:nvSpPr>
          <p:spPr>
            <a:xfrm>
              <a:off x="5410675" y="4437600"/>
              <a:ext cx="864475" cy="509000"/>
            </a:xfrm>
            <a:custGeom>
              <a:avLst/>
              <a:gdLst/>
              <a:ahLst/>
              <a:cxnLst/>
              <a:rect l="l" t="t" r="r" b="b"/>
              <a:pathLst>
                <a:path w="34579" h="20360" extrusionOk="0">
                  <a:moveTo>
                    <a:pt x="342" y="0"/>
                  </a:moveTo>
                  <a:lnTo>
                    <a:pt x="0" y="592"/>
                  </a:lnTo>
                  <a:lnTo>
                    <a:pt x="34238" y="20359"/>
                  </a:lnTo>
                  <a:lnTo>
                    <a:pt x="34579" y="19767"/>
                  </a:lnTo>
                  <a:lnTo>
                    <a:pt x="34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10;p58">
              <a:extLst>
                <a:ext uri="{FF2B5EF4-FFF2-40B4-BE49-F238E27FC236}">
                  <a16:creationId xmlns:a16="http://schemas.microsoft.com/office/drawing/2014/main" id="{A59269E3-2005-C865-B271-1CC744E8DD84}"/>
                </a:ext>
              </a:extLst>
            </p:cNvPr>
            <p:cNvSpPr/>
            <p:nvPr/>
          </p:nvSpPr>
          <p:spPr>
            <a:xfrm>
              <a:off x="5407550" y="4440800"/>
              <a:ext cx="508975" cy="864500"/>
            </a:xfrm>
            <a:custGeom>
              <a:avLst/>
              <a:gdLst/>
              <a:ahLst/>
              <a:cxnLst/>
              <a:rect l="l" t="t" r="r" b="b"/>
              <a:pathLst>
                <a:path w="20359" h="34580" extrusionOk="0">
                  <a:moveTo>
                    <a:pt x="592" y="0"/>
                  </a:moveTo>
                  <a:lnTo>
                    <a:pt x="1" y="341"/>
                  </a:lnTo>
                  <a:lnTo>
                    <a:pt x="19767" y="34579"/>
                  </a:lnTo>
                  <a:lnTo>
                    <a:pt x="20359" y="34237"/>
                  </a:lnTo>
                  <a:lnTo>
                    <a:pt x="5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11;p58">
              <a:extLst>
                <a:ext uri="{FF2B5EF4-FFF2-40B4-BE49-F238E27FC236}">
                  <a16:creationId xmlns:a16="http://schemas.microsoft.com/office/drawing/2014/main" id="{94D55D50-A02A-02F7-5470-188B826DF69E}"/>
                </a:ext>
              </a:extLst>
            </p:cNvPr>
            <p:cNvSpPr/>
            <p:nvPr/>
          </p:nvSpPr>
          <p:spPr>
            <a:xfrm>
              <a:off x="5406400" y="4445000"/>
              <a:ext cx="17125" cy="988400"/>
            </a:xfrm>
            <a:custGeom>
              <a:avLst/>
              <a:gdLst/>
              <a:ahLst/>
              <a:cxnLst/>
              <a:rect l="l" t="t" r="r" b="b"/>
              <a:pathLst>
                <a:path w="685" h="39536" extrusionOk="0">
                  <a:moveTo>
                    <a:pt x="0" y="1"/>
                  </a:moveTo>
                  <a:lnTo>
                    <a:pt x="0" y="39536"/>
                  </a:lnTo>
                  <a:lnTo>
                    <a:pt x="684" y="39536"/>
                  </a:lnTo>
                  <a:lnTo>
                    <a:pt x="68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512;p58">
              <a:extLst>
                <a:ext uri="{FF2B5EF4-FFF2-40B4-BE49-F238E27FC236}">
                  <a16:creationId xmlns:a16="http://schemas.microsoft.com/office/drawing/2014/main" id="{9728AA84-3275-68C3-8BDC-6A64660E2245}"/>
                </a:ext>
              </a:extLst>
            </p:cNvPr>
            <p:cNvSpPr/>
            <p:nvPr/>
          </p:nvSpPr>
          <p:spPr>
            <a:xfrm>
              <a:off x="4913200" y="4440550"/>
              <a:ext cx="509275" cy="864325"/>
            </a:xfrm>
            <a:custGeom>
              <a:avLst/>
              <a:gdLst/>
              <a:ahLst/>
              <a:cxnLst/>
              <a:rect l="l" t="t" r="r" b="b"/>
              <a:pathLst>
                <a:path w="20371" h="34573" extrusionOk="0">
                  <a:moveTo>
                    <a:pt x="19779" y="0"/>
                  </a:moveTo>
                  <a:lnTo>
                    <a:pt x="0" y="34232"/>
                  </a:lnTo>
                  <a:lnTo>
                    <a:pt x="591" y="34573"/>
                  </a:lnTo>
                  <a:lnTo>
                    <a:pt x="20370" y="342"/>
                  </a:lnTo>
                  <a:lnTo>
                    <a:pt x="1977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13;p58">
              <a:extLst>
                <a:ext uri="{FF2B5EF4-FFF2-40B4-BE49-F238E27FC236}">
                  <a16:creationId xmlns:a16="http://schemas.microsoft.com/office/drawing/2014/main" id="{19880493-DC1F-70A2-E7F2-E56A698B19E9}"/>
                </a:ext>
              </a:extLst>
            </p:cNvPr>
            <p:cNvSpPr/>
            <p:nvPr/>
          </p:nvSpPr>
          <p:spPr>
            <a:xfrm>
              <a:off x="4567175" y="4457475"/>
              <a:ext cx="868425" cy="509050"/>
            </a:xfrm>
            <a:custGeom>
              <a:avLst/>
              <a:gdLst/>
              <a:ahLst/>
              <a:cxnLst/>
              <a:rect l="l" t="t" r="r" b="b"/>
              <a:pathLst>
                <a:path w="34737" h="20362" extrusionOk="0">
                  <a:moveTo>
                    <a:pt x="34395" y="0"/>
                  </a:moveTo>
                  <a:lnTo>
                    <a:pt x="1" y="19767"/>
                  </a:lnTo>
                  <a:lnTo>
                    <a:pt x="343" y="20362"/>
                  </a:lnTo>
                  <a:lnTo>
                    <a:pt x="34736" y="595"/>
                  </a:lnTo>
                  <a:lnTo>
                    <a:pt x="3439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14;p58">
              <a:extLst>
                <a:ext uri="{FF2B5EF4-FFF2-40B4-BE49-F238E27FC236}">
                  <a16:creationId xmlns:a16="http://schemas.microsoft.com/office/drawing/2014/main" id="{57B70388-13FF-165A-B73F-F5B1E0ED6AF4}"/>
                </a:ext>
              </a:extLst>
            </p:cNvPr>
            <p:cNvSpPr/>
            <p:nvPr/>
          </p:nvSpPr>
          <p:spPr>
            <a:xfrm>
              <a:off x="4426625" y="4436475"/>
              <a:ext cx="988350" cy="17100"/>
            </a:xfrm>
            <a:custGeom>
              <a:avLst/>
              <a:gdLst/>
              <a:ahLst/>
              <a:cxnLst/>
              <a:rect l="l" t="t" r="r" b="b"/>
              <a:pathLst>
                <a:path w="39534" h="684" extrusionOk="0">
                  <a:moveTo>
                    <a:pt x="1" y="0"/>
                  </a:moveTo>
                  <a:lnTo>
                    <a:pt x="1" y="684"/>
                  </a:lnTo>
                  <a:lnTo>
                    <a:pt x="39533" y="684"/>
                  </a:lnTo>
                  <a:lnTo>
                    <a:pt x="3953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15;p58">
              <a:extLst>
                <a:ext uri="{FF2B5EF4-FFF2-40B4-BE49-F238E27FC236}">
                  <a16:creationId xmlns:a16="http://schemas.microsoft.com/office/drawing/2014/main" id="{DD28580D-2788-40BE-1834-A4C5291386F0}"/>
                </a:ext>
              </a:extLst>
            </p:cNvPr>
            <p:cNvSpPr/>
            <p:nvPr/>
          </p:nvSpPr>
          <p:spPr>
            <a:xfrm>
              <a:off x="4554775" y="3943475"/>
              <a:ext cx="864475" cy="508975"/>
            </a:xfrm>
            <a:custGeom>
              <a:avLst/>
              <a:gdLst/>
              <a:ahLst/>
              <a:cxnLst/>
              <a:rect l="l" t="t" r="r" b="b"/>
              <a:pathLst>
                <a:path w="34579" h="20359" extrusionOk="0">
                  <a:moveTo>
                    <a:pt x="341" y="1"/>
                  </a:moveTo>
                  <a:lnTo>
                    <a:pt x="0" y="592"/>
                  </a:lnTo>
                  <a:lnTo>
                    <a:pt x="34236" y="20359"/>
                  </a:lnTo>
                  <a:lnTo>
                    <a:pt x="34578" y="19766"/>
                  </a:lnTo>
                  <a:lnTo>
                    <a:pt x="34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16;p58">
              <a:extLst>
                <a:ext uri="{FF2B5EF4-FFF2-40B4-BE49-F238E27FC236}">
                  <a16:creationId xmlns:a16="http://schemas.microsoft.com/office/drawing/2014/main" id="{FF68ED0E-54CA-4F40-AF6C-B681447D5EFC}"/>
                </a:ext>
              </a:extLst>
            </p:cNvPr>
            <p:cNvSpPr/>
            <p:nvPr/>
          </p:nvSpPr>
          <p:spPr>
            <a:xfrm>
              <a:off x="4913375" y="3584800"/>
              <a:ext cx="509000" cy="864500"/>
            </a:xfrm>
            <a:custGeom>
              <a:avLst/>
              <a:gdLst/>
              <a:ahLst/>
              <a:cxnLst/>
              <a:rect l="l" t="t" r="r" b="b"/>
              <a:pathLst>
                <a:path w="20360" h="34580" extrusionOk="0">
                  <a:moveTo>
                    <a:pt x="593" y="1"/>
                  </a:moveTo>
                  <a:lnTo>
                    <a:pt x="1" y="343"/>
                  </a:lnTo>
                  <a:lnTo>
                    <a:pt x="19768" y="34580"/>
                  </a:lnTo>
                  <a:lnTo>
                    <a:pt x="20360" y="34238"/>
                  </a:lnTo>
                  <a:lnTo>
                    <a:pt x="59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17;p58">
              <a:extLst>
                <a:ext uri="{FF2B5EF4-FFF2-40B4-BE49-F238E27FC236}">
                  <a16:creationId xmlns:a16="http://schemas.microsoft.com/office/drawing/2014/main" id="{51176BAA-D90C-7CE9-E574-234AF62ED9DA}"/>
                </a:ext>
              </a:extLst>
            </p:cNvPr>
            <p:cNvSpPr/>
            <p:nvPr/>
          </p:nvSpPr>
          <p:spPr>
            <a:xfrm>
              <a:off x="5406400" y="3456700"/>
              <a:ext cx="17125" cy="988325"/>
            </a:xfrm>
            <a:custGeom>
              <a:avLst/>
              <a:gdLst/>
              <a:ahLst/>
              <a:cxnLst/>
              <a:rect l="l" t="t" r="r" b="b"/>
              <a:pathLst>
                <a:path w="685" h="39533" extrusionOk="0">
                  <a:moveTo>
                    <a:pt x="0" y="0"/>
                  </a:moveTo>
                  <a:lnTo>
                    <a:pt x="0" y="39533"/>
                  </a:lnTo>
                  <a:lnTo>
                    <a:pt x="684" y="39533"/>
                  </a:lnTo>
                  <a:lnTo>
                    <a:pt x="6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18;p58">
              <a:extLst>
                <a:ext uri="{FF2B5EF4-FFF2-40B4-BE49-F238E27FC236}">
                  <a16:creationId xmlns:a16="http://schemas.microsoft.com/office/drawing/2014/main" id="{B321F6A6-29E6-B358-2CB9-A5E9960805E6}"/>
                </a:ext>
              </a:extLst>
            </p:cNvPr>
            <p:cNvSpPr/>
            <p:nvPr/>
          </p:nvSpPr>
          <p:spPr>
            <a:xfrm>
              <a:off x="5269775" y="4299850"/>
              <a:ext cx="290375" cy="290375"/>
            </a:xfrm>
            <a:custGeom>
              <a:avLst/>
              <a:gdLst/>
              <a:ahLst/>
              <a:cxnLst/>
              <a:rect l="l" t="t" r="r" b="b"/>
              <a:pathLst>
                <a:path w="11615" h="11615" extrusionOk="0">
                  <a:moveTo>
                    <a:pt x="5807" y="1"/>
                  </a:moveTo>
                  <a:cubicBezTo>
                    <a:pt x="4268" y="1"/>
                    <a:pt x="2791" y="613"/>
                    <a:pt x="1701" y="1701"/>
                  </a:cubicBezTo>
                  <a:cubicBezTo>
                    <a:pt x="613" y="2791"/>
                    <a:pt x="1" y="4267"/>
                    <a:pt x="1" y="5808"/>
                  </a:cubicBezTo>
                  <a:cubicBezTo>
                    <a:pt x="1" y="7348"/>
                    <a:pt x="613" y="8824"/>
                    <a:pt x="1701" y="9914"/>
                  </a:cubicBezTo>
                  <a:cubicBezTo>
                    <a:pt x="2791" y="11002"/>
                    <a:pt x="4268" y="11614"/>
                    <a:pt x="5807" y="11614"/>
                  </a:cubicBezTo>
                  <a:cubicBezTo>
                    <a:pt x="7348" y="11614"/>
                    <a:pt x="8824" y="11002"/>
                    <a:pt x="9914" y="9914"/>
                  </a:cubicBezTo>
                  <a:cubicBezTo>
                    <a:pt x="11003" y="8824"/>
                    <a:pt x="11615" y="7348"/>
                    <a:pt x="11615" y="5808"/>
                  </a:cubicBezTo>
                  <a:cubicBezTo>
                    <a:pt x="11615" y="4267"/>
                    <a:pt x="11003" y="2791"/>
                    <a:pt x="9914" y="1701"/>
                  </a:cubicBezTo>
                  <a:cubicBezTo>
                    <a:pt x="8824" y="613"/>
                    <a:pt x="7348" y="1"/>
                    <a:pt x="58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19;p58">
              <a:extLst>
                <a:ext uri="{FF2B5EF4-FFF2-40B4-BE49-F238E27FC236}">
                  <a16:creationId xmlns:a16="http://schemas.microsoft.com/office/drawing/2014/main" id="{0891616C-34B7-CE08-5418-C3457799D8A6}"/>
                </a:ext>
              </a:extLst>
            </p:cNvPr>
            <p:cNvSpPr/>
            <p:nvPr/>
          </p:nvSpPr>
          <p:spPr>
            <a:xfrm>
              <a:off x="4383400" y="3413375"/>
              <a:ext cx="2063150" cy="2063325"/>
            </a:xfrm>
            <a:custGeom>
              <a:avLst/>
              <a:gdLst/>
              <a:ahLst/>
              <a:cxnLst/>
              <a:rect l="l" t="t" r="r" b="b"/>
              <a:pathLst>
                <a:path w="82526" h="82533" extrusionOk="0">
                  <a:moveTo>
                    <a:pt x="41263" y="6270"/>
                  </a:moveTo>
                  <a:cubicBezTo>
                    <a:pt x="60555" y="6270"/>
                    <a:pt x="76257" y="21971"/>
                    <a:pt x="76257" y="41264"/>
                  </a:cubicBezTo>
                  <a:cubicBezTo>
                    <a:pt x="76257" y="60562"/>
                    <a:pt x="60555" y="76257"/>
                    <a:pt x="41263" y="76257"/>
                  </a:cubicBezTo>
                  <a:cubicBezTo>
                    <a:pt x="21965" y="76257"/>
                    <a:pt x="6269" y="60562"/>
                    <a:pt x="6269" y="41264"/>
                  </a:cubicBezTo>
                  <a:cubicBezTo>
                    <a:pt x="6269" y="21972"/>
                    <a:pt x="21965" y="6270"/>
                    <a:pt x="41263" y="6270"/>
                  </a:cubicBezTo>
                  <a:close/>
                  <a:moveTo>
                    <a:pt x="41263" y="1"/>
                  </a:moveTo>
                  <a:cubicBezTo>
                    <a:pt x="18471" y="1"/>
                    <a:pt x="0" y="18478"/>
                    <a:pt x="0" y="41264"/>
                  </a:cubicBezTo>
                  <a:cubicBezTo>
                    <a:pt x="0" y="64056"/>
                    <a:pt x="18472" y="82532"/>
                    <a:pt x="41263" y="82532"/>
                  </a:cubicBezTo>
                  <a:cubicBezTo>
                    <a:pt x="64049" y="82532"/>
                    <a:pt x="82525" y="64056"/>
                    <a:pt x="82525" y="41264"/>
                  </a:cubicBezTo>
                  <a:cubicBezTo>
                    <a:pt x="82525" y="18478"/>
                    <a:pt x="64049" y="1"/>
                    <a:pt x="412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20;p58">
              <a:extLst>
                <a:ext uri="{FF2B5EF4-FFF2-40B4-BE49-F238E27FC236}">
                  <a16:creationId xmlns:a16="http://schemas.microsoft.com/office/drawing/2014/main" id="{EB951ABA-CDF4-F036-9029-3AB632BD7F68}"/>
                </a:ext>
              </a:extLst>
            </p:cNvPr>
            <p:cNvSpPr/>
            <p:nvPr/>
          </p:nvSpPr>
          <p:spPr>
            <a:xfrm>
              <a:off x="4483125" y="3513175"/>
              <a:ext cx="1863700" cy="1863725"/>
            </a:xfrm>
            <a:custGeom>
              <a:avLst/>
              <a:gdLst/>
              <a:ahLst/>
              <a:cxnLst/>
              <a:rect l="l" t="t" r="r" b="b"/>
              <a:pathLst>
                <a:path w="74548" h="74549" extrusionOk="0">
                  <a:moveTo>
                    <a:pt x="37274" y="2280"/>
                  </a:moveTo>
                  <a:cubicBezTo>
                    <a:pt x="56566" y="2280"/>
                    <a:pt x="72268" y="17982"/>
                    <a:pt x="72268" y="37275"/>
                  </a:cubicBezTo>
                  <a:cubicBezTo>
                    <a:pt x="72268" y="56572"/>
                    <a:pt x="56566" y="72269"/>
                    <a:pt x="37274" y="72269"/>
                  </a:cubicBezTo>
                  <a:cubicBezTo>
                    <a:pt x="17976" y="72269"/>
                    <a:pt x="2280" y="56572"/>
                    <a:pt x="2280" y="37275"/>
                  </a:cubicBezTo>
                  <a:cubicBezTo>
                    <a:pt x="2280" y="17982"/>
                    <a:pt x="17976" y="2280"/>
                    <a:pt x="37274" y="2280"/>
                  </a:cubicBezTo>
                  <a:close/>
                  <a:moveTo>
                    <a:pt x="37274" y="1"/>
                  </a:moveTo>
                  <a:cubicBezTo>
                    <a:pt x="16717" y="1"/>
                    <a:pt x="0" y="16723"/>
                    <a:pt x="0" y="37275"/>
                  </a:cubicBezTo>
                  <a:cubicBezTo>
                    <a:pt x="0" y="57832"/>
                    <a:pt x="16717" y="74548"/>
                    <a:pt x="37273" y="74548"/>
                  </a:cubicBezTo>
                  <a:cubicBezTo>
                    <a:pt x="57825" y="74548"/>
                    <a:pt x="74547" y="57832"/>
                    <a:pt x="74547" y="37275"/>
                  </a:cubicBezTo>
                  <a:cubicBezTo>
                    <a:pt x="74547" y="16723"/>
                    <a:pt x="57825" y="1"/>
                    <a:pt x="372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21;p58">
              <a:extLst>
                <a:ext uri="{FF2B5EF4-FFF2-40B4-BE49-F238E27FC236}">
                  <a16:creationId xmlns:a16="http://schemas.microsoft.com/office/drawing/2014/main" id="{4B14CD0B-40E1-5017-5289-B4634D34D58B}"/>
                </a:ext>
              </a:extLst>
            </p:cNvPr>
            <p:cNvSpPr/>
            <p:nvPr/>
          </p:nvSpPr>
          <p:spPr>
            <a:xfrm>
              <a:off x="2307975" y="4272175"/>
              <a:ext cx="1296050" cy="611625"/>
            </a:xfrm>
            <a:custGeom>
              <a:avLst/>
              <a:gdLst/>
              <a:ahLst/>
              <a:cxnLst/>
              <a:rect l="l" t="t" r="r" b="b"/>
              <a:pathLst>
                <a:path w="51842" h="24465" extrusionOk="0">
                  <a:moveTo>
                    <a:pt x="51063" y="712"/>
                  </a:moveTo>
                  <a:lnTo>
                    <a:pt x="48190" y="23603"/>
                  </a:lnTo>
                  <a:lnTo>
                    <a:pt x="717" y="10995"/>
                  </a:lnTo>
                  <a:lnTo>
                    <a:pt x="1232" y="2391"/>
                  </a:lnTo>
                  <a:lnTo>
                    <a:pt x="51063" y="712"/>
                  </a:lnTo>
                  <a:close/>
                  <a:moveTo>
                    <a:pt x="51842" y="0"/>
                  </a:moveTo>
                  <a:lnTo>
                    <a:pt x="585" y="1728"/>
                  </a:lnTo>
                  <a:lnTo>
                    <a:pt x="1" y="11513"/>
                  </a:lnTo>
                  <a:lnTo>
                    <a:pt x="48393" y="24364"/>
                  </a:lnTo>
                  <a:lnTo>
                    <a:pt x="48771" y="24464"/>
                  </a:lnTo>
                  <a:lnTo>
                    <a:pt x="518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22;p58">
              <a:extLst>
                <a:ext uri="{FF2B5EF4-FFF2-40B4-BE49-F238E27FC236}">
                  <a16:creationId xmlns:a16="http://schemas.microsoft.com/office/drawing/2014/main" id="{D36584D7-925C-E60D-DE4A-F7D729D3A1C0}"/>
                </a:ext>
              </a:extLst>
            </p:cNvPr>
            <p:cNvSpPr/>
            <p:nvPr/>
          </p:nvSpPr>
          <p:spPr>
            <a:xfrm>
              <a:off x="2186925" y="4299850"/>
              <a:ext cx="290375" cy="290375"/>
            </a:xfrm>
            <a:custGeom>
              <a:avLst/>
              <a:gdLst/>
              <a:ahLst/>
              <a:cxnLst/>
              <a:rect l="l" t="t" r="r" b="b"/>
              <a:pathLst>
                <a:path w="11615" h="11615" extrusionOk="0">
                  <a:moveTo>
                    <a:pt x="5807" y="1"/>
                  </a:moveTo>
                  <a:cubicBezTo>
                    <a:pt x="4267" y="1"/>
                    <a:pt x="2790" y="613"/>
                    <a:pt x="1701" y="1701"/>
                  </a:cubicBezTo>
                  <a:cubicBezTo>
                    <a:pt x="612" y="2791"/>
                    <a:pt x="0" y="4267"/>
                    <a:pt x="0" y="5808"/>
                  </a:cubicBezTo>
                  <a:cubicBezTo>
                    <a:pt x="0" y="7348"/>
                    <a:pt x="612" y="8824"/>
                    <a:pt x="1701" y="9914"/>
                  </a:cubicBezTo>
                  <a:cubicBezTo>
                    <a:pt x="2790" y="11002"/>
                    <a:pt x="4267" y="11614"/>
                    <a:pt x="5807" y="11614"/>
                  </a:cubicBezTo>
                  <a:cubicBezTo>
                    <a:pt x="7347" y="11614"/>
                    <a:pt x="8824" y="11002"/>
                    <a:pt x="9914" y="9914"/>
                  </a:cubicBezTo>
                  <a:cubicBezTo>
                    <a:pt x="11002" y="8824"/>
                    <a:pt x="11614" y="7348"/>
                    <a:pt x="11614" y="5808"/>
                  </a:cubicBezTo>
                  <a:cubicBezTo>
                    <a:pt x="11614" y="4267"/>
                    <a:pt x="11002" y="2791"/>
                    <a:pt x="9914" y="1701"/>
                  </a:cubicBezTo>
                  <a:cubicBezTo>
                    <a:pt x="8824" y="613"/>
                    <a:pt x="7347" y="1"/>
                    <a:pt x="58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23;p58">
              <a:extLst>
                <a:ext uri="{FF2B5EF4-FFF2-40B4-BE49-F238E27FC236}">
                  <a16:creationId xmlns:a16="http://schemas.microsoft.com/office/drawing/2014/main" id="{331365A3-59B4-7AB9-C53D-1EF952829E25}"/>
                </a:ext>
              </a:extLst>
            </p:cNvPr>
            <p:cNvSpPr/>
            <p:nvPr/>
          </p:nvSpPr>
          <p:spPr>
            <a:xfrm>
              <a:off x="3232150" y="4252450"/>
              <a:ext cx="660125" cy="660175"/>
            </a:xfrm>
            <a:custGeom>
              <a:avLst/>
              <a:gdLst/>
              <a:ahLst/>
              <a:cxnLst/>
              <a:rect l="l" t="t" r="r" b="b"/>
              <a:pathLst>
                <a:path w="26405" h="26407" extrusionOk="0">
                  <a:moveTo>
                    <a:pt x="13202" y="1"/>
                  </a:moveTo>
                  <a:cubicBezTo>
                    <a:pt x="9700" y="1"/>
                    <a:pt x="6342" y="1393"/>
                    <a:pt x="3867" y="3868"/>
                  </a:cubicBezTo>
                  <a:cubicBezTo>
                    <a:pt x="1391" y="6344"/>
                    <a:pt x="0" y="9702"/>
                    <a:pt x="0" y="13204"/>
                  </a:cubicBezTo>
                  <a:cubicBezTo>
                    <a:pt x="0" y="16705"/>
                    <a:pt x="1391" y="20064"/>
                    <a:pt x="3867" y="22540"/>
                  </a:cubicBezTo>
                  <a:cubicBezTo>
                    <a:pt x="6342" y="25016"/>
                    <a:pt x="9700" y="26407"/>
                    <a:pt x="13202" y="26407"/>
                  </a:cubicBezTo>
                  <a:cubicBezTo>
                    <a:pt x="16704" y="26407"/>
                    <a:pt x="20063" y="25016"/>
                    <a:pt x="22538" y="22540"/>
                  </a:cubicBezTo>
                  <a:cubicBezTo>
                    <a:pt x="25014" y="20064"/>
                    <a:pt x="26405" y="16705"/>
                    <a:pt x="26405" y="13204"/>
                  </a:cubicBezTo>
                  <a:cubicBezTo>
                    <a:pt x="26405" y="9702"/>
                    <a:pt x="25014" y="6344"/>
                    <a:pt x="22538" y="3868"/>
                  </a:cubicBezTo>
                  <a:cubicBezTo>
                    <a:pt x="20063" y="1393"/>
                    <a:pt x="16704" y="1"/>
                    <a:pt x="132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24;p58">
              <a:extLst>
                <a:ext uri="{FF2B5EF4-FFF2-40B4-BE49-F238E27FC236}">
                  <a16:creationId xmlns:a16="http://schemas.microsoft.com/office/drawing/2014/main" id="{550BF71B-86B0-691E-1181-B0ABB7254778}"/>
                </a:ext>
              </a:extLst>
            </p:cNvPr>
            <p:cNvSpPr/>
            <p:nvPr/>
          </p:nvSpPr>
          <p:spPr>
            <a:xfrm>
              <a:off x="2266350" y="2987075"/>
              <a:ext cx="987475" cy="1497550"/>
            </a:xfrm>
            <a:custGeom>
              <a:avLst/>
              <a:gdLst/>
              <a:ahLst/>
              <a:cxnLst/>
              <a:rect l="l" t="t" r="r" b="b"/>
              <a:pathLst>
                <a:path w="39499" h="59902" extrusionOk="0">
                  <a:moveTo>
                    <a:pt x="34231" y="1"/>
                  </a:moveTo>
                  <a:lnTo>
                    <a:pt x="1" y="56723"/>
                  </a:lnTo>
                  <a:lnTo>
                    <a:pt x="5269" y="59902"/>
                  </a:lnTo>
                  <a:lnTo>
                    <a:pt x="39499" y="3180"/>
                  </a:lnTo>
                  <a:lnTo>
                    <a:pt x="342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25;p58">
              <a:extLst>
                <a:ext uri="{FF2B5EF4-FFF2-40B4-BE49-F238E27FC236}">
                  <a16:creationId xmlns:a16="http://schemas.microsoft.com/office/drawing/2014/main" id="{EE2A512C-8162-ACD0-0B63-3F684096660E}"/>
                </a:ext>
              </a:extLst>
            </p:cNvPr>
            <p:cNvSpPr/>
            <p:nvPr/>
          </p:nvSpPr>
          <p:spPr>
            <a:xfrm>
              <a:off x="4819300" y="3000125"/>
              <a:ext cx="668000" cy="1471200"/>
            </a:xfrm>
            <a:custGeom>
              <a:avLst/>
              <a:gdLst/>
              <a:ahLst/>
              <a:cxnLst/>
              <a:rect l="l" t="t" r="r" b="b"/>
              <a:pathLst>
                <a:path w="26720" h="58848" extrusionOk="0">
                  <a:moveTo>
                    <a:pt x="5773" y="0"/>
                  </a:moveTo>
                  <a:lnTo>
                    <a:pt x="1" y="2132"/>
                  </a:lnTo>
                  <a:lnTo>
                    <a:pt x="20948" y="58848"/>
                  </a:lnTo>
                  <a:lnTo>
                    <a:pt x="26720" y="56716"/>
                  </a:lnTo>
                  <a:lnTo>
                    <a:pt x="57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26;p58">
              <a:extLst>
                <a:ext uri="{FF2B5EF4-FFF2-40B4-BE49-F238E27FC236}">
                  <a16:creationId xmlns:a16="http://schemas.microsoft.com/office/drawing/2014/main" id="{5E4546BC-2A3A-9089-13B3-2C8C4605547F}"/>
                </a:ext>
              </a:extLst>
            </p:cNvPr>
            <p:cNvSpPr/>
            <p:nvPr/>
          </p:nvSpPr>
          <p:spPr>
            <a:xfrm>
              <a:off x="3575100" y="3158825"/>
              <a:ext cx="1438750" cy="1415950"/>
            </a:xfrm>
            <a:custGeom>
              <a:avLst/>
              <a:gdLst/>
              <a:ahLst/>
              <a:cxnLst/>
              <a:rect l="l" t="t" r="r" b="b"/>
              <a:pathLst>
                <a:path w="57550" h="56638" extrusionOk="0">
                  <a:moveTo>
                    <a:pt x="53240" y="0"/>
                  </a:moveTo>
                  <a:lnTo>
                    <a:pt x="0" y="52245"/>
                  </a:lnTo>
                  <a:lnTo>
                    <a:pt x="4310" y="56638"/>
                  </a:lnTo>
                  <a:lnTo>
                    <a:pt x="57549" y="4392"/>
                  </a:lnTo>
                  <a:lnTo>
                    <a:pt x="5324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27;p58">
              <a:extLst>
                <a:ext uri="{FF2B5EF4-FFF2-40B4-BE49-F238E27FC236}">
                  <a16:creationId xmlns:a16="http://schemas.microsoft.com/office/drawing/2014/main" id="{D2596FD6-315A-2FF1-77D9-709FD0B1386D}"/>
                </a:ext>
              </a:extLst>
            </p:cNvPr>
            <p:cNvSpPr/>
            <p:nvPr/>
          </p:nvSpPr>
          <p:spPr>
            <a:xfrm>
              <a:off x="3111100" y="2488225"/>
              <a:ext cx="2482350" cy="615775"/>
            </a:xfrm>
            <a:custGeom>
              <a:avLst/>
              <a:gdLst/>
              <a:ahLst/>
              <a:cxnLst/>
              <a:rect l="l" t="t" r="r" b="b"/>
              <a:pathLst>
                <a:path w="99294" h="24631" extrusionOk="0">
                  <a:moveTo>
                    <a:pt x="68136" y="0"/>
                  </a:moveTo>
                  <a:lnTo>
                    <a:pt x="68136" y="18478"/>
                  </a:lnTo>
                  <a:lnTo>
                    <a:pt x="3078" y="18478"/>
                  </a:lnTo>
                  <a:cubicBezTo>
                    <a:pt x="1378" y="18478"/>
                    <a:pt x="1" y="19856"/>
                    <a:pt x="1" y="21555"/>
                  </a:cubicBezTo>
                  <a:cubicBezTo>
                    <a:pt x="1" y="23253"/>
                    <a:pt x="1378" y="24631"/>
                    <a:pt x="3078" y="24631"/>
                  </a:cubicBezTo>
                  <a:lnTo>
                    <a:pt x="74289" y="24631"/>
                  </a:lnTo>
                  <a:lnTo>
                    <a:pt x="74289" y="6153"/>
                  </a:lnTo>
                  <a:lnTo>
                    <a:pt x="85852" y="6153"/>
                  </a:lnTo>
                  <a:cubicBezTo>
                    <a:pt x="89870" y="6153"/>
                    <a:pt x="93140" y="9423"/>
                    <a:pt x="93140" y="13443"/>
                  </a:cubicBezTo>
                  <a:lnTo>
                    <a:pt x="93140" y="21555"/>
                  </a:lnTo>
                  <a:cubicBezTo>
                    <a:pt x="93140" y="23253"/>
                    <a:pt x="94517" y="24631"/>
                    <a:pt x="96217" y="24631"/>
                  </a:cubicBezTo>
                  <a:cubicBezTo>
                    <a:pt x="97916" y="24631"/>
                    <a:pt x="99294" y="23253"/>
                    <a:pt x="99294" y="21555"/>
                  </a:cubicBezTo>
                  <a:lnTo>
                    <a:pt x="99294" y="13442"/>
                  </a:lnTo>
                  <a:cubicBezTo>
                    <a:pt x="99294" y="6030"/>
                    <a:pt x="93264" y="0"/>
                    <a:pt x="858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28;p58">
              <a:extLst>
                <a:ext uri="{FF2B5EF4-FFF2-40B4-BE49-F238E27FC236}">
                  <a16:creationId xmlns:a16="http://schemas.microsoft.com/office/drawing/2014/main" id="{D1C26450-011A-998E-2F91-63DCF86C60A2}"/>
                </a:ext>
              </a:extLst>
            </p:cNvPr>
            <p:cNvSpPr/>
            <p:nvPr/>
          </p:nvSpPr>
          <p:spPr>
            <a:xfrm>
              <a:off x="2497750" y="1716500"/>
              <a:ext cx="2183075" cy="2150000"/>
            </a:xfrm>
            <a:custGeom>
              <a:avLst/>
              <a:gdLst/>
              <a:ahLst/>
              <a:cxnLst/>
              <a:rect l="l" t="t" r="r" b="b"/>
              <a:pathLst>
                <a:path w="87323" h="86000" extrusionOk="0">
                  <a:moveTo>
                    <a:pt x="14128" y="0"/>
                  </a:moveTo>
                  <a:cubicBezTo>
                    <a:pt x="12837" y="0"/>
                    <a:pt x="0" y="20478"/>
                    <a:pt x="6536" y="29779"/>
                  </a:cubicBezTo>
                  <a:cubicBezTo>
                    <a:pt x="12500" y="38266"/>
                    <a:pt x="51845" y="38683"/>
                    <a:pt x="59534" y="38683"/>
                  </a:cubicBezTo>
                  <a:cubicBezTo>
                    <a:pt x="60373" y="38683"/>
                    <a:pt x="60835" y="38678"/>
                    <a:pt x="60835" y="38678"/>
                  </a:cubicBezTo>
                  <a:lnTo>
                    <a:pt x="60835" y="38678"/>
                  </a:lnTo>
                  <a:cubicBezTo>
                    <a:pt x="60835" y="38679"/>
                    <a:pt x="53371" y="46910"/>
                    <a:pt x="49926" y="65159"/>
                  </a:cubicBezTo>
                  <a:cubicBezTo>
                    <a:pt x="46652" y="82499"/>
                    <a:pt x="47133" y="84451"/>
                    <a:pt x="47133" y="84451"/>
                  </a:cubicBezTo>
                  <a:lnTo>
                    <a:pt x="54058" y="85999"/>
                  </a:lnTo>
                  <a:cubicBezTo>
                    <a:pt x="54058" y="85999"/>
                    <a:pt x="87322" y="36876"/>
                    <a:pt x="83404" y="29244"/>
                  </a:cubicBezTo>
                  <a:cubicBezTo>
                    <a:pt x="79486" y="21610"/>
                    <a:pt x="32068" y="10683"/>
                    <a:pt x="32068" y="10683"/>
                  </a:cubicBezTo>
                  <a:lnTo>
                    <a:pt x="35796" y="5862"/>
                  </a:lnTo>
                  <a:lnTo>
                    <a:pt x="14169" y="9"/>
                  </a:lnTo>
                  <a:cubicBezTo>
                    <a:pt x="14157" y="3"/>
                    <a:pt x="14143" y="0"/>
                    <a:pt x="141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29;p58">
              <a:extLst>
                <a:ext uri="{FF2B5EF4-FFF2-40B4-BE49-F238E27FC236}">
                  <a16:creationId xmlns:a16="http://schemas.microsoft.com/office/drawing/2014/main" id="{49795884-D9A6-6D05-C171-C4C4DA675283}"/>
                </a:ext>
              </a:extLst>
            </p:cNvPr>
            <p:cNvSpPr/>
            <p:nvPr/>
          </p:nvSpPr>
          <p:spPr>
            <a:xfrm>
              <a:off x="4709200" y="487925"/>
              <a:ext cx="461925" cy="46450"/>
            </a:xfrm>
            <a:custGeom>
              <a:avLst/>
              <a:gdLst/>
              <a:ahLst/>
              <a:cxnLst/>
              <a:rect l="l" t="t" r="r" b="b"/>
              <a:pathLst>
                <a:path w="18477" h="1858" extrusionOk="0">
                  <a:moveTo>
                    <a:pt x="930" y="1"/>
                  </a:moveTo>
                  <a:cubicBezTo>
                    <a:pt x="416" y="1"/>
                    <a:pt x="0" y="416"/>
                    <a:pt x="0" y="929"/>
                  </a:cubicBezTo>
                  <a:cubicBezTo>
                    <a:pt x="0" y="1442"/>
                    <a:pt x="416" y="1858"/>
                    <a:pt x="930" y="1858"/>
                  </a:cubicBezTo>
                  <a:lnTo>
                    <a:pt x="17548" y="1858"/>
                  </a:lnTo>
                  <a:cubicBezTo>
                    <a:pt x="18061" y="1858"/>
                    <a:pt x="18477" y="1442"/>
                    <a:pt x="18477" y="929"/>
                  </a:cubicBezTo>
                  <a:cubicBezTo>
                    <a:pt x="18477" y="416"/>
                    <a:pt x="18061" y="1"/>
                    <a:pt x="1754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30;p58">
              <a:extLst>
                <a:ext uri="{FF2B5EF4-FFF2-40B4-BE49-F238E27FC236}">
                  <a16:creationId xmlns:a16="http://schemas.microsoft.com/office/drawing/2014/main" id="{B245AEF6-9B63-56D3-5C79-B8E7A3A76705}"/>
                </a:ext>
              </a:extLst>
            </p:cNvPr>
            <p:cNvSpPr/>
            <p:nvPr/>
          </p:nvSpPr>
          <p:spPr>
            <a:xfrm>
              <a:off x="4076025" y="403475"/>
              <a:ext cx="861450" cy="542325"/>
            </a:xfrm>
            <a:custGeom>
              <a:avLst/>
              <a:gdLst/>
              <a:ahLst/>
              <a:cxnLst/>
              <a:rect l="l" t="t" r="r" b="b"/>
              <a:pathLst>
                <a:path w="34458" h="21693" extrusionOk="0">
                  <a:moveTo>
                    <a:pt x="6187" y="1"/>
                  </a:moveTo>
                  <a:cubicBezTo>
                    <a:pt x="5795" y="137"/>
                    <a:pt x="0" y="7812"/>
                    <a:pt x="1175" y="12824"/>
                  </a:cubicBezTo>
                  <a:cubicBezTo>
                    <a:pt x="2350" y="17837"/>
                    <a:pt x="6795" y="21692"/>
                    <a:pt x="6795" y="21692"/>
                  </a:cubicBezTo>
                  <a:cubicBezTo>
                    <a:pt x="6795" y="21692"/>
                    <a:pt x="32657" y="12433"/>
                    <a:pt x="34458" y="6168"/>
                  </a:cubicBezTo>
                  <a:lnTo>
                    <a:pt x="618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31;p58">
              <a:extLst>
                <a:ext uri="{FF2B5EF4-FFF2-40B4-BE49-F238E27FC236}">
                  <a16:creationId xmlns:a16="http://schemas.microsoft.com/office/drawing/2014/main" id="{B52DEA09-CB24-CA41-F614-E52EE69A3A4E}"/>
                </a:ext>
              </a:extLst>
            </p:cNvPr>
            <p:cNvSpPr/>
            <p:nvPr/>
          </p:nvSpPr>
          <p:spPr>
            <a:xfrm>
              <a:off x="4140225" y="238100"/>
              <a:ext cx="701050" cy="296475"/>
            </a:xfrm>
            <a:custGeom>
              <a:avLst/>
              <a:gdLst/>
              <a:ahLst/>
              <a:cxnLst/>
              <a:rect l="l" t="t" r="r" b="b"/>
              <a:pathLst>
                <a:path w="28042" h="11859" extrusionOk="0">
                  <a:moveTo>
                    <a:pt x="12660" y="1"/>
                  </a:moveTo>
                  <a:cubicBezTo>
                    <a:pt x="8783" y="1"/>
                    <a:pt x="5408" y="1266"/>
                    <a:pt x="3313" y="3370"/>
                  </a:cubicBezTo>
                  <a:cubicBezTo>
                    <a:pt x="1" y="6698"/>
                    <a:pt x="293" y="11650"/>
                    <a:pt x="293" y="11859"/>
                  </a:cubicBezTo>
                  <a:cubicBezTo>
                    <a:pt x="293" y="11859"/>
                    <a:pt x="12379" y="11849"/>
                    <a:pt x="20520" y="11849"/>
                  </a:cubicBezTo>
                  <a:cubicBezTo>
                    <a:pt x="24590" y="11849"/>
                    <a:pt x="27674" y="11851"/>
                    <a:pt x="27767" y="11859"/>
                  </a:cubicBezTo>
                  <a:cubicBezTo>
                    <a:pt x="27768" y="11859"/>
                    <a:pt x="27768" y="11859"/>
                    <a:pt x="27768" y="11859"/>
                  </a:cubicBezTo>
                  <a:cubicBezTo>
                    <a:pt x="28042" y="11859"/>
                    <a:pt x="25814" y="4306"/>
                    <a:pt x="21880" y="2305"/>
                  </a:cubicBezTo>
                  <a:cubicBezTo>
                    <a:pt x="18744" y="709"/>
                    <a:pt x="15562" y="1"/>
                    <a:pt x="1266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1532;p58">
              <a:extLst>
                <a:ext uri="{FF2B5EF4-FFF2-40B4-BE49-F238E27FC236}">
                  <a16:creationId xmlns:a16="http://schemas.microsoft.com/office/drawing/2014/main" id="{4478879A-882E-204E-C554-8C27390E3B4C}"/>
                </a:ext>
              </a:extLst>
            </p:cNvPr>
            <p:cNvSpPr/>
            <p:nvPr/>
          </p:nvSpPr>
          <p:spPr>
            <a:xfrm>
              <a:off x="4127800" y="534550"/>
              <a:ext cx="781250" cy="717400"/>
            </a:xfrm>
            <a:custGeom>
              <a:avLst/>
              <a:gdLst/>
              <a:ahLst/>
              <a:cxnLst/>
              <a:rect l="l" t="t" r="r" b="b"/>
              <a:pathLst>
                <a:path w="31250" h="28696" extrusionOk="0">
                  <a:moveTo>
                    <a:pt x="21401" y="1"/>
                  </a:moveTo>
                  <a:cubicBezTo>
                    <a:pt x="12725" y="1"/>
                    <a:pt x="9320" y="9584"/>
                    <a:pt x="9320" y="9584"/>
                  </a:cubicBezTo>
                  <a:cubicBezTo>
                    <a:pt x="9320" y="9584"/>
                    <a:pt x="8993" y="5333"/>
                    <a:pt x="6439" y="5333"/>
                  </a:cubicBezTo>
                  <a:cubicBezTo>
                    <a:pt x="6210" y="5333"/>
                    <a:pt x="5963" y="5367"/>
                    <a:pt x="5696" y="5442"/>
                  </a:cubicBezTo>
                  <a:cubicBezTo>
                    <a:pt x="2459" y="6348"/>
                    <a:pt x="3625" y="11008"/>
                    <a:pt x="5696" y="12302"/>
                  </a:cubicBezTo>
                  <a:cubicBezTo>
                    <a:pt x="7767" y="13597"/>
                    <a:pt x="5696" y="18516"/>
                    <a:pt x="0" y="20328"/>
                  </a:cubicBezTo>
                  <a:cubicBezTo>
                    <a:pt x="0" y="20328"/>
                    <a:pt x="1151" y="28695"/>
                    <a:pt x="7119" y="28695"/>
                  </a:cubicBezTo>
                  <a:cubicBezTo>
                    <a:pt x="7790" y="28695"/>
                    <a:pt x="8522" y="28589"/>
                    <a:pt x="9320" y="28354"/>
                  </a:cubicBezTo>
                  <a:lnTo>
                    <a:pt x="14627" y="24729"/>
                  </a:lnTo>
                  <a:cubicBezTo>
                    <a:pt x="14627" y="24729"/>
                    <a:pt x="16936" y="26364"/>
                    <a:pt x="19836" y="26364"/>
                  </a:cubicBezTo>
                  <a:cubicBezTo>
                    <a:pt x="21376" y="26364"/>
                    <a:pt x="23082" y="25904"/>
                    <a:pt x="24699" y="24493"/>
                  </a:cubicBezTo>
                  <a:cubicBezTo>
                    <a:pt x="31250" y="18776"/>
                    <a:pt x="30678" y="265"/>
                    <a:pt x="21747" y="6"/>
                  </a:cubicBezTo>
                  <a:cubicBezTo>
                    <a:pt x="21630" y="3"/>
                    <a:pt x="21515" y="1"/>
                    <a:pt x="214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533;p58">
              <a:extLst>
                <a:ext uri="{FF2B5EF4-FFF2-40B4-BE49-F238E27FC236}">
                  <a16:creationId xmlns:a16="http://schemas.microsoft.com/office/drawing/2014/main" id="{EB9BC2B6-AB2E-C0EF-AEA9-ED2249956CAE}"/>
                </a:ext>
              </a:extLst>
            </p:cNvPr>
            <p:cNvSpPr/>
            <p:nvPr/>
          </p:nvSpPr>
          <p:spPr>
            <a:xfrm>
              <a:off x="3790475" y="990250"/>
              <a:ext cx="1473575" cy="1537700"/>
            </a:xfrm>
            <a:custGeom>
              <a:avLst/>
              <a:gdLst/>
              <a:ahLst/>
              <a:cxnLst/>
              <a:rect l="l" t="t" r="r" b="b"/>
              <a:pathLst>
                <a:path w="58943" h="61508" extrusionOk="0">
                  <a:moveTo>
                    <a:pt x="14891" y="1"/>
                  </a:moveTo>
                  <a:cubicBezTo>
                    <a:pt x="8791" y="1"/>
                    <a:pt x="725" y="8136"/>
                    <a:pt x="0" y="11275"/>
                  </a:cubicBezTo>
                  <a:cubicBezTo>
                    <a:pt x="0" y="11275"/>
                    <a:pt x="3915" y="24131"/>
                    <a:pt x="20161" y="41942"/>
                  </a:cubicBezTo>
                  <a:cubicBezTo>
                    <a:pt x="36407" y="59754"/>
                    <a:pt x="53512" y="61507"/>
                    <a:pt x="53512" y="61507"/>
                  </a:cubicBezTo>
                  <a:lnTo>
                    <a:pt x="58942" y="56515"/>
                  </a:lnTo>
                  <a:cubicBezTo>
                    <a:pt x="58942" y="56515"/>
                    <a:pt x="40944" y="49092"/>
                    <a:pt x="34384" y="34116"/>
                  </a:cubicBezTo>
                  <a:cubicBezTo>
                    <a:pt x="26203" y="15443"/>
                    <a:pt x="22801" y="2585"/>
                    <a:pt x="16946" y="359"/>
                  </a:cubicBezTo>
                  <a:cubicBezTo>
                    <a:pt x="16298" y="113"/>
                    <a:pt x="15609" y="1"/>
                    <a:pt x="14891" y="1"/>
                  </a:cubicBezTo>
                  <a:close/>
                </a:path>
              </a:pathLst>
            </a:cu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534;p58">
              <a:extLst>
                <a:ext uri="{FF2B5EF4-FFF2-40B4-BE49-F238E27FC236}">
                  <a16:creationId xmlns:a16="http://schemas.microsoft.com/office/drawing/2014/main" id="{A97657C4-B3CA-A57D-932F-795F23E326F9}"/>
                </a:ext>
              </a:extLst>
            </p:cNvPr>
            <p:cNvSpPr/>
            <p:nvPr/>
          </p:nvSpPr>
          <p:spPr>
            <a:xfrm>
              <a:off x="4360125" y="559125"/>
              <a:ext cx="188875" cy="221200"/>
            </a:xfrm>
            <a:custGeom>
              <a:avLst/>
              <a:gdLst/>
              <a:ahLst/>
              <a:cxnLst/>
              <a:rect l="l" t="t" r="r" b="b"/>
              <a:pathLst>
                <a:path w="7555" h="8848" extrusionOk="0">
                  <a:moveTo>
                    <a:pt x="7555" y="0"/>
                  </a:moveTo>
                  <a:lnTo>
                    <a:pt x="7555" y="0"/>
                  </a:lnTo>
                  <a:cubicBezTo>
                    <a:pt x="7554" y="0"/>
                    <a:pt x="54" y="1684"/>
                    <a:pt x="27" y="1684"/>
                  </a:cubicBezTo>
                  <a:cubicBezTo>
                    <a:pt x="1" y="1684"/>
                    <a:pt x="27" y="8601"/>
                    <a:pt x="27" y="8601"/>
                  </a:cubicBezTo>
                  <a:cubicBezTo>
                    <a:pt x="27" y="8601"/>
                    <a:pt x="306" y="8847"/>
                    <a:pt x="743" y="8847"/>
                  </a:cubicBezTo>
                  <a:cubicBezTo>
                    <a:pt x="1246" y="8847"/>
                    <a:pt x="1959" y="8520"/>
                    <a:pt x="2696" y="7112"/>
                  </a:cubicBezTo>
                  <a:cubicBezTo>
                    <a:pt x="4071" y="4483"/>
                    <a:pt x="4508" y="2133"/>
                    <a:pt x="75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535;p58">
              <a:extLst>
                <a:ext uri="{FF2B5EF4-FFF2-40B4-BE49-F238E27FC236}">
                  <a16:creationId xmlns:a16="http://schemas.microsoft.com/office/drawing/2014/main" id="{FD1EBDF8-6804-EA85-831C-FFE753BE0F02}"/>
                </a:ext>
              </a:extLst>
            </p:cNvPr>
            <p:cNvSpPr/>
            <p:nvPr/>
          </p:nvSpPr>
          <p:spPr>
            <a:xfrm>
              <a:off x="4445125" y="534375"/>
              <a:ext cx="573400" cy="145450"/>
            </a:xfrm>
            <a:custGeom>
              <a:avLst/>
              <a:gdLst/>
              <a:ahLst/>
              <a:cxnLst/>
              <a:rect l="l" t="t" r="r" b="b"/>
              <a:pathLst>
                <a:path w="22936" h="5818" extrusionOk="0">
                  <a:moveTo>
                    <a:pt x="1" y="1"/>
                  </a:moveTo>
                  <a:lnTo>
                    <a:pt x="731" y="1759"/>
                  </a:lnTo>
                  <a:cubicBezTo>
                    <a:pt x="731" y="1759"/>
                    <a:pt x="5152" y="5613"/>
                    <a:pt x="10110" y="5613"/>
                  </a:cubicBezTo>
                  <a:cubicBezTo>
                    <a:pt x="10178" y="5613"/>
                    <a:pt x="10247" y="5612"/>
                    <a:pt x="10315" y="5611"/>
                  </a:cubicBezTo>
                  <a:lnTo>
                    <a:pt x="9468" y="3687"/>
                  </a:lnTo>
                  <a:lnTo>
                    <a:pt x="9468" y="3687"/>
                  </a:lnTo>
                  <a:cubicBezTo>
                    <a:pt x="9469" y="3687"/>
                    <a:pt x="11816" y="5817"/>
                    <a:pt x="14953" y="5817"/>
                  </a:cubicBezTo>
                  <a:cubicBezTo>
                    <a:pt x="17381" y="5817"/>
                    <a:pt x="20283" y="4540"/>
                    <a:pt x="22936" y="9"/>
                  </a:cubicBez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536;p58">
              <a:extLst>
                <a:ext uri="{FF2B5EF4-FFF2-40B4-BE49-F238E27FC236}">
                  <a16:creationId xmlns:a16="http://schemas.microsoft.com/office/drawing/2014/main" id="{01C77DA9-01B2-5B5D-C44B-BF8C94906B49}"/>
                </a:ext>
              </a:extLst>
            </p:cNvPr>
            <p:cNvSpPr/>
            <p:nvPr/>
          </p:nvSpPr>
          <p:spPr>
            <a:xfrm>
              <a:off x="4976700" y="2327550"/>
              <a:ext cx="422525" cy="355925"/>
            </a:xfrm>
            <a:custGeom>
              <a:avLst/>
              <a:gdLst/>
              <a:ahLst/>
              <a:cxnLst/>
              <a:rect l="l" t="t" r="r" b="b"/>
              <a:pathLst>
                <a:path w="16901" h="14237" extrusionOk="0">
                  <a:moveTo>
                    <a:pt x="5648" y="0"/>
                  </a:moveTo>
                  <a:lnTo>
                    <a:pt x="1" y="6587"/>
                  </a:lnTo>
                  <a:lnTo>
                    <a:pt x="5017" y="8015"/>
                  </a:lnTo>
                  <a:lnTo>
                    <a:pt x="8683" y="13433"/>
                  </a:lnTo>
                  <a:cubicBezTo>
                    <a:pt x="8683" y="13433"/>
                    <a:pt x="12273" y="14236"/>
                    <a:pt x="13876" y="14236"/>
                  </a:cubicBezTo>
                  <a:cubicBezTo>
                    <a:pt x="14152" y="14236"/>
                    <a:pt x="14369" y="14213"/>
                    <a:pt x="14499" y="14157"/>
                  </a:cubicBezTo>
                  <a:cubicBezTo>
                    <a:pt x="15383" y="13778"/>
                    <a:pt x="16900" y="8089"/>
                    <a:pt x="15762" y="5687"/>
                  </a:cubicBezTo>
                  <a:cubicBezTo>
                    <a:pt x="14624" y="3285"/>
                    <a:pt x="5648" y="0"/>
                    <a:pt x="56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537;p58">
              <a:extLst>
                <a:ext uri="{FF2B5EF4-FFF2-40B4-BE49-F238E27FC236}">
                  <a16:creationId xmlns:a16="http://schemas.microsoft.com/office/drawing/2014/main" id="{0EEB1821-1001-A5B2-9DE7-AE28AE1FEEAB}"/>
                </a:ext>
              </a:extLst>
            </p:cNvPr>
            <p:cNvSpPr/>
            <p:nvPr/>
          </p:nvSpPr>
          <p:spPr>
            <a:xfrm>
              <a:off x="3579000" y="3736050"/>
              <a:ext cx="607375" cy="408225"/>
            </a:xfrm>
            <a:custGeom>
              <a:avLst/>
              <a:gdLst/>
              <a:ahLst/>
              <a:cxnLst/>
              <a:rect l="l" t="t" r="r" b="b"/>
              <a:pathLst>
                <a:path w="24295" h="16329" extrusionOk="0">
                  <a:moveTo>
                    <a:pt x="3798" y="1"/>
                  </a:moveTo>
                  <a:cubicBezTo>
                    <a:pt x="3798" y="1"/>
                    <a:pt x="963" y="3109"/>
                    <a:pt x="613" y="5217"/>
                  </a:cubicBezTo>
                  <a:cubicBezTo>
                    <a:pt x="262" y="7326"/>
                    <a:pt x="1" y="8593"/>
                    <a:pt x="1" y="8593"/>
                  </a:cubicBezTo>
                  <a:lnTo>
                    <a:pt x="21084" y="16328"/>
                  </a:lnTo>
                  <a:cubicBezTo>
                    <a:pt x="21084" y="16328"/>
                    <a:pt x="24295" y="15005"/>
                    <a:pt x="23428" y="13085"/>
                  </a:cubicBezTo>
                  <a:cubicBezTo>
                    <a:pt x="22561" y="11165"/>
                    <a:pt x="12532" y="2638"/>
                    <a:pt x="12532" y="2638"/>
                  </a:cubicBezTo>
                  <a:lnTo>
                    <a:pt x="379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538;p58">
              <a:extLst>
                <a:ext uri="{FF2B5EF4-FFF2-40B4-BE49-F238E27FC236}">
                  <a16:creationId xmlns:a16="http://schemas.microsoft.com/office/drawing/2014/main" id="{8A35B2A6-28A6-95D8-A962-3ED18D4C6DD2}"/>
                </a:ext>
              </a:extLst>
            </p:cNvPr>
            <p:cNvSpPr/>
            <p:nvPr/>
          </p:nvSpPr>
          <p:spPr>
            <a:xfrm>
              <a:off x="3460925" y="4481125"/>
              <a:ext cx="202825" cy="202875"/>
            </a:xfrm>
            <a:custGeom>
              <a:avLst/>
              <a:gdLst/>
              <a:ahLst/>
              <a:cxnLst/>
              <a:rect l="l" t="t" r="r" b="b"/>
              <a:pathLst>
                <a:path w="8113" h="8115" extrusionOk="0">
                  <a:moveTo>
                    <a:pt x="4056" y="1"/>
                  </a:moveTo>
                  <a:cubicBezTo>
                    <a:pt x="1816" y="1"/>
                    <a:pt x="0" y="1817"/>
                    <a:pt x="0" y="4057"/>
                  </a:cubicBezTo>
                  <a:cubicBezTo>
                    <a:pt x="0" y="6298"/>
                    <a:pt x="1816" y="8114"/>
                    <a:pt x="4056" y="8114"/>
                  </a:cubicBezTo>
                  <a:cubicBezTo>
                    <a:pt x="6296" y="8114"/>
                    <a:pt x="8113" y="6298"/>
                    <a:pt x="8113" y="4057"/>
                  </a:cubicBezTo>
                  <a:cubicBezTo>
                    <a:pt x="8113" y="1817"/>
                    <a:pt x="6296" y="1"/>
                    <a:pt x="40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539;p58">
              <a:extLst>
                <a:ext uri="{FF2B5EF4-FFF2-40B4-BE49-F238E27FC236}">
                  <a16:creationId xmlns:a16="http://schemas.microsoft.com/office/drawing/2014/main" id="{2BD8AC95-018F-0046-8F8C-87D533F1168F}"/>
                </a:ext>
              </a:extLst>
            </p:cNvPr>
            <p:cNvSpPr/>
            <p:nvPr/>
          </p:nvSpPr>
          <p:spPr>
            <a:xfrm>
              <a:off x="3710150" y="4001475"/>
              <a:ext cx="269950" cy="136400"/>
            </a:xfrm>
            <a:custGeom>
              <a:avLst/>
              <a:gdLst/>
              <a:ahLst/>
              <a:cxnLst/>
              <a:rect l="l" t="t" r="r" b="b"/>
              <a:pathLst>
                <a:path w="10798" h="5456" extrusionOk="0">
                  <a:moveTo>
                    <a:pt x="1565" y="1"/>
                  </a:moveTo>
                  <a:cubicBezTo>
                    <a:pt x="992" y="1"/>
                    <a:pt x="451" y="359"/>
                    <a:pt x="252" y="929"/>
                  </a:cubicBezTo>
                  <a:cubicBezTo>
                    <a:pt x="1" y="1651"/>
                    <a:pt x="384" y="2446"/>
                    <a:pt x="1105" y="2697"/>
                  </a:cubicBezTo>
                  <a:lnTo>
                    <a:pt x="8779" y="5378"/>
                  </a:lnTo>
                  <a:cubicBezTo>
                    <a:pt x="8929" y="5431"/>
                    <a:pt x="9082" y="5455"/>
                    <a:pt x="9233" y="5455"/>
                  </a:cubicBezTo>
                  <a:cubicBezTo>
                    <a:pt x="9807" y="5455"/>
                    <a:pt x="10347" y="5096"/>
                    <a:pt x="10546" y="4526"/>
                  </a:cubicBezTo>
                  <a:cubicBezTo>
                    <a:pt x="10797" y="3806"/>
                    <a:pt x="10415" y="3010"/>
                    <a:pt x="9693" y="2759"/>
                  </a:cubicBezTo>
                  <a:lnTo>
                    <a:pt x="2020" y="78"/>
                  </a:lnTo>
                  <a:cubicBezTo>
                    <a:pt x="1870" y="26"/>
                    <a:pt x="1716" y="1"/>
                    <a:pt x="156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540;p58">
              <a:extLst>
                <a:ext uri="{FF2B5EF4-FFF2-40B4-BE49-F238E27FC236}">
                  <a16:creationId xmlns:a16="http://schemas.microsoft.com/office/drawing/2014/main" id="{5D0EAD80-44FC-3BA8-E82B-C408577F4390}"/>
                </a:ext>
              </a:extLst>
            </p:cNvPr>
            <p:cNvSpPr/>
            <p:nvPr/>
          </p:nvSpPr>
          <p:spPr>
            <a:xfrm>
              <a:off x="3512625" y="4071175"/>
              <a:ext cx="354950" cy="574825"/>
            </a:xfrm>
            <a:custGeom>
              <a:avLst/>
              <a:gdLst/>
              <a:ahLst/>
              <a:cxnLst/>
              <a:rect l="l" t="t" r="r" b="b"/>
              <a:pathLst>
                <a:path w="14198" h="22993" extrusionOk="0">
                  <a:moveTo>
                    <a:pt x="11618" y="1"/>
                  </a:moveTo>
                  <a:lnTo>
                    <a:pt x="0" y="21605"/>
                  </a:lnTo>
                  <a:lnTo>
                    <a:pt x="2580" y="22992"/>
                  </a:lnTo>
                  <a:lnTo>
                    <a:pt x="14198" y="1388"/>
                  </a:lnTo>
                  <a:lnTo>
                    <a:pt x="1161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541;p58">
              <a:extLst>
                <a:ext uri="{FF2B5EF4-FFF2-40B4-BE49-F238E27FC236}">
                  <a16:creationId xmlns:a16="http://schemas.microsoft.com/office/drawing/2014/main" id="{51106B71-CFFF-6CDC-21DB-749D4F83A1E8}"/>
                </a:ext>
              </a:extLst>
            </p:cNvPr>
            <p:cNvSpPr/>
            <p:nvPr/>
          </p:nvSpPr>
          <p:spPr>
            <a:xfrm>
              <a:off x="2667500" y="955100"/>
              <a:ext cx="1742275" cy="1131825"/>
            </a:xfrm>
            <a:custGeom>
              <a:avLst/>
              <a:gdLst/>
              <a:ahLst/>
              <a:cxnLst/>
              <a:rect l="l" t="t" r="r" b="b"/>
              <a:pathLst>
                <a:path w="69691" h="45273" extrusionOk="0">
                  <a:moveTo>
                    <a:pt x="53649" y="0"/>
                  </a:moveTo>
                  <a:cubicBezTo>
                    <a:pt x="51445" y="0"/>
                    <a:pt x="48985" y="294"/>
                    <a:pt x="46257" y="944"/>
                  </a:cubicBezTo>
                  <a:cubicBezTo>
                    <a:pt x="29314" y="4978"/>
                    <a:pt x="0" y="32845"/>
                    <a:pt x="0" y="32845"/>
                  </a:cubicBezTo>
                  <a:cubicBezTo>
                    <a:pt x="0" y="32845"/>
                    <a:pt x="0" y="45272"/>
                    <a:pt x="25841" y="45272"/>
                  </a:cubicBezTo>
                  <a:cubicBezTo>
                    <a:pt x="29504" y="45272"/>
                    <a:pt x="33687" y="45023"/>
                    <a:pt x="38462" y="44452"/>
                  </a:cubicBezTo>
                  <a:cubicBezTo>
                    <a:pt x="38462" y="44452"/>
                    <a:pt x="68525" y="23805"/>
                    <a:pt x="69159" y="15200"/>
                  </a:cubicBezTo>
                  <a:cubicBezTo>
                    <a:pt x="69690" y="7979"/>
                    <a:pt x="65135" y="0"/>
                    <a:pt x="53649" y="0"/>
                  </a:cubicBezTo>
                  <a:close/>
                </a:path>
              </a:pathLst>
            </a:cu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542;p58">
              <a:extLst>
                <a:ext uri="{FF2B5EF4-FFF2-40B4-BE49-F238E27FC236}">
                  <a16:creationId xmlns:a16="http://schemas.microsoft.com/office/drawing/2014/main" id="{9A563CD6-4E45-DEBA-9600-69A4CA215C16}"/>
                </a:ext>
              </a:extLst>
            </p:cNvPr>
            <p:cNvSpPr/>
            <p:nvPr/>
          </p:nvSpPr>
          <p:spPr>
            <a:xfrm>
              <a:off x="2840125" y="1312550"/>
              <a:ext cx="1214575" cy="565625"/>
            </a:xfrm>
            <a:custGeom>
              <a:avLst/>
              <a:gdLst/>
              <a:ahLst/>
              <a:cxnLst/>
              <a:rect l="l" t="t" r="r" b="b"/>
              <a:pathLst>
                <a:path w="48583" h="22625" extrusionOk="0">
                  <a:moveTo>
                    <a:pt x="7640" y="1"/>
                  </a:moveTo>
                  <a:lnTo>
                    <a:pt x="0" y="7828"/>
                  </a:lnTo>
                  <a:cubicBezTo>
                    <a:pt x="0" y="7828"/>
                    <a:pt x="19332" y="22624"/>
                    <a:pt x="37592" y="22624"/>
                  </a:cubicBezTo>
                  <a:cubicBezTo>
                    <a:pt x="39474" y="22624"/>
                    <a:pt x="41345" y="22467"/>
                    <a:pt x="43182" y="22120"/>
                  </a:cubicBezTo>
                  <a:cubicBezTo>
                    <a:pt x="43494" y="22060"/>
                    <a:pt x="43782" y="21910"/>
                    <a:pt x="44009" y="21688"/>
                  </a:cubicBezTo>
                  <a:lnTo>
                    <a:pt x="48582" y="17283"/>
                  </a:lnTo>
                  <a:cubicBezTo>
                    <a:pt x="48582" y="17283"/>
                    <a:pt x="16213" y="12672"/>
                    <a:pt x="764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543;p58">
              <a:extLst>
                <a:ext uri="{FF2B5EF4-FFF2-40B4-BE49-F238E27FC236}">
                  <a16:creationId xmlns:a16="http://schemas.microsoft.com/office/drawing/2014/main" id="{BC8DC920-602D-FD2F-7ABB-46575853CA81}"/>
                </a:ext>
              </a:extLst>
            </p:cNvPr>
            <p:cNvSpPr/>
            <p:nvPr/>
          </p:nvSpPr>
          <p:spPr>
            <a:xfrm>
              <a:off x="3313700" y="863550"/>
              <a:ext cx="1163300" cy="441425"/>
            </a:xfrm>
            <a:custGeom>
              <a:avLst/>
              <a:gdLst/>
              <a:ahLst/>
              <a:cxnLst/>
              <a:rect l="l" t="t" r="r" b="b"/>
              <a:pathLst>
                <a:path w="46532" h="17657" extrusionOk="0">
                  <a:moveTo>
                    <a:pt x="20001" y="1"/>
                  </a:moveTo>
                  <a:cubicBezTo>
                    <a:pt x="8301" y="1"/>
                    <a:pt x="0" y="7749"/>
                    <a:pt x="0" y="7749"/>
                  </a:cubicBezTo>
                  <a:lnTo>
                    <a:pt x="12384" y="7218"/>
                  </a:lnTo>
                  <a:cubicBezTo>
                    <a:pt x="12559" y="6956"/>
                    <a:pt x="18170" y="5227"/>
                    <a:pt x="24722" y="5227"/>
                  </a:cubicBezTo>
                  <a:cubicBezTo>
                    <a:pt x="31437" y="5227"/>
                    <a:pt x="39141" y="7044"/>
                    <a:pt x="42992" y="14119"/>
                  </a:cubicBezTo>
                  <a:lnTo>
                    <a:pt x="44585" y="17657"/>
                  </a:lnTo>
                  <a:cubicBezTo>
                    <a:pt x="44585" y="17657"/>
                    <a:pt x="46531" y="8457"/>
                    <a:pt x="29900" y="1911"/>
                  </a:cubicBezTo>
                  <a:cubicBezTo>
                    <a:pt x="26423" y="542"/>
                    <a:pt x="23093" y="1"/>
                    <a:pt x="2000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544;p58">
              <a:extLst>
                <a:ext uri="{FF2B5EF4-FFF2-40B4-BE49-F238E27FC236}">
                  <a16:creationId xmlns:a16="http://schemas.microsoft.com/office/drawing/2014/main" id="{BAC2AD22-D302-8431-5E09-CB658DD0BD02}"/>
                </a:ext>
              </a:extLst>
            </p:cNvPr>
            <p:cNvSpPr/>
            <p:nvPr/>
          </p:nvSpPr>
          <p:spPr>
            <a:xfrm>
              <a:off x="2685375" y="1109975"/>
              <a:ext cx="708150" cy="512550"/>
            </a:xfrm>
            <a:custGeom>
              <a:avLst/>
              <a:gdLst/>
              <a:ahLst/>
              <a:cxnLst/>
              <a:rect l="l" t="t" r="r" b="b"/>
              <a:pathLst>
                <a:path w="28326" h="20502" extrusionOk="0">
                  <a:moveTo>
                    <a:pt x="20436" y="1"/>
                  </a:moveTo>
                  <a:cubicBezTo>
                    <a:pt x="13268" y="1"/>
                    <a:pt x="5782" y="5092"/>
                    <a:pt x="3361" y="7858"/>
                  </a:cubicBezTo>
                  <a:cubicBezTo>
                    <a:pt x="0" y="11699"/>
                    <a:pt x="6082" y="20502"/>
                    <a:pt x="6082" y="20502"/>
                  </a:cubicBezTo>
                  <a:lnTo>
                    <a:pt x="28326" y="2738"/>
                  </a:lnTo>
                  <a:cubicBezTo>
                    <a:pt x="25954" y="768"/>
                    <a:pt x="23219" y="1"/>
                    <a:pt x="2043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4" name="Google Shape;1458;p58">
            <a:extLst>
              <a:ext uri="{FF2B5EF4-FFF2-40B4-BE49-F238E27FC236}">
                <a16:creationId xmlns:a16="http://schemas.microsoft.com/office/drawing/2014/main" id="{E0473D14-E415-7BD7-DDD5-604A6B77F341}"/>
              </a:ext>
            </a:extLst>
          </p:cNvPr>
          <p:cNvSpPr txBox="1">
            <a:spLocks noGrp="1"/>
          </p:cNvSpPr>
          <p:nvPr>
            <p:ph type="title"/>
          </p:nvPr>
        </p:nvSpPr>
        <p:spPr>
          <a:xfrm>
            <a:off x="871531" y="279231"/>
            <a:ext cx="7551900" cy="75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6600">
                <a:solidFill>
                  <a:srgbClr val="FF3309"/>
                </a:solidFill>
              </a:rPr>
              <a:t>Thanks!</a:t>
            </a:r>
            <a:endParaRPr lang="en-US" sz="6600">
              <a:solidFill>
                <a:srgbClr val="FF3309"/>
              </a:solidFill>
            </a:endParaRPr>
          </a:p>
        </p:txBody>
      </p:sp>
      <p:sp>
        <p:nvSpPr>
          <p:cNvPr id="276" name="Google Shape;1459;p58">
            <a:extLst>
              <a:ext uri="{FF2B5EF4-FFF2-40B4-BE49-F238E27FC236}">
                <a16:creationId xmlns:a16="http://schemas.microsoft.com/office/drawing/2014/main" id="{7126E7E9-DFA9-ED73-EE18-468E8A4170E7}"/>
              </a:ext>
            </a:extLst>
          </p:cNvPr>
          <p:cNvSpPr txBox="1">
            <a:spLocks/>
          </p:cNvSpPr>
          <p:nvPr/>
        </p:nvSpPr>
        <p:spPr>
          <a:xfrm>
            <a:off x="3385693" y="1340008"/>
            <a:ext cx="4165125" cy="1177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1pPr>
            <a:lvl2pPr marL="914400" marR="0" lvl="1" indent="-317500" algn="l" rtl="0">
              <a:lnSpc>
                <a:spcPct val="100000"/>
              </a:lnSpc>
              <a:spcBef>
                <a:spcPts val="16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2pPr>
            <a:lvl3pPr marL="1371600" marR="0" lvl="2" indent="-317500" algn="l" rtl="0">
              <a:lnSpc>
                <a:spcPct val="100000"/>
              </a:lnSpc>
              <a:spcBef>
                <a:spcPts val="16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3pPr>
            <a:lvl4pPr marL="1828800" marR="0" lvl="3" indent="-317500" algn="l" rtl="0">
              <a:lnSpc>
                <a:spcPct val="100000"/>
              </a:lnSpc>
              <a:spcBef>
                <a:spcPts val="16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4pPr>
            <a:lvl5pPr marL="2286000" marR="0" lvl="4" indent="-317500" algn="l" rtl="0">
              <a:lnSpc>
                <a:spcPct val="100000"/>
              </a:lnSpc>
              <a:spcBef>
                <a:spcPts val="16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5pPr>
            <a:lvl6pPr marL="2743200" marR="0" lvl="5" indent="-317500" algn="l" rtl="0">
              <a:lnSpc>
                <a:spcPct val="100000"/>
              </a:lnSpc>
              <a:spcBef>
                <a:spcPts val="16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6pPr>
            <a:lvl7pPr marL="3200400" marR="0" lvl="6" indent="-317500" algn="l" rtl="0">
              <a:lnSpc>
                <a:spcPct val="100000"/>
              </a:lnSpc>
              <a:spcBef>
                <a:spcPts val="16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7pPr>
            <a:lvl8pPr marL="3657600" marR="0" lvl="7" indent="-317500" algn="l" rtl="0">
              <a:lnSpc>
                <a:spcPct val="100000"/>
              </a:lnSpc>
              <a:spcBef>
                <a:spcPts val="16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8pPr>
            <a:lvl9pPr marL="4114800" marR="0" lvl="8" indent="-317500" algn="l" rtl="0">
              <a:lnSpc>
                <a:spcPct val="100000"/>
              </a:lnSpc>
              <a:spcBef>
                <a:spcPts val="1600"/>
              </a:spcBef>
              <a:spcAft>
                <a:spcPts val="1600"/>
              </a:spcAft>
              <a:buClr>
                <a:srgbClr val="434343"/>
              </a:buClr>
              <a:buSzPts val="1400"/>
              <a:buFont typeface="Roboto"/>
              <a:buChar char="■"/>
              <a:defRPr sz="1400" b="0" i="0" u="none" strike="noStrike" cap="none">
                <a:solidFill>
                  <a:srgbClr val="434343"/>
                </a:solidFill>
                <a:latin typeface="Roboto"/>
                <a:ea typeface="Roboto"/>
                <a:cs typeface="Roboto"/>
                <a:sym typeface="Roboto"/>
              </a:defRPr>
            </a:lvl9pPr>
          </a:lstStyle>
          <a:p>
            <a:pPr marL="0" indent="0" algn="ctr">
              <a:buClr>
                <a:schemeClr val="dk1"/>
              </a:buClr>
              <a:buSzPts val="1100"/>
              <a:buFont typeface="Arial"/>
              <a:buNone/>
            </a:pPr>
            <a:r>
              <a:rPr lang="en-US" sz="2400" b="1">
                <a:solidFill>
                  <a:schemeClr val="dk2"/>
                </a:solidFill>
              </a:rPr>
              <a:t>Do you have any questions?</a:t>
            </a:r>
          </a:p>
          <a:p>
            <a:pPr marL="0" indent="0" algn="ctr">
              <a:buClr>
                <a:schemeClr val="dk1"/>
              </a:buClr>
              <a:buSzPts val="1100"/>
              <a:buFont typeface="Arial"/>
              <a:buNone/>
            </a:pPr>
            <a:endParaRPr lang="en-US">
              <a:solidFill>
                <a:schemeClr val="dk2"/>
              </a:solidFill>
            </a:endParaRPr>
          </a:p>
          <a:p>
            <a:pPr marL="0" indent="0" algn="ctr">
              <a:buFont typeface="Roboto"/>
              <a:buNone/>
            </a:pPr>
            <a:endParaRPr lang="en-US"/>
          </a:p>
        </p:txBody>
      </p:sp>
    </p:spTree>
  </p:cSld>
  <p:clrMapOvr>
    <a:masterClrMapping/>
  </p:clrMapOvr>
  <p:transition spd="slow">
    <p:push dir="u"/>
  </p:transition>
</p:sld>
</file>

<file path=ppt/theme/theme1.xml><?xml version="1.0" encoding="utf-8"?>
<a:theme xmlns:a="http://schemas.openxmlformats.org/drawingml/2006/main" name="Food Delivery">
  <a:themeElements>
    <a:clrScheme name="Simple Light">
      <a:dk1>
        <a:srgbClr val="000000"/>
      </a:dk1>
      <a:lt1>
        <a:srgbClr val="FFFFFF"/>
      </a:lt1>
      <a:dk2>
        <a:srgbClr val="434343"/>
      </a:dk2>
      <a:lt2>
        <a:srgbClr val="EEEEEE"/>
      </a:lt2>
      <a:accent1>
        <a:srgbClr val="E6D375"/>
      </a:accent1>
      <a:accent2>
        <a:srgbClr val="F8D940"/>
      </a:accent2>
      <a:accent3>
        <a:srgbClr val="F089D8"/>
      </a:accent3>
      <a:accent4>
        <a:srgbClr val="A30D80"/>
      </a:accent4>
      <a:accent5>
        <a:srgbClr val="6FBDBB"/>
      </a:accent5>
      <a:accent6>
        <a:srgbClr val="05A6A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61A6AC023D1F144A6F4BAD4ADE062DC" ma:contentTypeVersion="11" ma:contentTypeDescription="Create a new document." ma:contentTypeScope="" ma:versionID="724b68d841e4915f71422f150ac3de32">
  <xsd:schema xmlns:xsd="http://www.w3.org/2001/XMLSchema" xmlns:xs="http://www.w3.org/2001/XMLSchema" xmlns:p="http://schemas.microsoft.com/office/2006/metadata/properties" xmlns:ns3="15643d9e-b382-417b-86bc-16ed510dbdeb" targetNamespace="http://schemas.microsoft.com/office/2006/metadata/properties" ma:root="true" ma:fieldsID="2428fa3cd0585e9b733765bd69dcb98f" ns3:_="">
    <xsd:import namespace="15643d9e-b382-417b-86bc-16ed510dbdeb"/>
    <xsd:element name="properties">
      <xsd:complexType>
        <xsd:sequence>
          <xsd:element name="documentManagement">
            <xsd:complexType>
              <xsd:all>
                <xsd:element ref="ns3:_activity" minOccurs="0"/>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Location"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643d9e-b382-417b-86bc-16ed510dbdeb"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DateTaken" ma:index="9" nillable="true" ma:displayName="MediaServiceDateTaken" ma:hidden="true" ma:indexed="true" ma:internalName="MediaServiceDateTaken" ma:readOnly="true">
      <xsd:simpleType>
        <xsd:restriction base="dms:Text"/>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Location" ma:index="15" nillable="true" ma:displayName="Location" ma:indexed="true" ma:internalName="MediaServiceLocatio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5643d9e-b382-417b-86bc-16ed510dbdeb" xsi:nil="true"/>
  </documentManagement>
</p:properties>
</file>

<file path=customXml/itemProps1.xml><?xml version="1.0" encoding="utf-8"?>
<ds:datastoreItem xmlns:ds="http://schemas.openxmlformats.org/officeDocument/2006/customXml" ds:itemID="{5118FE52-A96E-43F6-B97C-A8EEE3943CE3}">
  <ds:schemaRefs>
    <ds:schemaRef ds:uri="15643d9e-b382-417b-86bc-16ed510dbde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A25FD88-CDA9-4433-8E46-96C212155BE9}">
  <ds:schemaRefs>
    <ds:schemaRef ds:uri="http://schemas.microsoft.com/sharepoint/v3/contenttype/forms"/>
  </ds:schemaRefs>
</ds:datastoreItem>
</file>

<file path=customXml/itemProps3.xml><?xml version="1.0" encoding="utf-8"?>
<ds:datastoreItem xmlns:ds="http://schemas.openxmlformats.org/officeDocument/2006/customXml" ds:itemID="{C634BCB6-744B-42B0-A755-6FA7D00C1C99}">
  <ds:schemaRefs>
    <ds:schemaRef ds:uri="http://www.w3.org/XML/1998/namespace"/>
    <ds:schemaRef ds:uri="http://purl.org/dc/dcmitype/"/>
    <ds:schemaRef ds:uri="http://schemas.microsoft.com/office/2006/documentManagement/types"/>
    <ds:schemaRef ds:uri="15643d9e-b382-417b-86bc-16ed510dbdeb"/>
    <ds:schemaRef ds:uri="http://purl.org/dc/term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otalTime>1</TotalTime>
  <Words>1988</Words>
  <Application>Microsoft Office PowerPoint</Application>
  <PresentationFormat>On-screen Show (16:9)</PresentationFormat>
  <Paragraphs>168</Paragraphs>
  <Slides>32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-apple-system</vt:lpstr>
      <vt:lpstr>Arial</vt:lpstr>
      <vt:lpstr>Wingdings</vt:lpstr>
      <vt:lpstr>Advent Pro</vt:lpstr>
      <vt:lpstr>Roboto</vt:lpstr>
      <vt:lpstr>Food Delivery</vt:lpstr>
      <vt:lpstr>DoorDash ETA Prediction</vt:lpstr>
      <vt:lpstr>Introduction and Motivation</vt:lpstr>
      <vt:lpstr>Improve Accuracy</vt:lpstr>
      <vt:lpstr>Why ETA prediction matters?</vt:lpstr>
      <vt:lpstr>Linear Regression</vt:lpstr>
      <vt:lpstr>Data Description and Challenges</vt:lpstr>
      <vt:lpstr>Data Description and Challenges</vt:lpstr>
      <vt:lpstr>Target Variable</vt:lpstr>
      <vt:lpstr>Before Data Pre-processing</vt:lpstr>
      <vt:lpstr>Before Data Pre-processing</vt:lpstr>
      <vt:lpstr>Before Data Pre-processing</vt:lpstr>
      <vt:lpstr>Data Processing – Version 1</vt:lpstr>
      <vt:lpstr>Data Processing – Version 1</vt:lpstr>
      <vt:lpstr>Data Processing – Version 1</vt:lpstr>
      <vt:lpstr>Preprocessing Steps:</vt:lpstr>
      <vt:lpstr>Data Processing – Version 1</vt:lpstr>
      <vt:lpstr>Preprocessing Steps:</vt:lpstr>
      <vt:lpstr>Data Processing – Version 2</vt:lpstr>
      <vt:lpstr>Data Processing – Version 2</vt:lpstr>
      <vt:lpstr>Data Processing – Version 2</vt:lpstr>
      <vt:lpstr>Why PCA and what have we found?</vt:lpstr>
      <vt:lpstr>PCA &amp; Dimensionality Reduction</vt:lpstr>
      <vt:lpstr>Data Processing – Version 2</vt:lpstr>
      <vt:lpstr>Data Processing – Version 3</vt:lpstr>
      <vt:lpstr>Data Processing – Version 3</vt:lpstr>
      <vt:lpstr>Data Processing – Version 3</vt:lpstr>
      <vt:lpstr>Hyper-parameter tuning</vt:lpstr>
      <vt:lpstr>Model Comparison after Hyper-parameter tuning</vt:lpstr>
      <vt:lpstr>Most Influential Features</vt:lpstr>
      <vt:lpstr>Scatter plot on Actual vs Predicted Delivery Time</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DoorDash ETA Prediction</dc:title>
  <dc:creator>Deepali Attavar</dc:creator>
  <cp:lastModifiedBy>Attavar, Deepali S</cp:lastModifiedBy>
  <cp:revision>2</cp:revision>
  <dcterms:modified xsi:type="dcterms:W3CDTF">2025-04-24T17:45:27Z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0x010100D61A6AC023D1F144A6F4BAD4ADE062DC</vt:lpwstr>
  </property>
</Properties>
</file>